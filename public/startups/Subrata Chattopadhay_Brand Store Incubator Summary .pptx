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0" r:id="rId5"/>
    <p:sldId id="264" r:id="rId6"/>
    <p:sldId id="277" r:id="rId7"/>
    <p:sldId id="263" r:id="rId8"/>
    <p:sldId id="276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8D232-FC44-42F6-9371-2C1B4E9109A2}" v="6" dt="2025-08-28T06:54:45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timan Dasgupta" userId="cc70979e9d4009ed" providerId="LiveId" clId="{B95E8DCF-F0E8-495E-BB40-50F48DD36E89}"/>
    <pc:docChg chg="addSld modSld">
      <pc:chgData name="Diptiman Dasgupta" userId="cc70979e9d4009ed" providerId="LiveId" clId="{B95E8DCF-F0E8-495E-BB40-50F48DD36E89}" dt="2025-08-28T06:54:45.182" v="5"/>
      <pc:docMkLst>
        <pc:docMk/>
      </pc:docMkLst>
      <pc:sldChg chg="modSp add">
        <pc:chgData name="Diptiman Dasgupta" userId="cc70979e9d4009ed" providerId="LiveId" clId="{B95E8DCF-F0E8-495E-BB40-50F48DD36E89}" dt="2025-08-28T06:51:49.116" v="0"/>
        <pc:sldMkLst>
          <pc:docMk/>
          <pc:sldMk cId="0" sldId="256"/>
        </pc:sldMkLst>
        <pc:spChg chg="mod">
          <ac:chgData name="Diptiman Dasgupta" userId="cc70979e9d4009ed" providerId="LiveId" clId="{B95E8DCF-F0E8-495E-BB40-50F48DD36E89}" dt="2025-08-28T06:51:49.116" v="0"/>
          <ac:spMkLst>
            <pc:docMk/>
            <pc:sldMk cId="0" sldId="256"/>
            <ac:spMk id="6" creationId="{F8C50605-6C6B-23C8-9C89-968D2A56588F}"/>
          </ac:spMkLst>
        </pc:spChg>
      </pc:sldChg>
      <pc:sldChg chg="modSp add">
        <pc:chgData name="Diptiman Dasgupta" userId="cc70979e9d4009ed" providerId="LiveId" clId="{B95E8DCF-F0E8-495E-BB40-50F48DD36E89}" dt="2025-08-28T06:52:26.003" v="1"/>
        <pc:sldMkLst>
          <pc:docMk/>
          <pc:sldMk cId="0" sldId="260"/>
        </pc:sldMkLst>
        <pc:spChg chg="mod">
          <ac:chgData name="Diptiman Dasgupta" userId="cc70979e9d4009ed" providerId="LiveId" clId="{B95E8DCF-F0E8-495E-BB40-50F48DD36E89}" dt="2025-08-28T06:52:26.003" v="1"/>
          <ac:spMkLst>
            <pc:docMk/>
            <pc:sldMk cId="0" sldId="260"/>
            <ac:spMk id="35" creationId="{FC0E1809-FEC9-555A-B454-D6142A4BA94F}"/>
          </ac:spMkLst>
        </pc:spChg>
      </pc:sldChg>
      <pc:sldChg chg="modSp add">
        <pc:chgData name="Diptiman Dasgupta" userId="cc70979e9d4009ed" providerId="LiveId" clId="{B95E8DCF-F0E8-495E-BB40-50F48DD36E89}" dt="2025-08-28T06:52:57.244" v="2"/>
        <pc:sldMkLst>
          <pc:docMk/>
          <pc:sldMk cId="0" sldId="261"/>
        </pc:sldMkLst>
        <pc:spChg chg="mod">
          <ac:chgData name="Diptiman Dasgupta" userId="cc70979e9d4009ed" providerId="LiveId" clId="{B95E8DCF-F0E8-495E-BB40-50F48DD36E89}" dt="2025-08-28T06:52:57.244" v="2"/>
          <ac:spMkLst>
            <pc:docMk/>
            <pc:sldMk cId="0" sldId="261"/>
            <ac:spMk id="17" creationId="{A4B5F0B1-B457-B66C-D6F1-2C7C4C7F2BAE}"/>
          </ac:spMkLst>
        </pc:spChg>
      </pc:sldChg>
      <pc:sldChg chg="modSp add">
        <pc:chgData name="Diptiman Dasgupta" userId="cc70979e9d4009ed" providerId="LiveId" clId="{B95E8DCF-F0E8-495E-BB40-50F48DD36E89}" dt="2025-08-28T06:53:42.346" v="4"/>
        <pc:sldMkLst>
          <pc:docMk/>
          <pc:sldMk cId="0" sldId="263"/>
        </pc:sldMkLst>
        <pc:spChg chg="mod">
          <ac:chgData name="Diptiman Dasgupta" userId="cc70979e9d4009ed" providerId="LiveId" clId="{B95E8DCF-F0E8-495E-BB40-50F48DD36E89}" dt="2025-08-28T06:53:42.346" v="4"/>
          <ac:spMkLst>
            <pc:docMk/>
            <pc:sldMk cId="0" sldId="263"/>
            <ac:spMk id="35" creationId="{7353677F-501B-3B5F-8DA9-FE60F2292DEA}"/>
          </ac:spMkLst>
        </pc:spChg>
      </pc:sldChg>
      <pc:sldChg chg="modSp add">
        <pc:chgData name="Diptiman Dasgupta" userId="cc70979e9d4009ed" providerId="LiveId" clId="{B95E8DCF-F0E8-495E-BB40-50F48DD36E89}" dt="2025-08-28T06:53:20.947" v="3"/>
        <pc:sldMkLst>
          <pc:docMk/>
          <pc:sldMk cId="0" sldId="264"/>
        </pc:sldMkLst>
        <pc:spChg chg="mod">
          <ac:chgData name="Diptiman Dasgupta" userId="cc70979e9d4009ed" providerId="LiveId" clId="{B95E8DCF-F0E8-495E-BB40-50F48DD36E89}" dt="2025-08-28T06:53:20.947" v="3"/>
          <ac:spMkLst>
            <pc:docMk/>
            <pc:sldMk cId="0" sldId="264"/>
            <ac:spMk id="7" creationId="{AFE4575B-6F58-9EB2-122A-FD2BE9BE8C10}"/>
          </ac:spMkLst>
        </pc:spChg>
      </pc:sldChg>
      <pc:sldChg chg="modSp add">
        <pc:chgData name="Diptiman Dasgupta" userId="cc70979e9d4009ed" providerId="LiveId" clId="{B95E8DCF-F0E8-495E-BB40-50F48DD36E89}" dt="2025-08-28T06:54:45.182" v="5"/>
        <pc:sldMkLst>
          <pc:docMk/>
          <pc:sldMk cId="0" sldId="265"/>
        </pc:sldMkLst>
        <pc:spChg chg="mod">
          <ac:chgData name="Diptiman Dasgupta" userId="cc70979e9d4009ed" providerId="LiveId" clId="{B95E8DCF-F0E8-495E-BB40-50F48DD36E89}" dt="2025-08-28T06:54:45.182" v="5"/>
          <ac:spMkLst>
            <pc:docMk/>
            <pc:sldMk cId="0" sldId="265"/>
            <ac:spMk id="41" creationId="{8A902FD8-C2E7-0B9B-EA3E-6A2657977F1C}"/>
          </ac:spMkLst>
        </pc:spChg>
      </pc:sldChg>
      <pc:sldChg chg="modSp add">
        <pc:chgData name="Diptiman Dasgupta" userId="cc70979e9d4009ed" providerId="LiveId" clId="{B95E8DCF-F0E8-495E-BB40-50F48DD36E89}" dt="2025-08-28T06:54:45.182" v="5"/>
        <pc:sldMkLst>
          <pc:docMk/>
          <pc:sldMk cId="0" sldId="266"/>
        </pc:sldMkLst>
        <pc:spChg chg="mod">
          <ac:chgData name="Diptiman Dasgupta" userId="cc70979e9d4009ed" providerId="LiveId" clId="{B95E8DCF-F0E8-495E-BB40-50F48DD36E89}" dt="2025-08-28T06:54:45.182" v="5"/>
          <ac:spMkLst>
            <pc:docMk/>
            <pc:sldMk cId="0" sldId="266"/>
            <ac:spMk id="18" creationId="{A558D3B4-4ED5-EAA3-DDF7-EF4F851E18AE}"/>
          </ac:spMkLst>
        </pc:spChg>
      </pc:sldChg>
      <pc:sldChg chg="modSp add">
        <pc:chgData name="Diptiman Dasgupta" userId="cc70979e9d4009ed" providerId="LiveId" clId="{B95E8DCF-F0E8-495E-BB40-50F48DD36E89}" dt="2025-08-28T06:54:45.182" v="5"/>
        <pc:sldMkLst>
          <pc:docMk/>
          <pc:sldMk cId="0" sldId="267"/>
        </pc:sldMkLst>
        <pc:spChg chg="mod">
          <ac:chgData name="Diptiman Dasgupta" userId="cc70979e9d4009ed" providerId="LiveId" clId="{B95E8DCF-F0E8-495E-BB40-50F48DD36E89}" dt="2025-08-28T06:54:45.182" v="5"/>
          <ac:spMkLst>
            <pc:docMk/>
            <pc:sldMk cId="0" sldId="267"/>
            <ac:spMk id="20" creationId="{9CB5AB71-D8AD-C6F3-013F-E7ED07EFC3FC}"/>
          </ac:spMkLst>
        </pc:spChg>
      </pc:sldChg>
      <pc:sldChg chg="modSp add">
        <pc:chgData name="Diptiman Dasgupta" userId="cc70979e9d4009ed" providerId="LiveId" clId="{B95E8DCF-F0E8-495E-BB40-50F48DD36E89}" dt="2025-08-28T06:54:45.182" v="5"/>
        <pc:sldMkLst>
          <pc:docMk/>
          <pc:sldMk cId="0" sldId="268"/>
        </pc:sldMkLst>
        <pc:spChg chg="mod">
          <ac:chgData name="Diptiman Dasgupta" userId="cc70979e9d4009ed" providerId="LiveId" clId="{B95E8DCF-F0E8-495E-BB40-50F48DD36E89}" dt="2025-08-28T06:54:45.182" v="5"/>
          <ac:spMkLst>
            <pc:docMk/>
            <pc:sldMk cId="0" sldId="268"/>
            <ac:spMk id="25" creationId="{1B4DBA2B-6119-082D-2148-2CD59D812100}"/>
          </ac:spMkLst>
        </pc:spChg>
      </pc:sldChg>
      <pc:sldChg chg="modSp add">
        <pc:chgData name="Diptiman Dasgupta" userId="cc70979e9d4009ed" providerId="LiveId" clId="{B95E8DCF-F0E8-495E-BB40-50F48DD36E89}" dt="2025-08-28T06:54:45.182" v="5"/>
        <pc:sldMkLst>
          <pc:docMk/>
          <pc:sldMk cId="0" sldId="269"/>
        </pc:sldMkLst>
        <pc:spChg chg="mod">
          <ac:chgData name="Diptiman Dasgupta" userId="cc70979e9d4009ed" providerId="LiveId" clId="{B95E8DCF-F0E8-495E-BB40-50F48DD36E89}" dt="2025-08-28T06:54:45.182" v="5"/>
          <ac:spMkLst>
            <pc:docMk/>
            <pc:sldMk cId="0" sldId="269"/>
            <ac:spMk id="60" creationId="{1BC1B9EB-05F1-14CA-C01E-B4B7B8001ABE}"/>
          </ac:spMkLst>
        </pc:spChg>
      </pc:sldChg>
      <pc:sldChg chg="modSp add">
        <pc:chgData name="Diptiman Dasgupta" userId="cc70979e9d4009ed" providerId="LiveId" clId="{B95E8DCF-F0E8-495E-BB40-50F48DD36E89}" dt="2025-08-28T06:53:42.346" v="4"/>
        <pc:sldMkLst>
          <pc:docMk/>
          <pc:sldMk cId="2981009945" sldId="276"/>
        </pc:sldMkLst>
        <pc:spChg chg="mod">
          <ac:chgData name="Diptiman Dasgupta" userId="cc70979e9d4009ed" providerId="LiveId" clId="{B95E8DCF-F0E8-495E-BB40-50F48DD36E89}" dt="2025-08-28T06:53:42.346" v="4"/>
          <ac:spMkLst>
            <pc:docMk/>
            <pc:sldMk cId="2981009945" sldId="276"/>
            <ac:spMk id="5" creationId="{E32A40FF-3589-5993-CF60-001F842C9085}"/>
          </ac:spMkLst>
        </pc:spChg>
      </pc:sldChg>
      <pc:sldChg chg="modSp add">
        <pc:chgData name="Diptiman Dasgupta" userId="cc70979e9d4009ed" providerId="LiveId" clId="{B95E8DCF-F0E8-495E-BB40-50F48DD36E89}" dt="2025-08-28T06:53:20.947" v="3"/>
        <pc:sldMkLst>
          <pc:docMk/>
          <pc:sldMk cId="3931528971" sldId="277"/>
        </pc:sldMkLst>
        <pc:spChg chg="mod">
          <ac:chgData name="Diptiman Dasgupta" userId="cc70979e9d4009ed" providerId="LiveId" clId="{B95E8DCF-F0E8-495E-BB40-50F48DD36E89}" dt="2025-08-28T06:53:20.947" v="3"/>
          <ac:spMkLst>
            <pc:docMk/>
            <pc:sldMk cId="3931528971" sldId="277"/>
            <ac:spMk id="5" creationId="{42E70354-0F4A-8EF7-89FA-C0464A2709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ECE75-F643-4207-AB50-BA59A5D08D9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C77FF-50DE-42D3-9BB7-AC518EAAA7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86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C77FF-50DE-42D3-9BB7-AC518EAAA72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4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FF0F-7E8B-00D6-6C32-0C893E826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6AC95-5EAA-14B4-2487-3370759CF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A4F8F-A1C3-3CB8-FA1D-E11C9987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9CF6-6CFE-EB18-25C4-6C915ECE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D5CE5-905F-02D5-6D1D-3BB9B57B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5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E1B0-509E-BD4A-1F89-E25F9AF1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E57B-FBA0-F76E-ED6E-F793B2E61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CE10E-CD11-8ED6-C5B5-66C24AF5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D37D4-EDA7-35F5-4D01-625EC6126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B117A-E472-A79C-E5A9-E004A2A0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66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6300-328B-6ED7-3295-C40245C0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09BA6-BDC2-483B-CE0E-270063ECF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458A-7DDB-64AB-0D5C-6C64D44C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FAF0D-78D2-86DC-0197-42506A43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6812-8259-B946-C8A4-5E8D192B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5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E0F0-2C2F-5C22-7110-CA03755B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1378-7E5D-D157-1ABB-F5D90BCE7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791C6-99F4-1A0B-D7FD-EA6A4C028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AB493-469C-F287-B06C-BA11A610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AD88E-F11C-A44A-BC53-A3363CF1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829A7-E3F9-A50B-6901-406383FF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83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1E1F-334E-36C1-2A8A-60C6F5C8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32A22-1B2B-3E7C-B702-067D753B6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84CFF-0E53-A81E-58B7-2A44D6C3E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93D03-65C2-FDD0-235C-7023923A2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29FF5-7F5E-4061-8F25-AF695CA3C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A6A804-56BE-CB4E-02A1-3591649EF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16E90-40AE-9316-D14B-AC4B48F8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37C77A-892F-2601-3DDE-E5A8DDE4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69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1983-23E2-8D80-F0E1-87C78A57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F8A79-0126-B84C-0E80-A7D31F7A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F2C12-D0E3-C539-8BEC-2CE5B13A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5C006-2FAE-AB35-E149-D668735B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30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DE0392-1206-6A39-4DB2-A6FA6F20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B8D46-9C75-B98E-D6F5-7DB5741E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6AD68-AEE3-44A7-B57B-5DC24268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42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3FF56-AB84-BC22-5761-2CAB8718C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70FF-C1D4-6BFC-C646-1A9A125C6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82CB4-DDA5-3931-A685-D8C8B1B56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0FFE-BC15-67B5-CF03-883E1598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DBDDD-D36B-F2F8-F442-4452F937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B1D1D-9B1E-F762-FC25-EAC47988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0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A1B3-E06D-AB68-C0FC-60A3E007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A72E8-E0AD-E4E6-A7BC-1EA55AC47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C358C-9F01-9E78-0C28-838D1CC84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ABBF4-7DF9-99A6-27F5-E69AE16A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A4C49-1C35-C891-A60E-4AD8FA09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B4D88-2068-0F29-D2E5-585E025F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3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096F-DA34-9C61-6205-D977202F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56F65-E8FE-0AB8-1ADF-D3E8C9F83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C849-6E2A-561A-318A-C59BB1DA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07851-3A94-3DE9-CA25-DA3AE1E8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C2C74-6777-7731-F631-29092B83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56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27582-D6E2-00C6-E8E1-A5624B78F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FD723-98E1-D8A5-62C0-74F091E08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098DA-95DE-651A-9F5B-7D7E6C2F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A2826-A447-BDF2-4389-ADA87B60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9FE1A-57BB-3811-9561-87B72BC7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96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8FCC6-1CE7-241C-D39D-99D4AE783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DF67F-4E7C-B000-B280-CCA8D783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330E8-D7FB-E65F-885B-87EA2D01A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E2AED-4995-4DC5-8221-2CBAF17C00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4789B-8D3C-1212-B357-F2D8B3EF1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7C55-C0F5-1AC5-F0BC-1F48FCE4F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CA20C-8D9E-4C0A-A9BC-A7B50B76A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90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6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9.svg"/><Relationship Id="rId24" Type="http://schemas.openxmlformats.org/officeDocument/2006/relationships/image" Target="../media/image12.pn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10" Type="http://schemas.openxmlformats.org/officeDocument/2006/relationships/image" Target="../media/image5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4.png"/><Relationship Id="rId7" Type="http://schemas.openxmlformats.org/officeDocument/2006/relationships/image" Target="../media/image4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3038" y="3276600"/>
            <a:ext cx="5166360" cy="709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4450" b="1" spc="-250" dirty="0" smtClean="0">
                <a:solidFill>
                  <a:srgbClr val="1A365C"/>
                </a:solidFill>
                <a:latin typeface="Montserrat"/>
                <a:cs typeface="Montserrat"/>
              </a:rPr>
              <a:t>[</a:t>
            </a:r>
            <a:r>
              <a:rPr lang="en-US" sz="4450" b="1" spc="-250" dirty="0" smtClean="0">
                <a:solidFill>
                  <a:srgbClr val="1A365C"/>
                </a:solidFill>
                <a:latin typeface="Montserrat"/>
                <a:cs typeface="Montserrat"/>
              </a:rPr>
              <a:t>IEM Brand Store]</a:t>
            </a:r>
            <a:endParaRPr sz="4450" dirty="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146" y="4142918"/>
            <a:ext cx="3643629" cy="14253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spcBef>
                <a:spcPts val="114"/>
              </a:spcBef>
            </a:pPr>
            <a:r>
              <a:rPr sz="2000" spc="-130" dirty="0" smtClean="0">
                <a:solidFill>
                  <a:srgbClr val="4A5467"/>
                </a:solidFill>
                <a:latin typeface="Montserrat Medium"/>
                <a:cs typeface="Montserrat Medium"/>
              </a:rPr>
              <a:t>[</a:t>
            </a:r>
            <a:r>
              <a:rPr lang="en-US" sz="2000" spc="-130" dirty="0" smtClean="0">
                <a:solidFill>
                  <a:srgbClr val="4A5467"/>
                </a:solidFill>
                <a:latin typeface="Montserrat Medium"/>
                <a:cs typeface="Montserrat Medium"/>
              </a:rPr>
              <a:t>Light </a:t>
            </a:r>
            <a:r>
              <a:rPr lang="en-US" sz="2000" spc="-130" dirty="0" err="1" smtClean="0">
                <a:solidFill>
                  <a:srgbClr val="4A5467"/>
                </a:solidFill>
                <a:latin typeface="Montserrat Medium"/>
                <a:cs typeface="Montserrat Medium"/>
              </a:rPr>
              <a:t>ingup</a:t>
            </a:r>
            <a:r>
              <a:rPr lang="en-US" sz="2000" spc="-130" dirty="0" smtClean="0">
                <a:solidFill>
                  <a:srgbClr val="4A5467"/>
                </a:solidFill>
                <a:latin typeface="Montserrat Medium"/>
                <a:cs typeface="Montserrat Medium"/>
              </a:rPr>
              <a:t> the IEM </a:t>
            </a:r>
            <a:r>
              <a:rPr lang="en-US" sz="2000" spc="-130" dirty="0" err="1" smtClean="0">
                <a:solidFill>
                  <a:srgbClr val="4A5467"/>
                </a:solidFill>
                <a:latin typeface="Montserrat Medium"/>
                <a:cs typeface="Montserrat Medium"/>
              </a:rPr>
              <a:t>nostalgia,forever</a:t>
            </a:r>
            <a:r>
              <a:rPr lang="en-US" sz="2000" spc="-130" dirty="0" smtClean="0">
                <a:solidFill>
                  <a:srgbClr val="4A5467"/>
                </a:solidFill>
                <a:latin typeface="Montserrat Medium"/>
                <a:cs typeface="Montserrat Medium"/>
              </a:rPr>
              <a:t>  </a:t>
            </a:r>
            <a:r>
              <a:rPr sz="2000" spc="-90" dirty="0" smtClean="0">
                <a:solidFill>
                  <a:srgbClr val="4A5467"/>
                </a:solidFill>
                <a:latin typeface="Montserrat Medium"/>
                <a:cs typeface="Montserrat Medium"/>
              </a:rPr>
              <a:t>]</a:t>
            </a:r>
            <a:endParaRPr sz="2000" dirty="0">
              <a:latin typeface="Montserrat Medium"/>
              <a:cs typeface="Montserrat Medium"/>
            </a:endParaRPr>
          </a:p>
          <a:p>
            <a:pPr>
              <a:spcBef>
                <a:spcPts val="790"/>
              </a:spcBef>
            </a:pPr>
            <a:endParaRPr dirty="0">
              <a:latin typeface="Montserrat Medium"/>
              <a:cs typeface="Montserrat Medium"/>
            </a:endParaRPr>
          </a:p>
          <a:p>
            <a:pPr algn="ctr">
              <a:spcBef>
                <a:spcPts val="5"/>
              </a:spcBef>
            </a:pPr>
            <a:r>
              <a:rPr sz="2700" b="1" spc="-185" dirty="0">
                <a:solidFill>
                  <a:srgbClr val="2D3748"/>
                </a:solidFill>
                <a:latin typeface="Montserrat SemiBold"/>
                <a:cs typeface="Montserrat SemiBold"/>
              </a:rPr>
              <a:t>Investor</a:t>
            </a:r>
            <a:r>
              <a:rPr sz="2700" b="1" spc="-50" dirty="0">
                <a:solidFill>
                  <a:srgbClr val="2D3748"/>
                </a:solidFill>
                <a:latin typeface="Montserrat SemiBold"/>
                <a:cs typeface="Montserrat SemiBold"/>
              </a:rPr>
              <a:t> </a:t>
            </a:r>
            <a:r>
              <a:rPr sz="2700" b="1" spc="-185" dirty="0">
                <a:solidFill>
                  <a:srgbClr val="2D3748"/>
                </a:solidFill>
                <a:latin typeface="Montserrat SemiBold"/>
                <a:cs typeface="Montserrat SemiBold"/>
              </a:rPr>
              <a:t>Pitch</a:t>
            </a:r>
            <a:r>
              <a:rPr sz="2700" b="1" spc="-50" dirty="0">
                <a:solidFill>
                  <a:srgbClr val="2D3748"/>
                </a:solidFill>
                <a:latin typeface="Montserrat SemiBold"/>
                <a:cs typeface="Montserrat SemiBold"/>
              </a:rPr>
              <a:t> </a:t>
            </a:r>
            <a:r>
              <a:rPr sz="2700" b="1" spc="-20" dirty="0">
                <a:solidFill>
                  <a:srgbClr val="2D3748"/>
                </a:solidFill>
                <a:latin typeface="Montserrat SemiBold"/>
                <a:cs typeface="Montserrat SemiBold"/>
              </a:rPr>
              <a:t>Deck</a:t>
            </a:r>
            <a:endParaRPr sz="2700" dirty="0">
              <a:latin typeface="Montserrat SemiBold"/>
              <a:cs typeface="Montserrat Semi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9123" y="5409351"/>
            <a:ext cx="3994150" cy="850233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algn="ctr">
              <a:spcBef>
                <a:spcPts val="970"/>
              </a:spcBef>
            </a:pPr>
            <a:r>
              <a:rPr sz="1450" spc="-105" dirty="0">
                <a:solidFill>
                  <a:srgbClr val="4A5467"/>
                </a:solidFill>
                <a:latin typeface="Montserrat"/>
                <a:cs typeface="Montserrat"/>
              </a:rPr>
              <a:t>Prepared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60" dirty="0">
                <a:solidFill>
                  <a:srgbClr val="4A5467"/>
                </a:solidFill>
                <a:latin typeface="Montserrat"/>
                <a:cs typeface="Montserrat"/>
              </a:rPr>
              <a:t>for:</a:t>
            </a:r>
            <a:r>
              <a:rPr sz="1450" spc="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 smtClean="0">
                <a:solidFill>
                  <a:srgbClr val="4A5467"/>
                </a:solidFill>
                <a:latin typeface="Montserrat"/>
                <a:cs typeface="Montserrat"/>
              </a:rPr>
              <a:t>[</a:t>
            </a:r>
            <a:r>
              <a:rPr sz="1450" spc="20" dirty="0" smtClean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" dirty="0" smtClean="0">
                <a:solidFill>
                  <a:srgbClr val="4A5467"/>
                </a:solidFill>
                <a:latin typeface="Montserrat"/>
                <a:cs typeface="Montserrat"/>
              </a:rPr>
              <a:t>Name/Group]</a:t>
            </a:r>
            <a:endParaRPr sz="1450" dirty="0">
              <a:latin typeface="Montserrat"/>
              <a:cs typeface="Montserrat"/>
            </a:endParaRPr>
          </a:p>
          <a:p>
            <a:pPr algn="ctr">
              <a:spcBef>
                <a:spcPts val="810"/>
              </a:spcBef>
            </a:pPr>
            <a:r>
              <a:rPr sz="1300" spc="-70" dirty="0">
                <a:solidFill>
                  <a:srgbClr val="708095"/>
                </a:solidFill>
                <a:latin typeface="Montserrat"/>
                <a:cs typeface="Montserrat"/>
              </a:rPr>
              <a:t>Presented</a:t>
            </a:r>
            <a:r>
              <a:rPr sz="1300" spc="-1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708095"/>
                </a:solidFill>
                <a:latin typeface="Montserrat"/>
                <a:cs typeface="Montserrat"/>
              </a:rPr>
              <a:t>by:</a:t>
            </a:r>
            <a:r>
              <a:rPr sz="1300" spc="-1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300" spc="-75" dirty="0" smtClean="0">
                <a:solidFill>
                  <a:srgbClr val="708095"/>
                </a:solidFill>
                <a:latin typeface="Montserrat"/>
                <a:cs typeface="Montserrat"/>
              </a:rPr>
              <a:t>[</a:t>
            </a:r>
            <a:r>
              <a:rPr lang="en-US" sz="1300" spc="-75" dirty="0" err="1" smtClean="0">
                <a:solidFill>
                  <a:srgbClr val="708095"/>
                </a:solidFill>
                <a:latin typeface="Montserrat"/>
                <a:cs typeface="Montserrat"/>
              </a:rPr>
              <a:t>Dr</a:t>
            </a:r>
            <a:r>
              <a:rPr lang="en-US" sz="1300" spc="-75" dirty="0" smtClean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lang="en-US" sz="1300" spc="-75" dirty="0" err="1" smtClean="0">
                <a:solidFill>
                  <a:srgbClr val="708095"/>
                </a:solidFill>
                <a:latin typeface="Montserrat"/>
                <a:cs typeface="Montserrat"/>
              </a:rPr>
              <a:t>Subrata</a:t>
            </a:r>
            <a:r>
              <a:rPr lang="en-US" sz="1300" spc="-75" smtClean="0">
                <a:solidFill>
                  <a:srgbClr val="708095"/>
                </a:solidFill>
                <a:latin typeface="Montserrat"/>
                <a:cs typeface="Montserrat"/>
              </a:rPr>
              <a:t> Chattopadhyay</a:t>
            </a:r>
            <a:r>
              <a:rPr sz="1300" spc="-80" smtClean="0">
                <a:solidFill>
                  <a:srgbClr val="708095"/>
                </a:solidFill>
                <a:latin typeface="Montserrat"/>
                <a:cs typeface="Montserrat"/>
              </a:rPr>
              <a:t>/Team</a:t>
            </a:r>
            <a:r>
              <a:rPr sz="1300" spc="-80" dirty="0">
                <a:solidFill>
                  <a:srgbClr val="708095"/>
                </a:solidFill>
                <a:latin typeface="Montserrat"/>
                <a:cs typeface="Montserrat"/>
              </a:rPr>
              <a:t>]</a:t>
            </a:r>
            <a:r>
              <a:rPr sz="1300" spc="-1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300" dirty="0">
                <a:solidFill>
                  <a:srgbClr val="708095"/>
                </a:solidFill>
                <a:latin typeface="Montserrat"/>
                <a:cs typeface="Montserrat"/>
              </a:rPr>
              <a:t>|</a:t>
            </a:r>
            <a:r>
              <a:rPr sz="1300" spc="-1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708095"/>
                </a:solidFill>
                <a:latin typeface="Montserrat"/>
                <a:cs typeface="Montserrat"/>
              </a:rPr>
              <a:t>[Month</a:t>
            </a:r>
            <a:r>
              <a:rPr sz="1300" spc="-1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708095"/>
                </a:solidFill>
                <a:latin typeface="Montserrat"/>
                <a:cs typeface="Montserrat"/>
              </a:rPr>
              <a:t>Day,</a:t>
            </a:r>
            <a:r>
              <a:rPr sz="1300" spc="-10" dirty="0">
                <a:solidFill>
                  <a:srgbClr val="708095"/>
                </a:solidFill>
                <a:latin typeface="Montserrat"/>
                <a:cs typeface="Montserrat"/>
              </a:rPr>
              <a:t> Year]</a:t>
            </a:r>
            <a:endParaRPr sz="1300" dirty="0">
              <a:latin typeface="Montserrat"/>
              <a:cs typeface="Montserra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50605-6C6B-23C8-9C89-968D2A5658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1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500" baseline="8333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D28542E-573C-FF06-D2B6-94FE2421C30A}"/>
              </a:ext>
            </a:extLst>
          </p:cNvPr>
          <p:cNvSpPr/>
          <p:nvPr/>
        </p:nvSpPr>
        <p:spPr>
          <a:xfrm>
            <a:off x="89452" y="139148"/>
            <a:ext cx="12026348" cy="616226"/>
          </a:xfrm>
          <a:prstGeom prst="round2Same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694D0-8BD3-FD19-69D3-E86A43CE0F6F}"/>
              </a:ext>
            </a:extLst>
          </p:cNvPr>
          <p:cNvSpPr txBox="1"/>
          <p:nvPr/>
        </p:nvSpPr>
        <p:spPr>
          <a:xfrm>
            <a:off x="440049" y="293372"/>
            <a:ext cx="3268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Idea Title</a:t>
            </a:r>
            <a:r>
              <a:rPr lang="en-IN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IN" sz="1400" dirty="0" smtClean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[</a:t>
            </a:r>
            <a:r>
              <a:rPr lang="en-US" sz="1200" dirty="0" smtClean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Nostalgic memoirs</a:t>
            </a:r>
            <a:r>
              <a:rPr lang="en-IN" sz="1400" dirty="0" smtClean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]</a:t>
            </a:r>
            <a:endParaRPr lang="en-IN" sz="1400" dirty="0">
              <a:solidFill>
                <a:schemeClr val="bg1">
                  <a:lumMod val="8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F8C33-F66F-8E4A-C9C7-6439F6FCF2BC}"/>
              </a:ext>
            </a:extLst>
          </p:cNvPr>
          <p:cNvSpPr txBox="1"/>
          <p:nvPr/>
        </p:nvSpPr>
        <p:spPr>
          <a:xfrm>
            <a:off x="7347727" y="302181"/>
            <a:ext cx="1600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 Status: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00AA4C-EB66-D7D9-5529-455F21DF38A9}"/>
              </a:ext>
            </a:extLst>
          </p:cNvPr>
          <p:cNvSpPr/>
          <p:nvPr/>
        </p:nvSpPr>
        <p:spPr>
          <a:xfrm>
            <a:off x="8626255" y="356627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29AD148-5BD3-9B6B-040A-CA74414B4D9D}"/>
              </a:ext>
            </a:extLst>
          </p:cNvPr>
          <p:cNvSpPr/>
          <p:nvPr/>
        </p:nvSpPr>
        <p:spPr>
          <a:xfrm>
            <a:off x="-636534" y="6027033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4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74F6BFB-6520-39C9-A967-3B74702B6C9C}"/>
              </a:ext>
            </a:extLst>
          </p:cNvPr>
          <p:cNvSpPr/>
          <p:nvPr/>
        </p:nvSpPr>
        <p:spPr>
          <a:xfrm>
            <a:off x="-636534" y="628390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4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557CD2C-42FB-FE8A-46CC-8272111F4DCB}"/>
              </a:ext>
            </a:extLst>
          </p:cNvPr>
          <p:cNvSpPr/>
          <p:nvPr/>
        </p:nvSpPr>
        <p:spPr>
          <a:xfrm>
            <a:off x="-636534" y="5754395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b="1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2A43337-93C7-B613-F0A6-E5AD84FFEDC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036" y="256558"/>
            <a:ext cx="831572" cy="449265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0188D09-E78A-2F93-889D-00CB82839EE0}"/>
              </a:ext>
            </a:extLst>
          </p:cNvPr>
          <p:cNvGrpSpPr/>
          <p:nvPr/>
        </p:nvGrpSpPr>
        <p:grpSpPr>
          <a:xfrm>
            <a:off x="119122" y="2784936"/>
            <a:ext cx="6102341" cy="1301475"/>
            <a:chOff x="89452" y="2495945"/>
            <a:chExt cx="5886695" cy="13014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B5F8AD8-74D3-2141-38F4-A6F3DC44B800}"/>
                </a:ext>
              </a:extLst>
            </p:cNvPr>
            <p:cNvGrpSpPr/>
            <p:nvPr/>
          </p:nvGrpSpPr>
          <p:grpSpPr>
            <a:xfrm>
              <a:off x="89452" y="2495945"/>
              <a:ext cx="5886695" cy="1301475"/>
              <a:chOff x="182874" y="4475117"/>
              <a:chExt cx="6281194" cy="1301475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B7066D5-BBEF-24CD-630C-B65B984620A9}"/>
                  </a:ext>
                </a:extLst>
              </p:cNvPr>
              <p:cNvSpPr/>
              <p:nvPr/>
            </p:nvSpPr>
            <p:spPr>
              <a:xfrm>
                <a:off x="188795" y="4793785"/>
                <a:ext cx="6275273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Will ensure availability 24*7 globally</a:t>
                </a:r>
                <a:endParaRPr lang="en-IN" sz="1200" dirty="0"/>
              </a:p>
            </p:txBody>
          </p:sp>
          <p:sp>
            <p:nvSpPr>
              <p:cNvPr id="9" name="Rectangle: Top Corners Rounded 8">
                <a:extLst>
                  <a:ext uri="{FF2B5EF4-FFF2-40B4-BE49-F238E27FC236}">
                    <a16:creationId xmlns:a16="http://schemas.microsoft.com/office/drawing/2014/main" id="{766FEC03-1962-8A47-841F-79A3D8E892F2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Proposed solution</a:t>
                </a:r>
              </a:p>
            </p:txBody>
          </p:sp>
        </p:grpSp>
        <p:pic>
          <p:nvPicPr>
            <p:cNvPr id="19" name="Graphic 18" descr="Gears">
              <a:extLst>
                <a:ext uri="{FF2B5EF4-FFF2-40B4-BE49-F238E27FC236}">
                  <a16:creationId xmlns:a16="http://schemas.microsoft.com/office/drawing/2014/main" id="{7B64B2F4-D318-6882-5AE4-2F3395D6B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4497" y="2527358"/>
              <a:ext cx="295706" cy="29570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C17DC96-8983-226C-6F89-6D0697F989A8}"/>
              </a:ext>
            </a:extLst>
          </p:cNvPr>
          <p:cNvGrpSpPr/>
          <p:nvPr/>
        </p:nvGrpSpPr>
        <p:grpSpPr>
          <a:xfrm>
            <a:off x="107589" y="919080"/>
            <a:ext cx="6068667" cy="443343"/>
            <a:chOff x="89453" y="4222126"/>
            <a:chExt cx="6068667" cy="443343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C99D14D-F3E0-E6C5-A2A3-95A802CB6907}"/>
                </a:ext>
              </a:extLst>
            </p:cNvPr>
            <p:cNvSpPr/>
            <p:nvPr/>
          </p:nvSpPr>
          <p:spPr>
            <a:xfrm>
              <a:off x="89453" y="4222126"/>
              <a:ext cx="1796498" cy="443343"/>
            </a:xfrm>
            <a:prstGeom prst="roundRect">
              <a:avLst>
                <a:gd name="adj" fmla="val 1019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1">
                      <a:lumMod val="75000"/>
                    </a:schemeClr>
                  </a:solidFill>
                </a:rPr>
                <a:t>Idea Source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81D0535-6818-3ED2-6F73-2AD9A7435826}"/>
                </a:ext>
              </a:extLst>
            </p:cNvPr>
            <p:cNvSpPr/>
            <p:nvPr/>
          </p:nvSpPr>
          <p:spPr>
            <a:xfrm>
              <a:off x="1775378" y="4222126"/>
              <a:ext cx="4382742" cy="443343"/>
            </a:xfrm>
            <a:prstGeom prst="roundRect">
              <a:avLst>
                <a:gd name="adj" fmla="val 10196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dirty="0">
                  <a:solidFill>
                    <a:schemeClr val="tx1"/>
                  </a:solidFill>
                </a:rPr>
                <a:t>Hackathon, </a:t>
              </a:r>
              <a:r>
                <a:rPr lang="en-IN" sz="1200" dirty="0" err="1">
                  <a:solidFill>
                    <a:schemeClr val="tx1"/>
                  </a:solidFill>
                </a:rPr>
                <a:t>ideathon</a:t>
              </a:r>
              <a:r>
                <a:rPr lang="en-IN" sz="1200" dirty="0">
                  <a:solidFill>
                    <a:schemeClr val="tx1"/>
                  </a:solidFill>
                </a:rPr>
                <a:t>, E-Bengal Summit etc</a:t>
              </a:r>
              <a:r>
                <a:rPr lang="en-IN" sz="1400" b="1" dirty="0">
                  <a:solidFill>
                    <a:schemeClr val="tx1"/>
                  </a:solidFill>
                </a:rPr>
                <a:t>.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pic>
          <p:nvPicPr>
            <p:cNvPr id="58" name="Graphic 57" descr="Connections">
              <a:extLst>
                <a:ext uri="{FF2B5EF4-FFF2-40B4-BE49-F238E27FC236}">
                  <a16:creationId xmlns:a16="http://schemas.microsoft.com/office/drawing/2014/main" id="{3DCC90F8-6132-988E-5EC3-225919D10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8611" y="4324448"/>
              <a:ext cx="306539" cy="306539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8E026B2-A25D-C9DD-2761-5F6BD30A099C}"/>
              </a:ext>
            </a:extLst>
          </p:cNvPr>
          <p:cNvGrpSpPr/>
          <p:nvPr/>
        </p:nvGrpSpPr>
        <p:grpSpPr>
          <a:xfrm>
            <a:off x="119580" y="919080"/>
            <a:ext cx="6039454" cy="443343"/>
            <a:chOff x="89453" y="4222126"/>
            <a:chExt cx="6068667" cy="44334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495A8CB3-C852-0165-E81A-2F701E3DC220}"/>
                </a:ext>
              </a:extLst>
            </p:cNvPr>
            <p:cNvSpPr/>
            <p:nvPr/>
          </p:nvSpPr>
          <p:spPr>
            <a:xfrm>
              <a:off x="89453" y="4222126"/>
              <a:ext cx="1796498" cy="443343"/>
            </a:xfrm>
            <a:prstGeom prst="roundRect">
              <a:avLst>
                <a:gd name="adj" fmla="val 1019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1">
                      <a:lumMod val="50000"/>
                    </a:schemeClr>
                  </a:solidFill>
                </a:rPr>
                <a:t>Idea Source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3EF140EA-64AC-76CB-9EEE-967EE1613425}"/>
                </a:ext>
              </a:extLst>
            </p:cNvPr>
            <p:cNvSpPr/>
            <p:nvPr/>
          </p:nvSpPr>
          <p:spPr>
            <a:xfrm>
              <a:off x="1775378" y="4222126"/>
              <a:ext cx="4382742" cy="443343"/>
            </a:xfrm>
            <a:prstGeom prst="roundRect">
              <a:avLst>
                <a:gd name="adj" fmla="val 10196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dirty="0">
                  <a:solidFill>
                    <a:schemeClr val="tx1"/>
                  </a:solidFill>
                </a:rPr>
                <a:t>Hackathon, </a:t>
              </a:r>
              <a:r>
                <a:rPr lang="en-IN" sz="1200" dirty="0" err="1">
                  <a:solidFill>
                    <a:schemeClr val="tx1"/>
                  </a:solidFill>
                </a:rPr>
                <a:t>ideathon</a:t>
              </a:r>
              <a:r>
                <a:rPr lang="en-IN" sz="1200" dirty="0">
                  <a:solidFill>
                    <a:schemeClr val="tx1"/>
                  </a:solidFill>
                </a:rPr>
                <a:t>, E-Bengal Summit etc</a:t>
              </a:r>
              <a:r>
                <a:rPr lang="en-IN" sz="1400" b="1" dirty="0">
                  <a:solidFill>
                    <a:schemeClr val="tx1"/>
                  </a:solidFill>
                </a:rPr>
                <a:t>.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pic>
          <p:nvPicPr>
            <p:cNvPr id="77" name="Graphic 76" descr="Connections">
              <a:extLst>
                <a:ext uri="{FF2B5EF4-FFF2-40B4-BE49-F238E27FC236}">
                  <a16:creationId xmlns:a16="http://schemas.microsoft.com/office/drawing/2014/main" id="{1A5570D2-726C-6938-524F-36F6ADA70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8611" y="4324448"/>
              <a:ext cx="306539" cy="306539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C8A9048-4D72-2647-2889-62C44B474C88}"/>
              </a:ext>
            </a:extLst>
          </p:cNvPr>
          <p:cNvGrpSpPr/>
          <p:nvPr/>
        </p:nvGrpSpPr>
        <p:grpSpPr>
          <a:xfrm>
            <a:off x="108502" y="1434748"/>
            <a:ext cx="6058728" cy="1300738"/>
            <a:chOff x="119579" y="1464745"/>
            <a:chExt cx="6058728" cy="1300738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F3F6EC5-2850-75B7-F2C5-7FC8F9FB772C}"/>
                </a:ext>
              </a:extLst>
            </p:cNvPr>
            <p:cNvGrpSpPr/>
            <p:nvPr/>
          </p:nvGrpSpPr>
          <p:grpSpPr>
            <a:xfrm>
              <a:off x="119579" y="1464745"/>
              <a:ext cx="6058728" cy="1300738"/>
              <a:chOff x="182874" y="4475117"/>
              <a:chExt cx="6236303" cy="1300738"/>
            </a:xfrm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D6538042-2C9B-81CB-86A0-04B3A187BA2D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There is no memorabilia store in many Institutions or umbrella site wherein its available for global alumni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: Top Corners Rounded 81">
                <a:extLst>
                  <a:ext uri="{FF2B5EF4-FFF2-40B4-BE49-F238E27FC236}">
                    <a16:creationId xmlns:a16="http://schemas.microsoft.com/office/drawing/2014/main" id="{D5D362C6-E147-D67B-55D2-92B4603ECAEE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Problem Statement</a:t>
                </a:r>
              </a:p>
            </p:txBody>
          </p:sp>
        </p:grpSp>
        <p:pic>
          <p:nvPicPr>
            <p:cNvPr id="84" name="Graphic 83" descr="Question mark">
              <a:extLst>
                <a:ext uri="{FF2B5EF4-FFF2-40B4-BE49-F238E27FC236}">
                  <a16:creationId xmlns:a16="http://schemas.microsoft.com/office/drawing/2014/main" id="{D7537294-9D33-91AC-D251-EE64B9191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0490" y="1519926"/>
              <a:ext cx="238542" cy="238542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B0A0A7D-2ACA-FBC7-7A14-DFE13138239B}"/>
              </a:ext>
            </a:extLst>
          </p:cNvPr>
          <p:cNvGrpSpPr/>
          <p:nvPr/>
        </p:nvGrpSpPr>
        <p:grpSpPr>
          <a:xfrm>
            <a:off x="6249464" y="3662051"/>
            <a:ext cx="5855781" cy="1300738"/>
            <a:chOff x="182874" y="4475117"/>
            <a:chExt cx="6236303" cy="1300738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CC07B2BD-C153-63D8-9AF1-96ACCF0984F9}"/>
                </a:ext>
              </a:extLst>
            </p:cNvPr>
            <p:cNvSpPr/>
            <p:nvPr/>
          </p:nvSpPr>
          <p:spPr>
            <a:xfrm>
              <a:off x="191311" y="4793048"/>
              <a:ext cx="6227866" cy="982807"/>
            </a:xfrm>
            <a:prstGeom prst="roundRect">
              <a:avLst>
                <a:gd name="adj" fmla="val 9588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i="1" dirty="0">
                  <a:solidFill>
                    <a:schemeClr val="tx1"/>
                  </a:solidFill>
                </a:rPr>
                <a:t>How easy/difficult is it to build an MVP? (High/Medium/Low).</a:t>
              </a:r>
              <a:endParaRPr lang="en-IN" sz="1200" dirty="0"/>
            </a:p>
          </p:txBody>
        </p:sp>
        <p:sp>
          <p:nvSpPr>
            <p:cNvPr id="108" name="Rectangle: Top Corners Rounded 107">
              <a:extLst>
                <a:ext uri="{FF2B5EF4-FFF2-40B4-BE49-F238E27FC236}">
                  <a16:creationId xmlns:a16="http://schemas.microsoft.com/office/drawing/2014/main" id="{6FA884BC-A872-C403-F60B-7B0233CE9EBF}"/>
                </a:ext>
              </a:extLst>
            </p:cNvPr>
            <p:cNvSpPr/>
            <p:nvPr/>
          </p:nvSpPr>
          <p:spPr>
            <a:xfrm>
              <a:off x="182874" y="4475117"/>
              <a:ext cx="6227866" cy="358532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600" b="1" dirty="0">
                  <a:solidFill>
                    <a:schemeClr val="accent1">
                      <a:lumMod val="75000"/>
                    </a:schemeClr>
                  </a:solidFill>
                </a:rPr>
                <a:t>      Implementation Feasibility</a:t>
              </a:r>
              <a:endParaRPr lang="en-IN" sz="16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AEEEFB9-A046-D699-22EA-65AEAD0A272E}"/>
              </a:ext>
            </a:extLst>
          </p:cNvPr>
          <p:cNvGrpSpPr/>
          <p:nvPr/>
        </p:nvGrpSpPr>
        <p:grpSpPr>
          <a:xfrm>
            <a:off x="117528" y="4133154"/>
            <a:ext cx="6058728" cy="1300738"/>
            <a:chOff x="117528" y="4133154"/>
            <a:chExt cx="6058728" cy="1300738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32402E8-E75C-DCB5-48F3-7A475B354862}"/>
                </a:ext>
              </a:extLst>
            </p:cNvPr>
            <p:cNvGrpSpPr/>
            <p:nvPr/>
          </p:nvGrpSpPr>
          <p:grpSpPr>
            <a:xfrm>
              <a:off x="117528" y="4133154"/>
              <a:ext cx="6058728" cy="1300738"/>
              <a:chOff x="182874" y="4475117"/>
              <a:chExt cx="6236303" cy="1300738"/>
            </a:xfrm>
          </p:grpSpPr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7F3E16C5-9FAC-0BBD-C306-395015C04E90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Buy orders from alumni and A2O (Available to order) model with no added inventory 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: Top Corners Rounded 92">
                <a:extLst>
                  <a:ext uri="{FF2B5EF4-FFF2-40B4-BE49-F238E27FC236}">
                    <a16:creationId xmlns:a16="http://schemas.microsoft.com/office/drawing/2014/main" id="{D50FC506-8799-E443-ED07-8665931A02E7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Business model</a:t>
                </a:r>
              </a:p>
            </p:txBody>
          </p:sp>
        </p:grpSp>
        <p:pic>
          <p:nvPicPr>
            <p:cNvPr id="120" name="Graphic 119" descr="Business Growth">
              <a:extLst>
                <a:ext uri="{FF2B5EF4-FFF2-40B4-BE49-F238E27FC236}">
                  <a16:creationId xmlns:a16="http://schemas.microsoft.com/office/drawing/2014/main" id="{0E4C1897-7AF7-6456-DCEA-6D5DDC43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2454" y="4163550"/>
              <a:ext cx="316373" cy="316373"/>
            </a:xfrm>
            <a:prstGeom prst="rect">
              <a:avLst/>
            </a:prstGeom>
          </p:spPr>
        </p:pic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F318302-AB24-D73C-2364-4AE8F53E208C}"/>
              </a:ext>
            </a:extLst>
          </p:cNvPr>
          <p:cNvGrpSpPr/>
          <p:nvPr/>
        </p:nvGrpSpPr>
        <p:grpSpPr>
          <a:xfrm>
            <a:off x="6236827" y="2297031"/>
            <a:ext cx="5855781" cy="1300738"/>
            <a:chOff x="6236827" y="2297031"/>
            <a:chExt cx="5855781" cy="1300738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D947AD09-196E-2887-F244-27D9AD506EC4}"/>
                </a:ext>
              </a:extLst>
            </p:cNvPr>
            <p:cNvGrpSpPr/>
            <p:nvPr/>
          </p:nvGrpSpPr>
          <p:grpSpPr>
            <a:xfrm>
              <a:off x="6236827" y="2297031"/>
              <a:ext cx="5855781" cy="1300738"/>
              <a:chOff x="182874" y="4475117"/>
              <a:chExt cx="6236303" cy="1300738"/>
            </a:xfrm>
          </p:grpSpPr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E470C04E-856C-7723-2536-63273DBDA4A4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err="1" smtClean="0">
                    <a:solidFill>
                      <a:schemeClr val="tx1"/>
                    </a:solidFill>
                  </a:rPr>
                  <a:t>Digiboard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, online, customized memento with AI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: Top Corners Rounded 97">
                <a:extLst>
                  <a:ext uri="{FF2B5EF4-FFF2-40B4-BE49-F238E27FC236}">
                    <a16:creationId xmlns:a16="http://schemas.microsoft.com/office/drawing/2014/main" id="{54349C2D-9C1C-15ED-441D-CFF60707B574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Technology / Innovation</a:t>
                </a:r>
              </a:p>
            </p:txBody>
          </p:sp>
        </p:grpSp>
        <p:pic>
          <p:nvPicPr>
            <p:cNvPr id="122" name="Graphic 121" descr="Robot">
              <a:extLst>
                <a:ext uri="{FF2B5EF4-FFF2-40B4-BE49-F238E27FC236}">
                  <a16:creationId xmlns:a16="http://schemas.microsoft.com/office/drawing/2014/main" id="{395B7177-3192-4A61-26C7-8F7CA139C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20138" y="2314221"/>
              <a:ext cx="321335" cy="321335"/>
            </a:xfrm>
            <a:prstGeom prst="rect">
              <a:avLst/>
            </a:prstGeom>
          </p:spPr>
        </p:pic>
      </p:grpSp>
      <p:pic>
        <p:nvPicPr>
          <p:cNvPr id="124" name="Graphic 123" descr="Arrow circle">
            <a:extLst>
              <a:ext uri="{FF2B5EF4-FFF2-40B4-BE49-F238E27FC236}">
                <a16:creationId xmlns:a16="http://schemas.microsoft.com/office/drawing/2014/main" id="{2CE995F4-208F-B647-DDC0-3F1D8B2B971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25100" y="3691892"/>
            <a:ext cx="316373" cy="316373"/>
          </a:xfrm>
          <a:prstGeom prst="rect">
            <a:avLst/>
          </a:prstGeom>
        </p:spPr>
      </p:pic>
      <p:pic>
        <p:nvPicPr>
          <p:cNvPr id="126" name="Graphic 125" descr="Lightbulb and gear">
            <a:extLst>
              <a:ext uri="{FF2B5EF4-FFF2-40B4-BE49-F238E27FC236}">
                <a16:creationId xmlns:a16="http://schemas.microsoft.com/office/drawing/2014/main" id="{3B6CEADB-831B-437A-289D-CE16B4F5CDD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6088" y="240523"/>
            <a:ext cx="367428" cy="367428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C41C1FA-6415-2E06-3D59-D9271ED3B8CC}"/>
              </a:ext>
            </a:extLst>
          </p:cNvPr>
          <p:cNvGrpSpPr/>
          <p:nvPr/>
        </p:nvGrpSpPr>
        <p:grpSpPr>
          <a:xfrm>
            <a:off x="6240543" y="5025606"/>
            <a:ext cx="5855781" cy="1622843"/>
            <a:chOff x="6240543" y="5025606"/>
            <a:chExt cx="5855781" cy="1622843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6686D6C-5CB1-0E5E-4C56-C0189E305133}"/>
                </a:ext>
              </a:extLst>
            </p:cNvPr>
            <p:cNvGrpSpPr/>
            <p:nvPr/>
          </p:nvGrpSpPr>
          <p:grpSpPr>
            <a:xfrm>
              <a:off x="6240543" y="5025606"/>
              <a:ext cx="5855781" cy="1622843"/>
              <a:chOff x="182874" y="4475117"/>
              <a:chExt cx="6236303" cy="1300738"/>
            </a:xfrm>
          </p:grpSpPr>
          <p:sp>
            <p:nvSpPr>
              <p:cNvPr id="112" name="Rectangle: Rounded Corners 111">
                <a:extLst>
                  <a:ext uri="{FF2B5EF4-FFF2-40B4-BE49-F238E27FC236}">
                    <a16:creationId xmlns:a16="http://schemas.microsoft.com/office/drawing/2014/main" id="{B3B81F36-9628-749A-4C5A-6125E8772AD0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One stop memento store with nostalgic vides of education days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Rectangle: Top Corners Rounded 112">
                <a:extLst>
                  <a:ext uri="{FF2B5EF4-FFF2-40B4-BE49-F238E27FC236}">
                    <a16:creationId xmlns:a16="http://schemas.microsoft.com/office/drawing/2014/main" id="{CBD656BE-4DDF-935A-AA5A-E4F31C74B24B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Potential impact</a:t>
                </a:r>
              </a:p>
            </p:txBody>
          </p:sp>
        </p:grpSp>
        <p:pic>
          <p:nvPicPr>
            <p:cNvPr id="128" name="Graphic 127" descr="Bullseye">
              <a:extLst>
                <a:ext uri="{FF2B5EF4-FFF2-40B4-BE49-F238E27FC236}">
                  <a16:creationId xmlns:a16="http://schemas.microsoft.com/office/drawing/2014/main" id="{51DCBEBF-EA10-1DBE-E3BF-F9AC21E26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320138" y="5103723"/>
              <a:ext cx="287136" cy="287136"/>
            </a:xfrm>
            <a:prstGeom prst="rect">
              <a:avLst/>
            </a:prstGeom>
          </p:spPr>
        </p:pic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D32762B-5E05-442F-0774-5F25B896ABB7}"/>
              </a:ext>
            </a:extLst>
          </p:cNvPr>
          <p:cNvGrpSpPr/>
          <p:nvPr/>
        </p:nvGrpSpPr>
        <p:grpSpPr>
          <a:xfrm>
            <a:off x="9173819" y="930937"/>
            <a:ext cx="2898602" cy="1300738"/>
            <a:chOff x="9173819" y="930937"/>
            <a:chExt cx="2898602" cy="1300738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5D5B921-3D90-3FAE-E5AD-AB28BEDF0E2D}"/>
                </a:ext>
              </a:extLst>
            </p:cNvPr>
            <p:cNvGrpSpPr/>
            <p:nvPr/>
          </p:nvGrpSpPr>
          <p:grpSpPr>
            <a:xfrm>
              <a:off x="9173819" y="930937"/>
              <a:ext cx="2898602" cy="1300738"/>
              <a:chOff x="182874" y="4475117"/>
              <a:chExt cx="6236303" cy="1300738"/>
            </a:xfrm>
          </p:grpSpPr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971A2BD7-072E-1099-2DE4-0EAD8E6B6AC0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 err="1" smtClean="0">
                    <a:solidFill>
                      <a:schemeClr val="tx1"/>
                    </a:solidFill>
                  </a:rPr>
                  <a:t>Dr</a:t>
                </a:r>
                <a:r>
                  <a:rPr lang="en-US" sz="1200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i="1" dirty="0" err="1" smtClean="0">
                    <a:solidFill>
                      <a:schemeClr val="tx1"/>
                    </a:solidFill>
                  </a:rPr>
                  <a:t>Subrata</a:t>
                </a:r>
                <a:r>
                  <a:rPr lang="en-US" sz="1200" i="1" dirty="0" smtClean="0">
                    <a:solidFill>
                      <a:schemeClr val="tx1"/>
                    </a:solidFill>
                  </a:rPr>
                  <a:t> Chattopadhyay, Mr. </a:t>
                </a:r>
                <a:r>
                  <a:rPr lang="en-US" sz="1200" i="1" dirty="0" err="1" smtClean="0">
                    <a:solidFill>
                      <a:schemeClr val="tx1"/>
                    </a:solidFill>
                  </a:rPr>
                  <a:t>Diptiman</a:t>
                </a:r>
                <a:r>
                  <a:rPr lang="en-US" sz="1200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i="1" dirty="0" err="1" smtClean="0">
                    <a:solidFill>
                      <a:schemeClr val="tx1"/>
                    </a:solidFill>
                  </a:rPr>
                  <a:t>Dasgupta</a:t>
                </a:r>
                <a:r>
                  <a:rPr lang="en-US" sz="1200" i="1" dirty="0" smtClean="0">
                    <a:solidFill>
                      <a:schemeClr val="tx1"/>
                    </a:solidFill>
                  </a:rPr>
                  <a:t>.</a:t>
                </a:r>
                <a:endParaRPr lang="en-IN" sz="1200" dirty="0"/>
              </a:p>
            </p:txBody>
          </p:sp>
          <p:sp>
            <p:nvSpPr>
              <p:cNvPr id="103" name="Rectangle: Top Corners Rounded 102">
                <a:extLst>
                  <a:ext uri="{FF2B5EF4-FFF2-40B4-BE49-F238E27FC236}">
                    <a16:creationId xmlns:a16="http://schemas.microsoft.com/office/drawing/2014/main" id="{7F9EE7EC-2478-49FA-ED2C-4A06A5F1A440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 </a:t>
                </a:r>
                <a:r>
                  <a:rPr lang="en-IN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Team members/ Contributor</a:t>
                </a:r>
              </a:p>
            </p:txBody>
          </p:sp>
        </p:grpSp>
        <p:pic>
          <p:nvPicPr>
            <p:cNvPr id="87" name="Graphic 86" descr="Users">
              <a:extLst>
                <a:ext uri="{FF2B5EF4-FFF2-40B4-BE49-F238E27FC236}">
                  <a16:creationId xmlns:a16="http://schemas.microsoft.com/office/drawing/2014/main" id="{4FB2BB92-9C5C-4E1A-9AA2-DA2D5E6F0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=""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39735" y="937997"/>
              <a:ext cx="346169" cy="358532"/>
            </a:xfrm>
            <a:prstGeom prst="rect">
              <a:avLst/>
            </a:prstGeom>
          </p:spPr>
        </p:pic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DCD6849-8C7C-DDDF-FFCE-88037C7F6008}"/>
              </a:ext>
            </a:extLst>
          </p:cNvPr>
          <p:cNvGrpSpPr/>
          <p:nvPr/>
        </p:nvGrpSpPr>
        <p:grpSpPr>
          <a:xfrm>
            <a:off x="6239846" y="931431"/>
            <a:ext cx="2856529" cy="1300738"/>
            <a:chOff x="6239846" y="931431"/>
            <a:chExt cx="2856529" cy="1300738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E5F8B02-36A6-2DC4-7CB6-C5E2BBE59C7F}"/>
                </a:ext>
              </a:extLst>
            </p:cNvPr>
            <p:cNvGrpSpPr/>
            <p:nvPr/>
          </p:nvGrpSpPr>
          <p:grpSpPr>
            <a:xfrm>
              <a:off x="6239846" y="931431"/>
              <a:ext cx="2856529" cy="1300738"/>
              <a:chOff x="182874" y="4475117"/>
              <a:chExt cx="6236303" cy="1300738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C4A10710-5244-45E3-4F1B-2F26099BE83F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Institute alumni present students</a:t>
                </a:r>
                <a:endParaRPr lang="en-IN" sz="1200" dirty="0">
                  <a:solidFill>
                    <a:schemeClr val="tx1"/>
                  </a:solidFill>
                </a:endParaRPr>
              </a:p>
              <a:p>
                <a:endParaRPr lang="en-IN" sz="1200" dirty="0"/>
              </a:p>
            </p:txBody>
          </p:sp>
          <p:sp>
            <p:nvSpPr>
              <p:cNvPr id="73" name="Rectangle: Top Corners Rounded 72">
                <a:extLst>
                  <a:ext uri="{FF2B5EF4-FFF2-40B4-BE49-F238E27FC236}">
                    <a16:creationId xmlns:a16="http://schemas.microsoft.com/office/drawing/2014/main" id="{40709939-2A50-ABB8-2745-AF5B0AF7D389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Target Audience / Market</a:t>
                </a:r>
              </a:p>
            </p:txBody>
          </p:sp>
        </p:grpSp>
        <p:pic>
          <p:nvPicPr>
            <p:cNvPr id="130" name="Graphic 129" descr="Shopping cart">
              <a:extLst>
                <a:ext uri="{FF2B5EF4-FFF2-40B4-BE49-F238E27FC236}">
                  <a16:creationId xmlns:a16="http://schemas.microsoft.com/office/drawing/2014/main" id="{E30960A9-ED5A-B85F-CB7F-8E117A547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=""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341219" y="976419"/>
              <a:ext cx="300254" cy="300254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3CD985B-CCC6-76CB-E7AE-C2D6DE2C47BA}"/>
              </a:ext>
            </a:extLst>
          </p:cNvPr>
          <p:cNvGrpSpPr/>
          <p:nvPr/>
        </p:nvGrpSpPr>
        <p:grpSpPr>
          <a:xfrm>
            <a:off x="6249849" y="3631383"/>
            <a:ext cx="5855781" cy="1300738"/>
            <a:chOff x="6249849" y="3631383"/>
            <a:chExt cx="5855781" cy="1300738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7FC1167-BA83-85F7-32E4-6BEC40E97A19}"/>
                </a:ext>
              </a:extLst>
            </p:cNvPr>
            <p:cNvGrpSpPr/>
            <p:nvPr/>
          </p:nvGrpSpPr>
          <p:grpSpPr>
            <a:xfrm>
              <a:off x="6249849" y="3631383"/>
              <a:ext cx="5855781" cy="1300738"/>
              <a:chOff x="182874" y="4475117"/>
              <a:chExt cx="6236303" cy="1300738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85D6EBD9-B414-6867-0888-2AF25EF1D8DD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Medium, need to partner with Institutions on win-win basis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Rectangle: Top Corners Rounded 135">
                <a:extLst>
                  <a:ext uri="{FF2B5EF4-FFF2-40B4-BE49-F238E27FC236}">
                    <a16:creationId xmlns:a16="http://schemas.microsoft.com/office/drawing/2014/main" id="{A72E9822-7C81-89D2-AAF6-67E314E3FD77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Implementation Feasibility</a:t>
                </a:r>
              </a:p>
            </p:txBody>
          </p:sp>
        </p:grpSp>
        <p:pic>
          <p:nvPicPr>
            <p:cNvPr id="137" name="Graphic 136" descr="Arrow circle">
              <a:extLst>
                <a:ext uri="{FF2B5EF4-FFF2-40B4-BE49-F238E27FC236}">
                  <a16:creationId xmlns:a16="http://schemas.microsoft.com/office/drawing/2014/main" id="{0327BA3C-72CD-594C-D272-E1D4C7636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325485" y="3661224"/>
              <a:ext cx="316373" cy="316373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D386C77-75DA-5B73-9A86-80299ED2CED6}"/>
              </a:ext>
            </a:extLst>
          </p:cNvPr>
          <p:cNvGrpSpPr/>
          <p:nvPr/>
        </p:nvGrpSpPr>
        <p:grpSpPr>
          <a:xfrm>
            <a:off x="116699" y="5459548"/>
            <a:ext cx="6042334" cy="1188902"/>
            <a:chOff x="116699" y="5459548"/>
            <a:chExt cx="6042334" cy="1188902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C953DC8-43FF-62DE-EE0E-A33D7D315185}"/>
                </a:ext>
              </a:extLst>
            </p:cNvPr>
            <p:cNvGrpSpPr/>
            <p:nvPr/>
          </p:nvGrpSpPr>
          <p:grpSpPr>
            <a:xfrm>
              <a:off x="116699" y="5520664"/>
              <a:ext cx="6042334" cy="1127786"/>
              <a:chOff x="182874" y="4475117"/>
              <a:chExt cx="6236303" cy="1300738"/>
            </a:xfrm>
          </p:grpSpPr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367794C1-BB02-FCDA-F56F-496A63089DA4}"/>
                  </a:ext>
                </a:extLst>
              </p:cNvPr>
              <p:cNvSpPr/>
              <p:nvPr/>
            </p:nvSpPr>
            <p:spPr>
              <a:xfrm>
                <a:off x="191311" y="4793048"/>
                <a:ext cx="6227866" cy="982807"/>
              </a:xfrm>
              <a:prstGeom prst="roundRect">
                <a:avLst>
                  <a:gd name="adj" fmla="val 958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i="1" dirty="0" smtClean="0">
                    <a:solidFill>
                      <a:schemeClr val="tx1"/>
                    </a:solidFill>
                  </a:rPr>
                  <a:t>Ideation phase</a:t>
                </a:r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tangle: Top Corners Rounded 117">
                <a:extLst>
                  <a:ext uri="{FF2B5EF4-FFF2-40B4-BE49-F238E27FC236}">
                    <a16:creationId xmlns:a16="http://schemas.microsoft.com/office/drawing/2014/main" id="{573750F0-0BAE-91EA-72C9-B7E9C92445A1}"/>
                  </a:ext>
                </a:extLst>
              </p:cNvPr>
              <p:cNvSpPr/>
              <p:nvPr/>
            </p:nvSpPr>
            <p:spPr>
              <a:xfrm>
                <a:off x="182874" y="4475117"/>
                <a:ext cx="6227866" cy="358532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en-IN" sz="1600" b="1" dirty="0">
                    <a:solidFill>
                      <a:schemeClr val="accent1">
                        <a:lumMod val="50000"/>
                      </a:schemeClr>
                    </a:solidFill>
                  </a:rPr>
                  <a:t>Current readiness</a:t>
                </a:r>
              </a:p>
            </p:txBody>
          </p:sp>
        </p:grpSp>
        <p:pic>
          <p:nvPicPr>
            <p:cNvPr id="141" name="Graphic 140" descr="Puzzle pieces">
              <a:extLst>
                <a:ext uri="{FF2B5EF4-FFF2-40B4-BE49-F238E27FC236}">
                  <a16:creationId xmlns:a16="http://schemas.microsoft.com/office/drawing/2014/main" id="{E27C31AF-1B10-DD77-BC12-18C539379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=""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92454" y="5459548"/>
              <a:ext cx="367428" cy="367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771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991457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340580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315" dirty="0"/>
              <a:t>Our</a:t>
            </a:r>
            <a:r>
              <a:rPr sz="3450" spc="-130" dirty="0"/>
              <a:t> </a:t>
            </a:r>
            <a:r>
              <a:rPr sz="3450" spc="-295" dirty="0"/>
              <a:t>Unique</a:t>
            </a:r>
            <a:r>
              <a:rPr sz="3450" spc="-114" dirty="0"/>
              <a:t> </a:t>
            </a:r>
            <a:r>
              <a:rPr sz="3450" spc="-254" dirty="0"/>
              <a:t>Solution</a:t>
            </a:r>
            <a:r>
              <a:rPr sz="3450" spc="-120" dirty="0"/>
              <a:t> </a:t>
            </a:r>
            <a:r>
              <a:rPr sz="3450" spc="-355" dirty="0"/>
              <a:t>&amp;</a:t>
            </a:r>
            <a:r>
              <a:rPr sz="3450" spc="-114" dirty="0"/>
              <a:t> </a:t>
            </a:r>
            <a:r>
              <a:rPr sz="3450" spc="-345" dirty="0"/>
              <a:t>Edge</a:t>
            </a:r>
            <a:endParaRPr sz="34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180635"/>
            <a:ext cx="171449" cy="1523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6899" y="1219201"/>
            <a:ext cx="6022340" cy="216979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>
              <a:spcBef>
                <a:spcPts val="1170"/>
              </a:spcBef>
            </a:pPr>
            <a:r>
              <a:rPr sz="1600" b="1" spc="-135" dirty="0">
                <a:solidFill>
                  <a:srgbClr val="2A6BB0"/>
                </a:solidFill>
                <a:latin typeface="Montserrat SemiBold"/>
                <a:cs typeface="Montserrat SemiBold"/>
              </a:rPr>
              <a:t>What</a:t>
            </a:r>
            <a:r>
              <a:rPr sz="1600" b="1" spc="-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30" dirty="0">
                <a:solidFill>
                  <a:srgbClr val="2A6BB0"/>
                </a:solidFill>
                <a:latin typeface="Montserrat SemiBold"/>
                <a:cs typeface="Montserrat SemiBold"/>
              </a:rPr>
              <a:t>Makes</a:t>
            </a:r>
            <a:r>
              <a:rPr sz="1600" b="1" spc="-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25" dirty="0">
                <a:solidFill>
                  <a:srgbClr val="2A6BB0"/>
                </a:solidFill>
                <a:latin typeface="Montserrat SemiBold"/>
                <a:cs typeface="Montserrat SemiBold"/>
              </a:rPr>
              <a:t>Us</a:t>
            </a:r>
            <a:r>
              <a:rPr sz="1600" b="1" spc="-1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0" dirty="0">
                <a:solidFill>
                  <a:srgbClr val="2A6BB0"/>
                </a:solidFill>
                <a:latin typeface="Montserrat SemiBold"/>
                <a:cs typeface="Montserrat SemiBold"/>
              </a:rPr>
              <a:t>Different</a:t>
            </a:r>
            <a:endParaRPr sz="1600" dirty="0">
              <a:latin typeface="Montserrat SemiBold"/>
              <a:cs typeface="Montserrat SemiBold"/>
            </a:endParaRPr>
          </a:p>
          <a:p>
            <a:pPr marL="12700" marR="5080">
              <a:lnSpc>
                <a:spcPct val="120700"/>
              </a:lnSpc>
              <a:spcBef>
                <a:spcPts val="570"/>
              </a:spcBef>
            </a:pP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Describe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what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10" dirty="0">
                <a:solidFill>
                  <a:srgbClr val="4A5467"/>
                </a:solidFill>
                <a:latin typeface="Montserrat"/>
                <a:cs typeface="Montserrat"/>
              </a:rPr>
              <a:t>makes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your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5" dirty="0">
                <a:solidFill>
                  <a:srgbClr val="4A5467"/>
                </a:solidFill>
                <a:latin typeface="Montserrat"/>
                <a:cs typeface="Montserrat"/>
              </a:rPr>
              <a:t>solution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uniquely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0" dirty="0">
                <a:solidFill>
                  <a:srgbClr val="4A5467"/>
                </a:solidFill>
                <a:latin typeface="Montserrat"/>
                <a:cs typeface="Montserrat"/>
              </a:rPr>
              <a:t>positioned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to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solve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Montserrat"/>
                <a:cs typeface="Montserrat"/>
              </a:rPr>
              <a:t>the </a:t>
            </a:r>
            <a:r>
              <a:rPr sz="1450" spc="-75" dirty="0">
                <a:solidFill>
                  <a:srgbClr val="4A5467"/>
                </a:solidFill>
                <a:latin typeface="Montserrat"/>
                <a:cs typeface="Montserrat"/>
              </a:rPr>
              <a:t>identified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problem.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10" dirty="0">
                <a:solidFill>
                  <a:srgbClr val="4A5467"/>
                </a:solidFill>
                <a:latin typeface="Montserrat"/>
                <a:cs typeface="Montserrat"/>
              </a:rPr>
              <a:t>What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5" dirty="0">
                <a:solidFill>
                  <a:srgbClr val="4A5467"/>
                </a:solidFill>
                <a:latin typeface="Montserrat"/>
                <a:cs typeface="Montserrat"/>
              </a:rPr>
              <a:t>specific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0" dirty="0">
                <a:solidFill>
                  <a:srgbClr val="4A5467"/>
                </a:solidFill>
                <a:latin typeface="Montserrat"/>
                <a:cs typeface="Montserrat"/>
              </a:rPr>
              <a:t>approach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0" dirty="0">
                <a:solidFill>
                  <a:srgbClr val="4A5467"/>
                </a:solidFill>
                <a:latin typeface="Montserrat"/>
                <a:cs typeface="Montserrat"/>
              </a:rPr>
              <a:t>sets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0" dirty="0">
                <a:solidFill>
                  <a:srgbClr val="4A5467"/>
                </a:solidFill>
                <a:latin typeface="Montserrat"/>
                <a:cs typeface="Montserrat"/>
              </a:rPr>
              <a:t>you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0" dirty="0">
                <a:solidFill>
                  <a:srgbClr val="4A5467"/>
                </a:solidFill>
                <a:latin typeface="Montserrat"/>
                <a:cs typeface="Montserrat"/>
              </a:rPr>
              <a:t>apart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from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20" dirty="0">
                <a:solidFill>
                  <a:srgbClr val="4A5467"/>
                </a:solidFill>
                <a:latin typeface="Montserrat"/>
                <a:cs typeface="Montserrat"/>
              </a:rPr>
              <a:t>existing 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solutions?</a:t>
            </a:r>
            <a:endParaRPr sz="1450" dirty="0">
              <a:latin typeface="Montserrat"/>
              <a:cs typeface="Montserrat"/>
            </a:endParaRPr>
          </a:p>
          <a:p>
            <a:pPr>
              <a:spcBef>
                <a:spcPts val="290"/>
              </a:spcBef>
            </a:pPr>
            <a:endParaRPr sz="1300" dirty="0">
              <a:latin typeface="Montserrat"/>
              <a:cs typeface="Montserrat"/>
            </a:endParaRPr>
          </a:p>
          <a:p>
            <a:pPr marL="12700"/>
            <a:r>
              <a:rPr sz="1600" b="1" spc="-130" dirty="0">
                <a:solidFill>
                  <a:srgbClr val="2A6BB0"/>
                </a:solidFill>
                <a:latin typeface="Montserrat SemiBold"/>
                <a:cs typeface="Montserrat SemiBold"/>
              </a:rPr>
              <a:t>Key</a:t>
            </a:r>
            <a:r>
              <a:rPr sz="1600" b="1" spc="-1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10" dirty="0">
                <a:solidFill>
                  <a:srgbClr val="2A6BB0"/>
                </a:solidFill>
                <a:latin typeface="Montserrat SemiBold"/>
                <a:cs typeface="Montserrat SemiBold"/>
              </a:rPr>
              <a:t>Competitive</a:t>
            </a:r>
            <a:r>
              <a:rPr sz="1600" b="1" spc="-10" dirty="0">
                <a:solidFill>
                  <a:srgbClr val="2A6BB0"/>
                </a:solidFill>
                <a:latin typeface="Montserrat SemiBold"/>
                <a:cs typeface="Montserrat SemiBold"/>
              </a:rPr>
              <a:t> Advantages</a:t>
            </a:r>
            <a:endParaRPr sz="1600" dirty="0">
              <a:latin typeface="Montserrat SemiBold"/>
              <a:cs typeface="Montserrat SemiBold"/>
            </a:endParaRPr>
          </a:p>
          <a:p>
            <a:pPr marL="183515">
              <a:spcBef>
                <a:spcPts val="1455"/>
              </a:spcBef>
            </a:pPr>
            <a:r>
              <a:rPr lang="en-US" sz="1300" spc="-7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Primary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competitive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333333"/>
                </a:solidFill>
                <a:latin typeface="Montserrat"/>
                <a:cs typeface="Montserrat"/>
              </a:rPr>
              <a:t>advantage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333333"/>
                </a:solidFill>
                <a:latin typeface="Montserrat"/>
                <a:cs typeface="Montserrat"/>
              </a:rPr>
              <a:t>(e.g.,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proprietary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technology,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333333"/>
                </a:solidFill>
                <a:latin typeface="Montserrat"/>
                <a:cs typeface="Montserrat"/>
              </a:rPr>
              <a:t>first-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mover</a:t>
            </a:r>
            <a:endParaRPr sz="1300" dirty="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8349" y="3390311"/>
            <a:ext cx="887094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advantage)</a:t>
            </a:r>
            <a:endParaRPr sz="1300" dirty="0">
              <a:latin typeface="Montserrat"/>
              <a:cs typeface="Montserra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752135"/>
            <a:ext cx="171449" cy="152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00736" y="3733211"/>
            <a:ext cx="6133465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Secondary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competitive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333333"/>
                </a:solidFill>
                <a:latin typeface="Montserrat"/>
                <a:cs typeface="Montserrat"/>
              </a:rPr>
              <a:t>advantage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333333"/>
                </a:solidFill>
                <a:latin typeface="Montserrat"/>
                <a:cs typeface="Montserrat"/>
              </a:rPr>
              <a:t>(e.g.,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cost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333333"/>
                </a:solidFill>
                <a:latin typeface="Montserrat"/>
                <a:cs typeface="Montserrat"/>
              </a:rPr>
              <a:t>efficiency,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superior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user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35" dirty="0">
                <a:solidFill>
                  <a:srgbClr val="333333"/>
                </a:solidFill>
                <a:latin typeface="Montserrat"/>
                <a:cs typeface="Montserrat"/>
              </a:rPr>
              <a:t>experience)</a:t>
            </a:r>
            <a:endParaRPr sz="1300" dirty="0">
              <a:latin typeface="Montserrat"/>
              <a:cs typeface="Montserra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095035"/>
            <a:ext cx="171449" cy="1523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15900" y="4076110"/>
            <a:ext cx="6870700" cy="2279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64515">
              <a:spcBef>
                <a:spcPts val="125"/>
              </a:spcBef>
            </a:pPr>
            <a:r>
              <a:rPr lang="en-US" sz="1300" spc="-6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Tertiary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competitive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333333"/>
                </a:solidFill>
                <a:latin typeface="Montserrat"/>
                <a:cs typeface="Montserrat"/>
              </a:rPr>
              <a:t>advantage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333333"/>
                </a:solidFill>
                <a:latin typeface="Montserrat"/>
                <a:cs typeface="Montserrat"/>
              </a:rPr>
              <a:t>(e.g.,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strategic</a:t>
            </a:r>
            <a:r>
              <a:rPr sz="1300" spc="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333333"/>
                </a:solidFill>
                <a:latin typeface="Montserrat"/>
                <a:cs typeface="Montserrat"/>
              </a:rPr>
              <a:t>partnerships,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333333"/>
                </a:solidFill>
                <a:latin typeface="Montserrat"/>
                <a:cs typeface="Montserrat"/>
              </a:rPr>
              <a:t>distribution</a:t>
            </a:r>
            <a:r>
              <a:rPr sz="1300" spc="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25" dirty="0">
                <a:solidFill>
                  <a:srgbClr val="333333"/>
                </a:solidFill>
                <a:latin typeface="Montserrat"/>
                <a:cs typeface="Montserrat"/>
              </a:rPr>
              <a:t>channels)</a:t>
            </a:r>
            <a:endParaRPr sz="1300" dirty="0">
              <a:latin typeface="Montserrat"/>
              <a:cs typeface="Montserrat"/>
            </a:endParaRPr>
          </a:p>
          <a:p>
            <a:pPr>
              <a:spcBef>
                <a:spcPts val="380"/>
              </a:spcBef>
            </a:pPr>
            <a:endParaRPr sz="1200" dirty="0">
              <a:latin typeface="Montserrat"/>
              <a:cs typeface="Montserrat"/>
            </a:endParaRPr>
          </a:p>
          <a:p>
            <a:pPr marL="393065">
              <a:spcBef>
                <a:spcPts val="5"/>
              </a:spcBef>
            </a:pPr>
            <a:r>
              <a:rPr sz="1600" b="1" spc="-100" dirty="0">
                <a:solidFill>
                  <a:srgbClr val="2A6BB0"/>
                </a:solidFill>
                <a:latin typeface="Montserrat SemiBold"/>
                <a:cs typeface="Montserrat SemiBold"/>
              </a:rPr>
              <a:t>Barriers</a:t>
            </a:r>
            <a:r>
              <a:rPr sz="1600" b="1" spc="-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14" dirty="0">
                <a:solidFill>
                  <a:srgbClr val="2A6BB0"/>
                </a:solidFill>
                <a:latin typeface="Montserrat SemiBold"/>
                <a:cs typeface="Montserrat SemiBold"/>
              </a:rPr>
              <a:t>to</a:t>
            </a:r>
            <a:r>
              <a:rPr sz="1600" b="1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20" dirty="0">
                <a:solidFill>
                  <a:srgbClr val="2A6BB0"/>
                </a:solidFill>
                <a:latin typeface="Montserrat SemiBold"/>
                <a:cs typeface="Montserrat SemiBold"/>
              </a:rPr>
              <a:t>Entry</a:t>
            </a:r>
            <a:endParaRPr sz="1600" dirty="0">
              <a:latin typeface="Montserrat SemiBold"/>
              <a:cs typeface="Montserrat SemiBold"/>
            </a:endParaRPr>
          </a:p>
          <a:p>
            <a:pPr marL="393065" marR="316865">
              <a:lnSpc>
                <a:spcPct val="120700"/>
              </a:lnSpc>
              <a:spcBef>
                <a:spcPts val="570"/>
              </a:spcBef>
            </a:pPr>
            <a:r>
              <a:rPr sz="1450" spc="-110" dirty="0">
                <a:solidFill>
                  <a:srgbClr val="4A5467"/>
                </a:solidFill>
                <a:latin typeface="Montserrat"/>
                <a:cs typeface="Montserrat"/>
              </a:rPr>
              <a:t>What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10" dirty="0">
                <a:solidFill>
                  <a:srgbClr val="4A5467"/>
                </a:solidFill>
                <a:latin typeface="Montserrat"/>
                <a:cs typeface="Montserrat"/>
              </a:rPr>
              <a:t>makes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your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5" dirty="0">
                <a:solidFill>
                  <a:srgbClr val="4A5467"/>
                </a:solidFill>
                <a:latin typeface="Montserrat"/>
                <a:cs typeface="Montserrat"/>
              </a:rPr>
              <a:t>solution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65" dirty="0">
                <a:solidFill>
                  <a:srgbClr val="4A5467"/>
                </a:solidFill>
                <a:latin typeface="Montserrat"/>
                <a:cs typeface="Montserrat"/>
              </a:rPr>
              <a:t>difficult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to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replicate?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65" dirty="0">
                <a:solidFill>
                  <a:srgbClr val="4A5467"/>
                </a:solidFill>
                <a:latin typeface="Montserrat"/>
                <a:cs typeface="Montserrat"/>
              </a:rPr>
              <a:t>(e.g.,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patents,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40" dirty="0">
                <a:solidFill>
                  <a:srgbClr val="4A5467"/>
                </a:solidFill>
                <a:latin typeface="Montserrat"/>
                <a:cs typeface="Montserrat"/>
              </a:rPr>
              <a:t>proprietary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data,</a:t>
            </a:r>
            <a:r>
              <a:rPr sz="1450" spc="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0" dirty="0">
                <a:solidFill>
                  <a:srgbClr val="4A5467"/>
                </a:solidFill>
                <a:latin typeface="Montserrat"/>
                <a:cs typeface="Montserrat"/>
              </a:rPr>
              <a:t>network</a:t>
            </a:r>
            <a:r>
              <a:rPr sz="1450" spc="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5" dirty="0">
                <a:solidFill>
                  <a:srgbClr val="4A5467"/>
                </a:solidFill>
                <a:latin typeface="Montserrat"/>
                <a:cs typeface="Montserrat"/>
              </a:rPr>
              <a:t>effects,</a:t>
            </a:r>
            <a:r>
              <a:rPr sz="1450" spc="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expertise</a:t>
            </a:r>
            <a:r>
              <a:rPr sz="1450" spc="-10" dirty="0" smtClean="0">
                <a:solidFill>
                  <a:srgbClr val="4A5467"/>
                </a:solidFill>
                <a:latin typeface="Montserrat"/>
                <a:cs typeface="Montserrat"/>
              </a:rPr>
              <a:t>)</a:t>
            </a:r>
            <a:endParaRPr lang="en-US" sz="1450" spc="-10" dirty="0" smtClean="0">
              <a:solidFill>
                <a:srgbClr val="4A5467"/>
              </a:solidFill>
              <a:latin typeface="Montserrat"/>
              <a:cs typeface="Montserrat"/>
            </a:endParaRPr>
          </a:p>
          <a:p>
            <a:pPr marL="393065" marR="316865">
              <a:lnSpc>
                <a:spcPct val="120700"/>
              </a:lnSpc>
              <a:spcBef>
                <a:spcPts val="570"/>
              </a:spcBef>
            </a:pPr>
            <a:r>
              <a:rPr lang="en-US" sz="1450" b="1" spc="-10" dirty="0" smtClean="0">
                <a:latin typeface="Montserrat"/>
                <a:cs typeface="Montserrat"/>
              </a:rPr>
              <a:t>No online  umbrella memorabilia store yet, those which don’t have yet can be supported from IEM</a:t>
            </a:r>
            <a:endParaRPr lang="en-US" sz="1450" b="1" spc="-10" dirty="0">
              <a:latin typeface="Montserrat"/>
              <a:cs typeface="Montserrat"/>
            </a:endParaRPr>
          </a:p>
          <a:p>
            <a:pPr marL="393065" marR="316865">
              <a:lnSpc>
                <a:spcPct val="120700"/>
              </a:lnSpc>
              <a:spcBef>
                <a:spcPts val="570"/>
              </a:spcBef>
            </a:pPr>
            <a:endParaRPr lang="en-US" sz="1450" b="1" spc="-10" dirty="0">
              <a:latin typeface="Montserrat"/>
              <a:cs typeface="Montserra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05675" y="2151933"/>
            <a:ext cx="4276725" cy="2667000"/>
            <a:chOff x="7305674" y="2514599"/>
            <a:chExt cx="4276725" cy="2667000"/>
          </a:xfrm>
        </p:grpSpPr>
        <p:sp>
          <p:nvSpPr>
            <p:cNvPr id="12" name="object 12"/>
            <p:cNvSpPr/>
            <p:nvPr/>
          </p:nvSpPr>
          <p:spPr>
            <a:xfrm>
              <a:off x="7305674" y="2514599"/>
              <a:ext cx="4276725" cy="2667000"/>
            </a:xfrm>
            <a:custGeom>
              <a:avLst/>
              <a:gdLst/>
              <a:ahLst/>
              <a:cxnLst/>
              <a:rect l="l" t="t" r="r" b="b"/>
              <a:pathLst>
                <a:path w="4276725" h="2667000">
                  <a:moveTo>
                    <a:pt x="4200524" y="2666999"/>
                  </a:moveTo>
                  <a:lnTo>
                    <a:pt x="76199" y="2666999"/>
                  </a:lnTo>
                  <a:lnTo>
                    <a:pt x="68693" y="2666637"/>
                  </a:lnTo>
                  <a:lnTo>
                    <a:pt x="27882" y="2649732"/>
                  </a:lnTo>
                  <a:lnTo>
                    <a:pt x="3261" y="2612886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200524" y="0"/>
                  </a:lnTo>
                  <a:lnTo>
                    <a:pt x="4242866" y="12829"/>
                  </a:lnTo>
                  <a:lnTo>
                    <a:pt x="4270923" y="47039"/>
                  </a:lnTo>
                  <a:lnTo>
                    <a:pt x="4276724" y="76199"/>
                  </a:lnTo>
                  <a:lnTo>
                    <a:pt x="4276724" y="2590799"/>
                  </a:lnTo>
                  <a:lnTo>
                    <a:pt x="4263893" y="2633141"/>
                  </a:lnTo>
                  <a:lnTo>
                    <a:pt x="4229682" y="2661199"/>
                  </a:lnTo>
                  <a:lnTo>
                    <a:pt x="4200524" y="2666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05662" y="2514599"/>
              <a:ext cx="4276725" cy="2667000"/>
            </a:xfrm>
            <a:custGeom>
              <a:avLst/>
              <a:gdLst/>
              <a:ahLst/>
              <a:cxnLst/>
              <a:rect l="l" t="t" r="r" b="b"/>
              <a:pathLst>
                <a:path w="4276725" h="2667000">
                  <a:moveTo>
                    <a:pt x="19050" y="2488044"/>
                  </a:moveTo>
                  <a:lnTo>
                    <a:pt x="0" y="2488044"/>
                  </a:lnTo>
                  <a:lnTo>
                    <a:pt x="0" y="2545194"/>
                  </a:lnTo>
                  <a:lnTo>
                    <a:pt x="19050" y="2545194"/>
                  </a:lnTo>
                  <a:lnTo>
                    <a:pt x="19050" y="2488044"/>
                  </a:lnTo>
                  <a:close/>
                </a:path>
                <a:path w="4276725" h="2667000">
                  <a:moveTo>
                    <a:pt x="19050" y="2392997"/>
                  </a:moveTo>
                  <a:lnTo>
                    <a:pt x="0" y="2392997"/>
                  </a:lnTo>
                  <a:lnTo>
                    <a:pt x="0" y="2450147"/>
                  </a:lnTo>
                  <a:lnTo>
                    <a:pt x="19050" y="2450147"/>
                  </a:lnTo>
                  <a:lnTo>
                    <a:pt x="19050" y="2392997"/>
                  </a:lnTo>
                  <a:close/>
                </a:path>
                <a:path w="4276725" h="2667000">
                  <a:moveTo>
                    <a:pt x="19050" y="2297950"/>
                  </a:moveTo>
                  <a:lnTo>
                    <a:pt x="0" y="2297950"/>
                  </a:lnTo>
                  <a:lnTo>
                    <a:pt x="0" y="2355100"/>
                  </a:lnTo>
                  <a:lnTo>
                    <a:pt x="19050" y="2355100"/>
                  </a:lnTo>
                  <a:lnTo>
                    <a:pt x="19050" y="2297950"/>
                  </a:lnTo>
                  <a:close/>
                </a:path>
                <a:path w="4276725" h="2667000">
                  <a:moveTo>
                    <a:pt x="19050" y="2202891"/>
                  </a:moveTo>
                  <a:lnTo>
                    <a:pt x="0" y="2202891"/>
                  </a:lnTo>
                  <a:lnTo>
                    <a:pt x="0" y="2260041"/>
                  </a:lnTo>
                  <a:lnTo>
                    <a:pt x="19050" y="2260041"/>
                  </a:lnTo>
                  <a:lnTo>
                    <a:pt x="19050" y="2202891"/>
                  </a:lnTo>
                  <a:close/>
                </a:path>
                <a:path w="4276725" h="2667000">
                  <a:moveTo>
                    <a:pt x="19050" y="2107844"/>
                  </a:moveTo>
                  <a:lnTo>
                    <a:pt x="0" y="2107844"/>
                  </a:lnTo>
                  <a:lnTo>
                    <a:pt x="0" y="2164994"/>
                  </a:lnTo>
                  <a:lnTo>
                    <a:pt x="19050" y="2164994"/>
                  </a:lnTo>
                  <a:lnTo>
                    <a:pt x="19050" y="2107844"/>
                  </a:lnTo>
                  <a:close/>
                </a:path>
                <a:path w="4276725" h="2667000">
                  <a:moveTo>
                    <a:pt x="19050" y="2012784"/>
                  </a:moveTo>
                  <a:lnTo>
                    <a:pt x="0" y="2012784"/>
                  </a:lnTo>
                  <a:lnTo>
                    <a:pt x="0" y="2069934"/>
                  </a:lnTo>
                  <a:lnTo>
                    <a:pt x="19050" y="2069934"/>
                  </a:lnTo>
                  <a:lnTo>
                    <a:pt x="19050" y="2012784"/>
                  </a:lnTo>
                  <a:close/>
                </a:path>
                <a:path w="4276725" h="2667000">
                  <a:moveTo>
                    <a:pt x="19050" y="1917738"/>
                  </a:moveTo>
                  <a:lnTo>
                    <a:pt x="0" y="1917738"/>
                  </a:lnTo>
                  <a:lnTo>
                    <a:pt x="0" y="1974888"/>
                  </a:lnTo>
                  <a:lnTo>
                    <a:pt x="19050" y="1974888"/>
                  </a:lnTo>
                  <a:lnTo>
                    <a:pt x="19050" y="1917738"/>
                  </a:lnTo>
                  <a:close/>
                </a:path>
                <a:path w="4276725" h="2667000">
                  <a:moveTo>
                    <a:pt x="19050" y="1822691"/>
                  </a:moveTo>
                  <a:lnTo>
                    <a:pt x="0" y="1822691"/>
                  </a:lnTo>
                  <a:lnTo>
                    <a:pt x="0" y="1879841"/>
                  </a:lnTo>
                  <a:lnTo>
                    <a:pt x="19050" y="1879841"/>
                  </a:lnTo>
                  <a:lnTo>
                    <a:pt x="19050" y="1822691"/>
                  </a:lnTo>
                  <a:close/>
                </a:path>
                <a:path w="4276725" h="2667000">
                  <a:moveTo>
                    <a:pt x="19050" y="1727631"/>
                  </a:moveTo>
                  <a:lnTo>
                    <a:pt x="0" y="1727631"/>
                  </a:lnTo>
                  <a:lnTo>
                    <a:pt x="0" y="1784781"/>
                  </a:lnTo>
                  <a:lnTo>
                    <a:pt x="19050" y="1784781"/>
                  </a:lnTo>
                  <a:lnTo>
                    <a:pt x="19050" y="1727631"/>
                  </a:lnTo>
                  <a:close/>
                </a:path>
                <a:path w="4276725" h="2667000">
                  <a:moveTo>
                    <a:pt x="19050" y="1632585"/>
                  </a:moveTo>
                  <a:lnTo>
                    <a:pt x="0" y="1632585"/>
                  </a:lnTo>
                  <a:lnTo>
                    <a:pt x="0" y="1689735"/>
                  </a:lnTo>
                  <a:lnTo>
                    <a:pt x="19050" y="1689735"/>
                  </a:lnTo>
                  <a:lnTo>
                    <a:pt x="19050" y="1632585"/>
                  </a:lnTo>
                  <a:close/>
                </a:path>
                <a:path w="4276725" h="2667000">
                  <a:moveTo>
                    <a:pt x="19050" y="1537538"/>
                  </a:moveTo>
                  <a:lnTo>
                    <a:pt x="0" y="1537538"/>
                  </a:lnTo>
                  <a:lnTo>
                    <a:pt x="0" y="1594688"/>
                  </a:lnTo>
                  <a:lnTo>
                    <a:pt x="19050" y="1594688"/>
                  </a:lnTo>
                  <a:lnTo>
                    <a:pt x="19050" y="1537538"/>
                  </a:lnTo>
                  <a:close/>
                </a:path>
                <a:path w="4276725" h="2667000">
                  <a:moveTo>
                    <a:pt x="19050" y="1442478"/>
                  </a:moveTo>
                  <a:lnTo>
                    <a:pt x="0" y="1442478"/>
                  </a:lnTo>
                  <a:lnTo>
                    <a:pt x="0" y="1499628"/>
                  </a:lnTo>
                  <a:lnTo>
                    <a:pt x="19050" y="1499628"/>
                  </a:lnTo>
                  <a:lnTo>
                    <a:pt x="19050" y="1442478"/>
                  </a:lnTo>
                  <a:close/>
                </a:path>
                <a:path w="4276725" h="2667000">
                  <a:moveTo>
                    <a:pt x="19050" y="1347431"/>
                  </a:moveTo>
                  <a:lnTo>
                    <a:pt x="0" y="1347431"/>
                  </a:lnTo>
                  <a:lnTo>
                    <a:pt x="0" y="1404581"/>
                  </a:lnTo>
                  <a:lnTo>
                    <a:pt x="19050" y="1404581"/>
                  </a:lnTo>
                  <a:lnTo>
                    <a:pt x="19050" y="1347431"/>
                  </a:lnTo>
                  <a:close/>
                </a:path>
                <a:path w="4276725" h="2667000">
                  <a:moveTo>
                    <a:pt x="19050" y="1252372"/>
                  </a:moveTo>
                  <a:lnTo>
                    <a:pt x="0" y="1252372"/>
                  </a:lnTo>
                  <a:lnTo>
                    <a:pt x="0" y="1309522"/>
                  </a:lnTo>
                  <a:lnTo>
                    <a:pt x="19050" y="1309522"/>
                  </a:lnTo>
                  <a:lnTo>
                    <a:pt x="19050" y="1252372"/>
                  </a:lnTo>
                  <a:close/>
                </a:path>
                <a:path w="4276725" h="2667000">
                  <a:moveTo>
                    <a:pt x="19050" y="1157325"/>
                  </a:moveTo>
                  <a:lnTo>
                    <a:pt x="0" y="1157325"/>
                  </a:lnTo>
                  <a:lnTo>
                    <a:pt x="0" y="1214475"/>
                  </a:lnTo>
                  <a:lnTo>
                    <a:pt x="19050" y="1214475"/>
                  </a:lnTo>
                  <a:lnTo>
                    <a:pt x="19050" y="1157325"/>
                  </a:lnTo>
                  <a:close/>
                </a:path>
                <a:path w="4276725" h="2667000">
                  <a:moveTo>
                    <a:pt x="19050" y="1062278"/>
                  </a:moveTo>
                  <a:lnTo>
                    <a:pt x="0" y="1062278"/>
                  </a:lnTo>
                  <a:lnTo>
                    <a:pt x="0" y="1119428"/>
                  </a:lnTo>
                  <a:lnTo>
                    <a:pt x="19050" y="1119428"/>
                  </a:lnTo>
                  <a:lnTo>
                    <a:pt x="19050" y="1062278"/>
                  </a:lnTo>
                  <a:close/>
                </a:path>
                <a:path w="4276725" h="2667000">
                  <a:moveTo>
                    <a:pt x="19050" y="967219"/>
                  </a:moveTo>
                  <a:lnTo>
                    <a:pt x="0" y="967219"/>
                  </a:lnTo>
                  <a:lnTo>
                    <a:pt x="0" y="1024369"/>
                  </a:lnTo>
                  <a:lnTo>
                    <a:pt x="19050" y="1024369"/>
                  </a:lnTo>
                  <a:lnTo>
                    <a:pt x="19050" y="967219"/>
                  </a:lnTo>
                  <a:close/>
                </a:path>
                <a:path w="4276725" h="2667000">
                  <a:moveTo>
                    <a:pt x="19050" y="872172"/>
                  </a:moveTo>
                  <a:lnTo>
                    <a:pt x="0" y="872172"/>
                  </a:lnTo>
                  <a:lnTo>
                    <a:pt x="0" y="929322"/>
                  </a:lnTo>
                  <a:lnTo>
                    <a:pt x="19050" y="929322"/>
                  </a:lnTo>
                  <a:lnTo>
                    <a:pt x="19050" y="872172"/>
                  </a:lnTo>
                  <a:close/>
                </a:path>
                <a:path w="4276725" h="2667000">
                  <a:moveTo>
                    <a:pt x="19050" y="777125"/>
                  </a:moveTo>
                  <a:lnTo>
                    <a:pt x="0" y="777125"/>
                  </a:lnTo>
                  <a:lnTo>
                    <a:pt x="0" y="834275"/>
                  </a:lnTo>
                  <a:lnTo>
                    <a:pt x="19050" y="834275"/>
                  </a:lnTo>
                  <a:lnTo>
                    <a:pt x="19050" y="777125"/>
                  </a:lnTo>
                  <a:close/>
                </a:path>
                <a:path w="4276725" h="2667000">
                  <a:moveTo>
                    <a:pt x="19050" y="682066"/>
                  </a:moveTo>
                  <a:lnTo>
                    <a:pt x="0" y="682066"/>
                  </a:lnTo>
                  <a:lnTo>
                    <a:pt x="0" y="739216"/>
                  </a:lnTo>
                  <a:lnTo>
                    <a:pt x="19050" y="739216"/>
                  </a:lnTo>
                  <a:lnTo>
                    <a:pt x="19050" y="682066"/>
                  </a:lnTo>
                  <a:close/>
                </a:path>
                <a:path w="4276725" h="2667000">
                  <a:moveTo>
                    <a:pt x="19050" y="587019"/>
                  </a:moveTo>
                  <a:lnTo>
                    <a:pt x="0" y="587019"/>
                  </a:lnTo>
                  <a:lnTo>
                    <a:pt x="0" y="644169"/>
                  </a:lnTo>
                  <a:lnTo>
                    <a:pt x="19050" y="644169"/>
                  </a:lnTo>
                  <a:lnTo>
                    <a:pt x="19050" y="587019"/>
                  </a:lnTo>
                  <a:close/>
                </a:path>
                <a:path w="4276725" h="2667000">
                  <a:moveTo>
                    <a:pt x="19050" y="491959"/>
                  </a:moveTo>
                  <a:lnTo>
                    <a:pt x="0" y="491959"/>
                  </a:lnTo>
                  <a:lnTo>
                    <a:pt x="0" y="549109"/>
                  </a:lnTo>
                  <a:lnTo>
                    <a:pt x="19050" y="549109"/>
                  </a:lnTo>
                  <a:lnTo>
                    <a:pt x="19050" y="491959"/>
                  </a:lnTo>
                  <a:close/>
                </a:path>
                <a:path w="4276725" h="2667000">
                  <a:moveTo>
                    <a:pt x="19050" y="396913"/>
                  </a:moveTo>
                  <a:lnTo>
                    <a:pt x="0" y="396913"/>
                  </a:lnTo>
                  <a:lnTo>
                    <a:pt x="0" y="454063"/>
                  </a:lnTo>
                  <a:lnTo>
                    <a:pt x="19050" y="454063"/>
                  </a:lnTo>
                  <a:lnTo>
                    <a:pt x="19050" y="396913"/>
                  </a:lnTo>
                  <a:close/>
                </a:path>
                <a:path w="4276725" h="2667000">
                  <a:moveTo>
                    <a:pt x="19050" y="301866"/>
                  </a:moveTo>
                  <a:lnTo>
                    <a:pt x="0" y="301866"/>
                  </a:lnTo>
                  <a:lnTo>
                    <a:pt x="0" y="359016"/>
                  </a:lnTo>
                  <a:lnTo>
                    <a:pt x="19050" y="359016"/>
                  </a:lnTo>
                  <a:lnTo>
                    <a:pt x="19050" y="301866"/>
                  </a:lnTo>
                  <a:close/>
                </a:path>
                <a:path w="4276725" h="2667000">
                  <a:moveTo>
                    <a:pt x="19050" y="206806"/>
                  </a:moveTo>
                  <a:lnTo>
                    <a:pt x="0" y="206806"/>
                  </a:lnTo>
                  <a:lnTo>
                    <a:pt x="0" y="263956"/>
                  </a:lnTo>
                  <a:lnTo>
                    <a:pt x="19050" y="263956"/>
                  </a:lnTo>
                  <a:lnTo>
                    <a:pt x="19050" y="206806"/>
                  </a:lnTo>
                  <a:close/>
                </a:path>
                <a:path w="4276725" h="2667000">
                  <a:moveTo>
                    <a:pt x="19050" y="111760"/>
                  </a:moveTo>
                  <a:lnTo>
                    <a:pt x="0" y="111760"/>
                  </a:lnTo>
                  <a:lnTo>
                    <a:pt x="0" y="168910"/>
                  </a:lnTo>
                  <a:lnTo>
                    <a:pt x="19050" y="168910"/>
                  </a:lnTo>
                  <a:lnTo>
                    <a:pt x="19050" y="111760"/>
                  </a:lnTo>
                  <a:close/>
                </a:path>
                <a:path w="4276725" h="2667000">
                  <a:moveTo>
                    <a:pt x="34188" y="2629611"/>
                  </a:moveTo>
                  <a:lnTo>
                    <a:pt x="30441" y="2625852"/>
                  </a:lnTo>
                  <a:lnTo>
                    <a:pt x="26301" y="2619679"/>
                  </a:lnTo>
                  <a:lnTo>
                    <a:pt x="20510" y="2605671"/>
                  </a:lnTo>
                  <a:lnTo>
                    <a:pt x="19050" y="2598318"/>
                  </a:lnTo>
                  <a:lnTo>
                    <a:pt x="19050" y="2583103"/>
                  </a:lnTo>
                  <a:lnTo>
                    <a:pt x="0" y="2583103"/>
                  </a:lnTo>
                  <a:lnTo>
                    <a:pt x="0" y="2590800"/>
                  </a:lnTo>
                  <a:lnTo>
                    <a:pt x="368" y="2598318"/>
                  </a:lnTo>
                  <a:lnTo>
                    <a:pt x="17272" y="2639123"/>
                  </a:lnTo>
                  <a:lnTo>
                    <a:pt x="20294" y="2642451"/>
                  </a:lnTo>
                  <a:lnTo>
                    <a:pt x="34188" y="2629611"/>
                  </a:lnTo>
                  <a:close/>
                </a:path>
                <a:path w="4276725" h="2667000">
                  <a:moveTo>
                    <a:pt x="40436" y="31153"/>
                  </a:moveTo>
                  <a:lnTo>
                    <a:pt x="28841" y="16560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27" y="73660"/>
                  </a:lnTo>
                  <a:lnTo>
                    <a:pt x="19050" y="74295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788" y="35801"/>
                  </a:lnTo>
                  <a:lnTo>
                    <a:pt x="40436" y="31153"/>
                  </a:lnTo>
                  <a:close/>
                </a:path>
                <a:path w="4276725" h="2667000">
                  <a:moveTo>
                    <a:pt x="116636" y="2647950"/>
                  </a:moveTo>
                  <a:lnTo>
                    <a:pt x="68630" y="2647950"/>
                  </a:lnTo>
                  <a:lnTo>
                    <a:pt x="62103" y="2646654"/>
                  </a:lnTo>
                  <a:lnTo>
                    <a:pt x="57569" y="2664612"/>
                  </a:lnTo>
                  <a:lnTo>
                    <a:pt x="61341" y="2665552"/>
                  </a:lnTo>
                  <a:lnTo>
                    <a:pt x="68694" y="2666644"/>
                  </a:lnTo>
                  <a:lnTo>
                    <a:pt x="76200" y="2667000"/>
                  </a:lnTo>
                  <a:lnTo>
                    <a:pt x="116636" y="2667000"/>
                  </a:lnTo>
                  <a:lnTo>
                    <a:pt x="116636" y="2647950"/>
                  </a:lnTo>
                  <a:close/>
                </a:path>
                <a:path w="4276725" h="266700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w="4276725" h="2667000">
                  <a:moveTo>
                    <a:pt x="211696" y="2647950"/>
                  </a:moveTo>
                  <a:lnTo>
                    <a:pt x="154546" y="2647950"/>
                  </a:lnTo>
                  <a:lnTo>
                    <a:pt x="154546" y="2667000"/>
                  </a:lnTo>
                  <a:lnTo>
                    <a:pt x="211696" y="2667000"/>
                  </a:lnTo>
                  <a:lnTo>
                    <a:pt x="211696" y="2647950"/>
                  </a:lnTo>
                  <a:close/>
                </a:path>
                <a:path w="4276725" h="2667000">
                  <a:moveTo>
                    <a:pt x="228409" y="0"/>
                  </a:moveTo>
                  <a:lnTo>
                    <a:pt x="171259" y="0"/>
                  </a:lnTo>
                  <a:lnTo>
                    <a:pt x="171259" y="19050"/>
                  </a:lnTo>
                  <a:lnTo>
                    <a:pt x="228409" y="19050"/>
                  </a:lnTo>
                  <a:lnTo>
                    <a:pt x="228409" y="0"/>
                  </a:lnTo>
                  <a:close/>
                </a:path>
                <a:path w="4276725" h="2667000">
                  <a:moveTo>
                    <a:pt x="306743" y="2647950"/>
                  </a:moveTo>
                  <a:lnTo>
                    <a:pt x="249593" y="2647950"/>
                  </a:lnTo>
                  <a:lnTo>
                    <a:pt x="249593" y="2667000"/>
                  </a:lnTo>
                  <a:lnTo>
                    <a:pt x="306743" y="2667000"/>
                  </a:lnTo>
                  <a:lnTo>
                    <a:pt x="306743" y="2647950"/>
                  </a:lnTo>
                  <a:close/>
                </a:path>
                <a:path w="4276725" h="2667000">
                  <a:moveTo>
                    <a:pt x="323456" y="0"/>
                  </a:moveTo>
                  <a:lnTo>
                    <a:pt x="266306" y="0"/>
                  </a:lnTo>
                  <a:lnTo>
                    <a:pt x="266306" y="19050"/>
                  </a:lnTo>
                  <a:lnTo>
                    <a:pt x="323456" y="19050"/>
                  </a:lnTo>
                  <a:lnTo>
                    <a:pt x="323456" y="0"/>
                  </a:lnTo>
                  <a:close/>
                </a:path>
                <a:path w="4276725" h="2667000">
                  <a:moveTo>
                    <a:pt x="401789" y="2647950"/>
                  </a:moveTo>
                  <a:lnTo>
                    <a:pt x="344639" y="2647950"/>
                  </a:lnTo>
                  <a:lnTo>
                    <a:pt x="344639" y="2667000"/>
                  </a:lnTo>
                  <a:lnTo>
                    <a:pt x="401789" y="2667000"/>
                  </a:lnTo>
                  <a:lnTo>
                    <a:pt x="401789" y="2647950"/>
                  </a:lnTo>
                  <a:close/>
                </a:path>
                <a:path w="4276725" h="2667000">
                  <a:moveTo>
                    <a:pt x="418515" y="0"/>
                  </a:moveTo>
                  <a:lnTo>
                    <a:pt x="361365" y="0"/>
                  </a:lnTo>
                  <a:lnTo>
                    <a:pt x="361365" y="19050"/>
                  </a:lnTo>
                  <a:lnTo>
                    <a:pt x="418515" y="19050"/>
                  </a:lnTo>
                  <a:lnTo>
                    <a:pt x="418515" y="0"/>
                  </a:lnTo>
                  <a:close/>
                </a:path>
                <a:path w="4276725" h="2667000">
                  <a:moveTo>
                    <a:pt x="496849" y="2647950"/>
                  </a:moveTo>
                  <a:lnTo>
                    <a:pt x="439699" y="2647950"/>
                  </a:lnTo>
                  <a:lnTo>
                    <a:pt x="439699" y="2667000"/>
                  </a:lnTo>
                  <a:lnTo>
                    <a:pt x="496849" y="2667000"/>
                  </a:lnTo>
                  <a:lnTo>
                    <a:pt x="496849" y="2647950"/>
                  </a:lnTo>
                  <a:close/>
                </a:path>
                <a:path w="4276725" h="2667000">
                  <a:moveTo>
                    <a:pt x="513562" y="0"/>
                  </a:moveTo>
                  <a:lnTo>
                    <a:pt x="456412" y="0"/>
                  </a:lnTo>
                  <a:lnTo>
                    <a:pt x="456412" y="19050"/>
                  </a:lnTo>
                  <a:lnTo>
                    <a:pt x="513562" y="19050"/>
                  </a:lnTo>
                  <a:lnTo>
                    <a:pt x="513562" y="0"/>
                  </a:lnTo>
                  <a:close/>
                </a:path>
                <a:path w="4276725" h="2667000">
                  <a:moveTo>
                    <a:pt x="591896" y="2647950"/>
                  </a:moveTo>
                  <a:lnTo>
                    <a:pt x="534746" y="2647950"/>
                  </a:lnTo>
                  <a:lnTo>
                    <a:pt x="534746" y="2667000"/>
                  </a:lnTo>
                  <a:lnTo>
                    <a:pt x="591896" y="2667000"/>
                  </a:lnTo>
                  <a:lnTo>
                    <a:pt x="591896" y="2647950"/>
                  </a:lnTo>
                  <a:close/>
                </a:path>
                <a:path w="4276725" h="2667000">
                  <a:moveTo>
                    <a:pt x="608609" y="0"/>
                  </a:moveTo>
                  <a:lnTo>
                    <a:pt x="551459" y="0"/>
                  </a:lnTo>
                  <a:lnTo>
                    <a:pt x="551459" y="19050"/>
                  </a:lnTo>
                  <a:lnTo>
                    <a:pt x="608609" y="19050"/>
                  </a:lnTo>
                  <a:lnTo>
                    <a:pt x="608609" y="0"/>
                  </a:lnTo>
                  <a:close/>
                </a:path>
                <a:path w="4276725" h="2667000">
                  <a:moveTo>
                    <a:pt x="686955" y="2647950"/>
                  </a:moveTo>
                  <a:lnTo>
                    <a:pt x="629805" y="2647950"/>
                  </a:lnTo>
                  <a:lnTo>
                    <a:pt x="629805" y="2667000"/>
                  </a:lnTo>
                  <a:lnTo>
                    <a:pt x="686955" y="2667000"/>
                  </a:lnTo>
                  <a:lnTo>
                    <a:pt x="686955" y="2647950"/>
                  </a:lnTo>
                  <a:close/>
                </a:path>
                <a:path w="4276725" h="2667000">
                  <a:moveTo>
                    <a:pt x="703668" y="0"/>
                  </a:moveTo>
                  <a:lnTo>
                    <a:pt x="646518" y="0"/>
                  </a:lnTo>
                  <a:lnTo>
                    <a:pt x="646518" y="19050"/>
                  </a:lnTo>
                  <a:lnTo>
                    <a:pt x="703668" y="19050"/>
                  </a:lnTo>
                  <a:lnTo>
                    <a:pt x="703668" y="0"/>
                  </a:lnTo>
                  <a:close/>
                </a:path>
                <a:path w="4276725" h="2667000">
                  <a:moveTo>
                    <a:pt x="782002" y="2647950"/>
                  </a:moveTo>
                  <a:lnTo>
                    <a:pt x="724852" y="2647950"/>
                  </a:lnTo>
                  <a:lnTo>
                    <a:pt x="724852" y="2667000"/>
                  </a:lnTo>
                  <a:lnTo>
                    <a:pt x="782002" y="2667000"/>
                  </a:lnTo>
                  <a:lnTo>
                    <a:pt x="782002" y="2647950"/>
                  </a:lnTo>
                  <a:close/>
                </a:path>
                <a:path w="4276725" h="2667000">
                  <a:moveTo>
                    <a:pt x="798715" y="0"/>
                  </a:moveTo>
                  <a:lnTo>
                    <a:pt x="741565" y="0"/>
                  </a:lnTo>
                  <a:lnTo>
                    <a:pt x="741565" y="19050"/>
                  </a:lnTo>
                  <a:lnTo>
                    <a:pt x="798715" y="19050"/>
                  </a:lnTo>
                  <a:lnTo>
                    <a:pt x="798715" y="0"/>
                  </a:lnTo>
                  <a:close/>
                </a:path>
                <a:path w="4276725" h="2667000">
                  <a:moveTo>
                    <a:pt x="877049" y="2647950"/>
                  </a:moveTo>
                  <a:lnTo>
                    <a:pt x="819899" y="2647950"/>
                  </a:lnTo>
                  <a:lnTo>
                    <a:pt x="819899" y="2667000"/>
                  </a:lnTo>
                  <a:lnTo>
                    <a:pt x="877049" y="2667000"/>
                  </a:lnTo>
                  <a:lnTo>
                    <a:pt x="877049" y="2647950"/>
                  </a:lnTo>
                  <a:close/>
                </a:path>
                <a:path w="4276725" h="2667000">
                  <a:moveTo>
                    <a:pt x="893762" y="0"/>
                  </a:moveTo>
                  <a:lnTo>
                    <a:pt x="836612" y="0"/>
                  </a:lnTo>
                  <a:lnTo>
                    <a:pt x="836612" y="19050"/>
                  </a:lnTo>
                  <a:lnTo>
                    <a:pt x="893762" y="19050"/>
                  </a:lnTo>
                  <a:lnTo>
                    <a:pt x="893762" y="0"/>
                  </a:lnTo>
                  <a:close/>
                </a:path>
                <a:path w="4276725" h="2667000">
                  <a:moveTo>
                    <a:pt x="972108" y="2647950"/>
                  </a:moveTo>
                  <a:lnTo>
                    <a:pt x="914958" y="2647950"/>
                  </a:lnTo>
                  <a:lnTo>
                    <a:pt x="914958" y="2667000"/>
                  </a:lnTo>
                  <a:lnTo>
                    <a:pt x="972108" y="2667000"/>
                  </a:lnTo>
                  <a:lnTo>
                    <a:pt x="972108" y="2647950"/>
                  </a:lnTo>
                  <a:close/>
                </a:path>
                <a:path w="4276725" h="2667000">
                  <a:moveTo>
                    <a:pt x="988822" y="0"/>
                  </a:moveTo>
                  <a:lnTo>
                    <a:pt x="931672" y="0"/>
                  </a:lnTo>
                  <a:lnTo>
                    <a:pt x="931672" y="19050"/>
                  </a:lnTo>
                  <a:lnTo>
                    <a:pt x="988822" y="19050"/>
                  </a:lnTo>
                  <a:lnTo>
                    <a:pt x="988822" y="0"/>
                  </a:lnTo>
                  <a:close/>
                </a:path>
                <a:path w="4276725" h="2667000">
                  <a:moveTo>
                    <a:pt x="1067155" y="2647950"/>
                  </a:moveTo>
                  <a:lnTo>
                    <a:pt x="1010005" y="2647950"/>
                  </a:lnTo>
                  <a:lnTo>
                    <a:pt x="1010005" y="2667000"/>
                  </a:lnTo>
                  <a:lnTo>
                    <a:pt x="1067155" y="2667000"/>
                  </a:lnTo>
                  <a:lnTo>
                    <a:pt x="1067155" y="2647950"/>
                  </a:lnTo>
                  <a:close/>
                </a:path>
                <a:path w="4276725" h="2667000">
                  <a:moveTo>
                    <a:pt x="1083868" y="0"/>
                  </a:moveTo>
                  <a:lnTo>
                    <a:pt x="1026718" y="0"/>
                  </a:lnTo>
                  <a:lnTo>
                    <a:pt x="1026718" y="19050"/>
                  </a:lnTo>
                  <a:lnTo>
                    <a:pt x="1083868" y="19050"/>
                  </a:lnTo>
                  <a:lnTo>
                    <a:pt x="1083868" y="0"/>
                  </a:lnTo>
                  <a:close/>
                </a:path>
                <a:path w="4276725" h="2667000">
                  <a:moveTo>
                    <a:pt x="1162202" y="2647950"/>
                  </a:moveTo>
                  <a:lnTo>
                    <a:pt x="1105052" y="2647950"/>
                  </a:lnTo>
                  <a:lnTo>
                    <a:pt x="1105052" y="2667000"/>
                  </a:lnTo>
                  <a:lnTo>
                    <a:pt x="1162202" y="2667000"/>
                  </a:lnTo>
                  <a:lnTo>
                    <a:pt x="1162202" y="2647950"/>
                  </a:lnTo>
                  <a:close/>
                </a:path>
                <a:path w="4276725" h="2667000">
                  <a:moveTo>
                    <a:pt x="1178928" y="0"/>
                  </a:moveTo>
                  <a:lnTo>
                    <a:pt x="1121778" y="0"/>
                  </a:lnTo>
                  <a:lnTo>
                    <a:pt x="1121778" y="19050"/>
                  </a:lnTo>
                  <a:lnTo>
                    <a:pt x="1178928" y="19050"/>
                  </a:lnTo>
                  <a:lnTo>
                    <a:pt x="1178928" y="0"/>
                  </a:lnTo>
                  <a:close/>
                </a:path>
                <a:path w="4276725" h="2667000">
                  <a:moveTo>
                    <a:pt x="1257261" y="2647950"/>
                  </a:moveTo>
                  <a:lnTo>
                    <a:pt x="1200111" y="2647950"/>
                  </a:lnTo>
                  <a:lnTo>
                    <a:pt x="1200111" y="2667000"/>
                  </a:lnTo>
                  <a:lnTo>
                    <a:pt x="1257261" y="2667000"/>
                  </a:lnTo>
                  <a:lnTo>
                    <a:pt x="1257261" y="2647950"/>
                  </a:lnTo>
                  <a:close/>
                </a:path>
                <a:path w="4276725" h="2667000">
                  <a:moveTo>
                    <a:pt x="1273975" y="0"/>
                  </a:moveTo>
                  <a:lnTo>
                    <a:pt x="1216825" y="0"/>
                  </a:lnTo>
                  <a:lnTo>
                    <a:pt x="1216825" y="19050"/>
                  </a:lnTo>
                  <a:lnTo>
                    <a:pt x="1273975" y="19050"/>
                  </a:lnTo>
                  <a:lnTo>
                    <a:pt x="1273975" y="0"/>
                  </a:lnTo>
                  <a:close/>
                </a:path>
                <a:path w="4276725" h="2667000">
                  <a:moveTo>
                    <a:pt x="1352308" y="2647950"/>
                  </a:moveTo>
                  <a:lnTo>
                    <a:pt x="1295158" y="2647950"/>
                  </a:lnTo>
                  <a:lnTo>
                    <a:pt x="1295158" y="2667000"/>
                  </a:lnTo>
                  <a:lnTo>
                    <a:pt x="1352308" y="2667000"/>
                  </a:lnTo>
                  <a:lnTo>
                    <a:pt x="1352308" y="2647950"/>
                  </a:lnTo>
                  <a:close/>
                </a:path>
                <a:path w="4276725" h="2667000">
                  <a:moveTo>
                    <a:pt x="1369021" y="0"/>
                  </a:moveTo>
                  <a:lnTo>
                    <a:pt x="1311871" y="0"/>
                  </a:lnTo>
                  <a:lnTo>
                    <a:pt x="1311871" y="19050"/>
                  </a:lnTo>
                  <a:lnTo>
                    <a:pt x="1369021" y="19050"/>
                  </a:lnTo>
                  <a:lnTo>
                    <a:pt x="1369021" y="0"/>
                  </a:lnTo>
                  <a:close/>
                </a:path>
                <a:path w="4276725" h="2667000">
                  <a:moveTo>
                    <a:pt x="1447368" y="2647950"/>
                  </a:moveTo>
                  <a:lnTo>
                    <a:pt x="1390218" y="2647950"/>
                  </a:lnTo>
                  <a:lnTo>
                    <a:pt x="1390218" y="2667000"/>
                  </a:lnTo>
                  <a:lnTo>
                    <a:pt x="1447368" y="2667000"/>
                  </a:lnTo>
                  <a:lnTo>
                    <a:pt x="1447368" y="2647950"/>
                  </a:lnTo>
                  <a:close/>
                </a:path>
                <a:path w="4276725" h="2667000">
                  <a:moveTo>
                    <a:pt x="1464081" y="0"/>
                  </a:moveTo>
                  <a:lnTo>
                    <a:pt x="1406931" y="0"/>
                  </a:lnTo>
                  <a:lnTo>
                    <a:pt x="1406931" y="19050"/>
                  </a:lnTo>
                  <a:lnTo>
                    <a:pt x="1464081" y="19050"/>
                  </a:lnTo>
                  <a:lnTo>
                    <a:pt x="1464081" y="0"/>
                  </a:lnTo>
                  <a:close/>
                </a:path>
                <a:path w="4276725" h="2667000">
                  <a:moveTo>
                    <a:pt x="1542415" y="2647950"/>
                  </a:moveTo>
                  <a:lnTo>
                    <a:pt x="1485265" y="2647950"/>
                  </a:lnTo>
                  <a:lnTo>
                    <a:pt x="1485265" y="2667000"/>
                  </a:lnTo>
                  <a:lnTo>
                    <a:pt x="1542415" y="2667000"/>
                  </a:lnTo>
                  <a:lnTo>
                    <a:pt x="1542415" y="2647950"/>
                  </a:lnTo>
                  <a:close/>
                </a:path>
                <a:path w="4276725" h="2667000">
                  <a:moveTo>
                    <a:pt x="1559128" y="0"/>
                  </a:moveTo>
                  <a:lnTo>
                    <a:pt x="1501978" y="0"/>
                  </a:lnTo>
                  <a:lnTo>
                    <a:pt x="1501978" y="19050"/>
                  </a:lnTo>
                  <a:lnTo>
                    <a:pt x="1559128" y="19050"/>
                  </a:lnTo>
                  <a:lnTo>
                    <a:pt x="1559128" y="0"/>
                  </a:lnTo>
                  <a:close/>
                </a:path>
                <a:path w="4276725" h="2667000">
                  <a:moveTo>
                    <a:pt x="1637461" y="2647950"/>
                  </a:moveTo>
                  <a:lnTo>
                    <a:pt x="1580311" y="2647950"/>
                  </a:lnTo>
                  <a:lnTo>
                    <a:pt x="1580311" y="2667000"/>
                  </a:lnTo>
                  <a:lnTo>
                    <a:pt x="1637461" y="2667000"/>
                  </a:lnTo>
                  <a:lnTo>
                    <a:pt x="1637461" y="2647950"/>
                  </a:lnTo>
                  <a:close/>
                </a:path>
                <a:path w="4276725" h="2667000">
                  <a:moveTo>
                    <a:pt x="1654175" y="0"/>
                  </a:moveTo>
                  <a:lnTo>
                    <a:pt x="1597025" y="0"/>
                  </a:lnTo>
                  <a:lnTo>
                    <a:pt x="1597025" y="19050"/>
                  </a:lnTo>
                  <a:lnTo>
                    <a:pt x="1654175" y="19050"/>
                  </a:lnTo>
                  <a:lnTo>
                    <a:pt x="1654175" y="0"/>
                  </a:lnTo>
                  <a:close/>
                </a:path>
                <a:path w="4276725" h="2667000">
                  <a:moveTo>
                    <a:pt x="1732521" y="2647950"/>
                  </a:moveTo>
                  <a:lnTo>
                    <a:pt x="1675371" y="2647950"/>
                  </a:lnTo>
                  <a:lnTo>
                    <a:pt x="1675371" y="2667000"/>
                  </a:lnTo>
                  <a:lnTo>
                    <a:pt x="1732521" y="2667000"/>
                  </a:lnTo>
                  <a:lnTo>
                    <a:pt x="1732521" y="2647950"/>
                  </a:lnTo>
                  <a:close/>
                </a:path>
                <a:path w="4276725" h="2667000">
                  <a:moveTo>
                    <a:pt x="1749234" y="0"/>
                  </a:moveTo>
                  <a:lnTo>
                    <a:pt x="1692084" y="0"/>
                  </a:lnTo>
                  <a:lnTo>
                    <a:pt x="1692084" y="19050"/>
                  </a:lnTo>
                  <a:lnTo>
                    <a:pt x="1749234" y="19050"/>
                  </a:lnTo>
                  <a:lnTo>
                    <a:pt x="1749234" y="0"/>
                  </a:lnTo>
                  <a:close/>
                </a:path>
                <a:path w="4276725" h="2667000">
                  <a:moveTo>
                    <a:pt x="1827568" y="2647950"/>
                  </a:moveTo>
                  <a:lnTo>
                    <a:pt x="1770418" y="2647950"/>
                  </a:lnTo>
                  <a:lnTo>
                    <a:pt x="1770418" y="2667000"/>
                  </a:lnTo>
                  <a:lnTo>
                    <a:pt x="1827568" y="2667000"/>
                  </a:lnTo>
                  <a:lnTo>
                    <a:pt x="1827568" y="2647950"/>
                  </a:lnTo>
                  <a:close/>
                </a:path>
                <a:path w="4276725" h="2667000">
                  <a:moveTo>
                    <a:pt x="1844281" y="0"/>
                  </a:moveTo>
                  <a:lnTo>
                    <a:pt x="1787131" y="0"/>
                  </a:lnTo>
                  <a:lnTo>
                    <a:pt x="1787131" y="19050"/>
                  </a:lnTo>
                  <a:lnTo>
                    <a:pt x="1844281" y="19050"/>
                  </a:lnTo>
                  <a:lnTo>
                    <a:pt x="1844281" y="0"/>
                  </a:lnTo>
                  <a:close/>
                </a:path>
                <a:path w="4276725" h="2667000">
                  <a:moveTo>
                    <a:pt x="1922614" y="2647950"/>
                  </a:moveTo>
                  <a:lnTo>
                    <a:pt x="1865464" y="2647950"/>
                  </a:lnTo>
                  <a:lnTo>
                    <a:pt x="1865464" y="2667000"/>
                  </a:lnTo>
                  <a:lnTo>
                    <a:pt x="1922614" y="2667000"/>
                  </a:lnTo>
                  <a:lnTo>
                    <a:pt x="1922614" y="2647950"/>
                  </a:lnTo>
                  <a:close/>
                </a:path>
                <a:path w="4276725" h="2667000">
                  <a:moveTo>
                    <a:pt x="1939340" y="0"/>
                  </a:moveTo>
                  <a:lnTo>
                    <a:pt x="1882190" y="0"/>
                  </a:lnTo>
                  <a:lnTo>
                    <a:pt x="1882190" y="19050"/>
                  </a:lnTo>
                  <a:lnTo>
                    <a:pt x="1939340" y="19050"/>
                  </a:lnTo>
                  <a:lnTo>
                    <a:pt x="1939340" y="0"/>
                  </a:lnTo>
                  <a:close/>
                </a:path>
                <a:path w="4276725" h="2667000">
                  <a:moveTo>
                    <a:pt x="2017674" y="2647950"/>
                  </a:moveTo>
                  <a:lnTo>
                    <a:pt x="1960524" y="2647950"/>
                  </a:lnTo>
                  <a:lnTo>
                    <a:pt x="1960524" y="2667000"/>
                  </a:lnTo>
                  <a:lnTo>
                    <a:pt x="2017674" y="2667000"/>
                  </a:lnTo>
                  <a:lnTo>
                    <a:pt x="2017674" y="2647950"/>
                  </a:lnTo>
                  <a:close/>
                </a:path>
                <a:path w="4276725" h="2667000">
                  <a:moveTo>
                    <a:pt x="2034387" y="0"/>
                  </a:moveTo>
                  <a:lnTo>
                    <a:pt x="1977237" y="0"/>
                  </a:lnTo>
                  <a:lnTo>
                    <a:pt x="1977237" y="19050"/>
                  </a:lnTo>
                  <a:lnTo>
                    <a:pt x="2034387" y="19050"/>
                  </a:lnTo>
                  <a:lnTo>
                    <a:pt x="2034387" y="0"/>
                  </a:lnTo>
                  <a:close/>
                </a:path>
                <a:path w="4276725" h="2667000">
                  <a:moveTo>
                    <a:pt x="2112721" y="2647950"/>
                  </a:moveTo>
                  <a:lnTo>
                    <a:pt x="2055571" y="2647950"/>
                  </a:lnTo>
                  <a:lnTo>
                    <a:pt x="2055571" y="2667000"/>
                  </a:lnTo>
                  <a:lnTo>
                    <a:pt x="2112721" y="2667000"/>
                  </a:lnTo>
                  <a:lnTo>
                    <a:pt x="2112721" y="2647950"/>
                  </a:lnTo>
                  <a:close/>
                </a:path>
                <a:path w="4276725" h="2667000">
                  <a:moveTo>
                    <a:pt x="2129434" y="0"/>
                  </a:moveTo>
                  <a:lnTo>
                    <a:pt x="2072284" y="0"/>
                  </a:lnTo>
                  <a:lnTo>
                    <a:pt x="2072284" y="19050"/>
                  </a:lnTo>
                  <a:lnTo>
                    <a:pt x="2129434" y="19050"/>
                  </a:lnTo>
                  <a:lnTo>
                    <a:pt x="2129434" y="0"/>
                  </a:lnTo>
                  <a:close/>
                </a:path>
                <a:path w="4276725" h="2667000">
                  <a:moveTo>
                    <a:pt x="2207780" y="2647950"/>
                  </a:moveTo>
                  <a:lnTo>
                    <a:pt x="2150630" y="2647950"/>
                  </a:lnTo>
                  <a:lnTo>
                    <a:pt x="2150630" y="2667000"/>
                  </a:lnTo>
                  <a:lnTo>
                    <a:pt x="2207780" y="2667000"/>
                  </a:lnTo>
                  <a:lnTo>
                    <a:pt x="2207780" y="2647950"/>
                  </a:lnTo>
                  <a:close/>
                </a:path>
                <a:path w="4276725" h="2667000">
                  <a:moveTo>
                    <a:pt x="2224494" y="0"/>
                  </a:moveTo>
                  <a:lnTo>
                    <a:pt x="2167344" y="0"/>
                  </a:lnTo>
                  <a:lnTo>
                    <a:pt x="2167344" y="19050"/>
                  </a:lnTo>
                  <a:lnTo>
                    <a:pt x="2224494" y="19050"/>
                  </a:lnTo>
                  <a:lnTo>
                    <a:pt x="2224494" y="0"/>
                  </a:lnTo>
                  <a:close/>
                </a:path>
                <a:path w="4276725" h="2667000">
                  <a:moveTo>
                    <a:pt x="2302827" y="2647950"/>
                  </a:moveTo>
                  <a:lnTo>
                    <a:pt x="2245677" y="2647950"/>
                  </a:lnTo>
                  <a:lnTo>
                    <a:pt x="2245677" y="2667000"/>
                  </a:lnTo>
                  <a:lnTo>
                    <a:pt x="2302827" y="2667000"/>
                  </a:lnTo>
                  <a:lnTo>
                    <a:pt x="2302827" y="2647950"/>
                  </a:lnTo>
                  <a:close/>
                </a:path>
                <a:path w="4276725" h="2667000">
                  <a:moveTo>
                    <a:pt x="2319540" y="0"/>
                  </a:moveTo>
                  <a:lnTo>
                    <a:pt x="2262390" y="0"/>
                  </a:lnTo>
                  <a:lnTo>
                    <a:pt x="2262390" y="19050"/>
                  </a:lnTo>
                  <a:lnTo>
                    <a:pt x="2319540" y="19050"/>
                  </a:lnTo>
                  <a:lnTo>
                    <a:pt x="2319540" y="0"/>
                  </a:lnTo>
                  <a:close/>
                </a:path>
                <a:path w="4276725" h="2667000">
                  <a:moveTo>
                    <a:pt x="2397874" y="2647950"/>
                  </a:moveTo>
                  <a:lnTo>
                    <a:pt x="2340724" y="2647950"/>
                  </a:lnTo>
                  <a:lnTo>
                    <a:pt x="2340724" y="2667000"/>
                  </a:lnTo>
                  <a:lnTo>
                    <a:pt x="2397874" y="2667000"/>
                  </a:lnTo>
                  <a:lnTo>
                    <a:pt x="2397874" y="2647950"/>
                  </a:lnTo>
                  <a:close/>
                </a:path>
                <a:path w="4276725" h="2667000">
                  <a:moveTo>
                    <a:pt x="2414587" y="0"/>
                  </a:moveTo>
                  <a:lnTo>
                    <a:pt x="2357437" y="0"/>
                  </a:lnTo>
                  <a:lnTo>
                    <a:pt x="2357437" y="19050"/>
                  </a:lnTo>
                  <a:lnTo>
                    <a:pt x="2414587" y="19050"/>
                  </a:lnTo>
                  <a:lnTo>
                    <a:pt x="2414587" y="0"/>
                  </a:lnTo>
                  <a:close/>
                </a:path>
                <a:path w="4276725" h="2667000">
                  <a:moveTo>
                    <a:pt x="2492933" y="2647950"/>
                  </a:moveTo>
                  <a:lnTo>
                    <a:pt x="2435783" y="2647950"/>
                  </a:lnTo>
                  <a:lnTo>
                    <a:pt x="2435783" y="2667000"/>
                  </a:lnTo>
                  <a:lnTo>
                    <a:pt x="2492933" y="2667000"/>
                  </a:lnTo>
                  <a:lnTo>
                    <a:pt x="2492933" y="2647950"/>
                  </a:lnTo>
                  <a:close/>
                </a:path>
                <a:path w="4276725" h="2667000">
                  <a:moveTo>
                    <a:pt x="2509647" y="0"/>
                  </a:moveTo>
                  <a:lnTo>
                    <a:pt x="2452497" y="0"/>
                  </a:lnTo>
                  <a:lnTo>
                    <a:pt x="2452497" y="19050"/>
                  </a:lnTo>
                  <a:lnTo>
                    <a:pt x="2509647" y="19050"/>
                  </a:lnTo>
                  <a:lnTo>
                    <a:pt x="2509647" y="0"/>
                  </a:lnTo>
                  <a:close/>
                </a:path>
                <a:path w="4276725" h="2667000">
                  <a:moveTo>
                    <a:pt x="2587980" y="2647950"/>
                  </a:moveTo>
                  <a:lnTo>
                    <a:pt x="2530830" y="2647950"/>
                  </a:lnTo>
                  <a:lnTo>
                    <a:pt x="2530830" y="2667000"/>
                  </a:lnTo>
                  <a:lnTo>
                    <a:pt x="2587980" y="2667000"/>
                  </a:lnTo>
                  <a:lnTo>
                    <a:pt x="2587980" y="2647950"/>
                  </a:lnTo>
                  <a:close/>
                </a:path>
                <a:path w="4276725" h="2667000">
                  <a:moveTo>
                    <a:pt x="2604693" y="0"/>
                  </a:moveTo>
                  <a:lnTo>
                    <a:pt x="2547543" y="0"/>
                  </a:lnTo>
                  <a:lnTo>
                    <a:pt x="2547543" y="19050"/>
                  </a:lnTo>
                  <a:lnTo>
                    <a:pt x="2604693" y="19050"/>
                  </a:lnTo>
                  <a:lnTo>
                    <a:pt x="2604693" y="0"/>
                  </a:lnTo>
                  <a:close/>
                </a:path>
                <a:path w="4276725" h="2667000">
                  <a:moveTo>
                    <a:pt x="2683027" y="2647950"/>
                  </a:moveTo>
                  <a:lnTo>
                    <a:pt x="2625877" y="2647950"/>
                  </a:lnTo>
                  <a:lnTo>
                    <a:pt x="2625877" y="2667000"/>
                  </a:lnTo>
                  <a:lnTo>
                    <a:pt x="2683027" y="2667000"/>
                  </a:lnTo>
                  <a:lnTo>
                    <a:pt x="2683027" y="2647950"/>
                  </a:lnTo>
                  <a:close/>
                </a:path>
                <a:path w="4276725" h="2667000">
                  <a:moveTo>
                    <a:pt x="2699753" y="0"/>
                  </a:moveTo>
                  <a:lnTo>
                    <a:pt x="2642603" y="0"/>
                  </a:lnTo>
                  <a:lnTo>
                    <a:pt x="2642603" y="19050"/>
                  </a:lnTo>
                  <a:lnTo>
                    <a:pt x="2699753" y="19050"/>
                  </a:lnTo>
                  <a:lnTo>
                    <a:pt x="2699753" y="0"/>
                  </a:lnTo>
                  <a:close/>
                </a:path>
                <a:path w="4276725" h="2667000">
                  <a:moveTo>
                    <a:pt x="2778087" y="2647950"/>
                  </a:moveTo>
                  <a:lnTo>
                    <a:pt x="2720937" y="2647950"/>
                  </a:lnTo>
                  <a:lnTo>
                    <a:pt x="2720937" y="2667000"/>
                  </a:lnTo>
                  <a:lnTo>
                    <a:pt x="2778087" y="2667000"/>
                  </a:lnTo>
                  <a:lnTo>
                    <a:pt x="2778087" y="2647950"/>
                  </a:lnTo>
                  <a:close/>
                </a:path>
                <a:path w="4276725" h="2667000">
                  <a:moveTo>
                    <a:pt x="2794800" y="0"/>
                  </a:moveTo>
                  <a:lnTo>
                    <a:pt x="2737650" y="0"/>
                  </a:lnTo>
                  <a:lnTo>
                    <a:pt x="2737650" y="19050"/>
                  </a:lnTo>
                  <a:lnTo>
                    <a:pt x="2794800" y="19050"/>
                  </a:lnTo>
                  <a:lnTo>
                    <a:pt x="2794800" y="0"/>
                  </a:lnTo>
                  <a:close/>
                </a:path>
                <a:path w="4276725" h="2667000">
                  <a:moveTo>
                    <a:pt x="2873133" y="2647950"/>
                  </a:moveTo>
                  <a:lnTo>
                    <a:pt x="2815983" y="2647950"/>
                  </a:lnTo>
                  <a:lnTo>
                    <a:pt x="2815983" y="2667000"/>
                  </a:lnTo>
                  <a:lnTo>
                    <a:pt x="2873133" y="2667000"/>
                  </a:lnTo>
                  <a:lnTo>
                    <a:pt x="2873133" y="2647950"/>
                  </a:lnTo>
                  <a:close/>
                </a:path>
                <a:path w="4276725" h="2667000">
                  <a:moveTo>
                    <a:pt x="2889847" y="0"/>
                  </a:moveTo>
                  <a:lnTo>
                    <a:pt x="2832697" y="0"/>
                  </a:lnTo>
                  <a:lnTo>
                    <a:pt x="2832697" y="19050"/>
                  </a:lnTo>
                  <a:lnTo>
                    <a:pt x="2889847" y="19050"/>
                  </a:lnTo>
                  <a:lnTo>
                    <a:pt x="2889847" y="0"/>
                  </a:lnTo>
                  <a:close/>
                </a:path>
                <a:path w="4276725" h="2667000">
                  <a:moveTo>
                    <a:pt x="2968193" y="2647950"/>
                  </a:moveTo>
                  <a:lnTo>
                    <a:pt x="2911043" y="2647950"/>
                  </a:lnTo>
                  <a:lnTo>
                    <a:pt x="2911043" y="2667000"/>
                  </a:lnTo>
                  <a:lnTo>
                    <a:pt x="2968193" y="2667000"/>
                  </a:lnTo>
                  <a:lnTo>
                    <a:pt x="2968193" y="2647950"/>
                  </a:lnTo>
                  <a:close/>
                </a:path>
                <a:path w="4276725" h="2667000">
                  <a:moveTo>
                    <a:pt x="2984906" y="0"/>
                  </a:moveTo>
                  <a:lnTo>
                    <a:pt x="2927756" y="0"/>
                  </a:lnTo>
                  <a:lnTo>
                    <a:pt x="2927756" y="19050"/>
                  </a:lnTo>
                  <a:lnTo>
                    <a:pt x="2984906" y="19050"/>
                  </a:lnTo>
                  <a:lnTo>
                    <a:pt x="2984906" y="0"/>
                  </a:lnTo>
                  <a:close/>
                </a:path>
                <a:path w="4276725" h="2667000">
                  <a:moveTo>
                    <a:pt x="3063240" y="2647950"/>
                  </a:moveTo>
                  <a:lnTo>
                    <a:pt x="3006090" y="2647950"/>
                  </a:lnTo>
                  <a:lnTo>
                    <a:pt x="3006090" y="2667000"/>
                  </a:lnTo>
                  <a:lnTo>
                    <a:pt x="3063240" y="2667000"/>
                  </a:lnTo>
                  <a:lnTo>
                    <a:pt x="3063240" y="2647950"/>
                  </a:lnTo>
                  <a:close/>
                </a:path>
                <a:path w="4276725" h="2667000">
                  <a:moveTo>
                    <a:pt x="3079953" y="0"/>
                  </a:moveTo>
                  <a:lnTo>
                    <a:pt x="3022803" y="0"/>
                  </a:lnTo>
                  <a:lnTo>
                    <a:pt x="3022803" y="19050"/>
                  </a:lnTo>
                  <a:lnTo>
                    <a:pt x="3079953" y="19050"/>
                  </a:lnTo>
                  <a:lnTo>
                    <a:pt x="3079953" y="0"/>
                  </a:lnTo>
                  <a:close/>
                </a:path>
                <a:path w="4276725" h="2667000">
                  <a:moveTo>
                    <a:pt x="3158286" y="2647950"/>
                  </a:moveTo>
                  <a:lnTo>
                    <a:pt x="3101136" y="2647950"/>
                  </a:lnTo>
                  <a:lnTo>
                    <a:pt x="3101136" y="2667000"/>
                  </a:lnTo>
                  <a:lnTo>
                    <a:pt x="3158286" y="2667000"/>
                  </a:lnTo>
                  <a:lnTo>
                    <a:pt x="3158286" y="2647950"/>
                  </a:lnTo>
                  <a:close/>
                </a:path>
                <a:path w="4276725" h="2667000">
                  <a:moveTo>
                    <a:pt x="3175000" y="0"/>
                  </a:moveTo>
                  <a:lnTo>
                    <a:pt x="3117850" y="0"/>
                  </a:lnTo>
                  <a:lnTo>
                    <a:pt x="3117850" y="19050"/>
                  </a:lnTo>
                  <a:lnTo>
                    <a:pt x="3175000" y="19050"/>
                  </a:lnTo>
                  <a:lnTo>
                    <a:pt x="3175000" y="0"/>
                  </a:lnTo>
                  <a:close/>
                </a:path>
                <a:path w="4276725" h="2667000">
                  <a:moveTo>
                    <a:pt x="3253346" y="2647950"/>
                  </a:moveTo>
                  <a:lnTo>
                    <a:pt x="3196196" y="2647950"/>
                  </a:lnTo>
                  <a:lnTo>
                    <a:pt x="3196196" y="2667000"/>
                  </a:lnTo>
                  <a:lnTo>
                    <a:pt x="3253346" y="2667000"/>
                  </a:lnTo>
                  <a:lnTo>
                    <a:pt x="3253346" y="2647950"/>
                  </a:lnTo>
                  <a:close/>
                </a:path>
                <a:path w="4276725" h="2667000">
                  <a:moveTo>
                    <a:pt x="3270059" y="0"/>
                  </a:moveTo>
                  <a:lnTo>
                    <a:pt x="3212909" y="0"/>
                  </a:lnTo>
                  <a:lnTo>
                    <a:pt x="3212909" y="19050"/>
                  </a:lnTo>
                  <a:lnTo>
                    <a:pt x="3270059" y="19050"/>
                  </a:lnTo>
                  <a:lnTo>
                    <a:pt x="3270059" y="0"/>
                  </a:lnTo>
                  <a:close/>
                </a:path>
                <a:path w="4276725" h="2667000">
                  <a:moveTo>
                    <a:pt x="3348393" y="2647950"/>
                  </a:moveTo>
                  <a:lnTo>
                    <a:pt x="3291243" y="2647950"/>
                  </a:lnTo>
                  <a:lnTo>
                    <a:pt x="3291243" y="2667000"/>
                  </a:lnTo>
                  <a:lnTo>
                    <a:pt x="3348393" y="2667000"/>
                  </a:lnTo>
                  <a:lnTo>
                    <a:pt x="3348393" y="2647950"/>
                  </a:lnTo>
                  <a:close/>
                </a:path>
                <a:path w="4276725" h="2667000">
                  <a:moveTo>
                    <a:pt x="3365106" y="0"/>
                  </a:moveTo>
                  <a:lnTo>
                    <a:pt x="3307956" y="0"/>
                  </a:lnTo>
                  <a:lnTo>
                    <a:pt x="3307956" y="19050"/>
                  </a:lnTo>
                  <a:lnTo>
                    <a:pt x="3365106" y="19050"/>
                  </a:lnTo>
                  <a:lnTo>
                    <a:pt x="3365106" y="0"/>
                  </a:lnTo>
                  <a:close/>
                </a:path>
                <a:path w="4276725" h="2667000">
                  <a:moveTo>
                    <a:pt x="3443452" y="2647950"/>
                  </a:moveTo>
                  <a:lnTo>
                    <a:pt x="3386302" y="2647950"/>
                  </a:lnTo>
                  <a:lnTo>
                    <a:pt x="3386302" y="2667000"/>
                  </a:lnTo>
                  <a:lnTo>
                    <a:pt x="3443452" y="2667000"/>
                  </a:lnTo>
                  <a:lnTo>
                    <a:pt x="3443452" y="2647950"/>
                  </a:lnTo>
                  <a:close/>
                </a:path>
                <a:path w="4276725" h="2667000">
                  <a:moveTo>
                    <a:pt x="3460165" y="0"/>
                  </a:moveTo>
                  <a:lnTo>
                    <a:pt x="3403015" y="0"/>
                  </a:lnTo>
                  <a:lnTo>
                    <a:pt x="3403015" y="19050"/>
                  </a:lnTo>
                  <a:lnTo>
                    <a:pt x="3460165" y="19050"/>
                  </a:lnTo>
                  <a:lnTo>
                    <a:pt x="3460165" y="0"/>
                  </a:lnTo>
                  <a:close/>
                </a:path>
                <a:path w="4276725" h="2667000">
                  <a:moveTo>
                    <a:pt x="3538499" y="2647950"/>
                  </a:moveTo>
                  <a:lnTo>
                    <a:pt x="3481349" y="2647950"/>
                  </a:lnTo>
                  <a:lnTo>
                    <a:pt x="3481349" y="2667000"/>
                  </a:lnTo>
                  <a:lnTo>
                    <a:pt x="3538499" y="2667000"/>
                  </a:lnTo>
                  <a:lnTo>
                    <a:pt x="3538499" y="2647950"/>
                  </a:lnTo>
                  <a:close/>
                </a:path>
                <a:path w="4276725" h="2667000">
                  <a:moveTo>
                    <a:pt x="3555212" y="0"/>
                  </a:moveTo>
                  <a:lnTo>
                    <a:pt x="3498062" y="0"/>
                  </a:lnTo>
                  <a:lnTo>
                    <a:pt x="3498062" y="19050"/>
                  </a:lnTo>
                  <a:lnTo>
                    <a:pt x="3555212" y="19050"/>
                  </a:lnTo>
                  <a:lnTo>
                    <a:pt x="3555212" y="0"/>
                  </a:lnTo>
                  <a:close/>
                </a:path>
                <a:path w="4276725" h="2667000">
                  <a:moveTo>
                    <a:pt x="3633546" y="2647950"/>
                  </a:moveTo>
                  <a:lnTo>
                    <a:pt x="3576396" y="2647950"/>
                  </a:lnTo>
                  <a:lnTo>
                    <a:pt x="3576396" y="2667000"/>
                  </a:lnTo>
                  <a:lnTo>
                    <a:pt x="3633546" y="2667000"/>
                  </a:lnTo>
                  <a:lnTo>
                    <a:pt x="3633546" y="2647950"/>
                  </a:lnTo>
                  <a:close/>
                </a:path>
                <a:path w="4276725" h="2667000">
                  <a:moveTo>
                    <a:pt x="3650259" y="0"/>
                  </a:moveTo>
                  <a:lnTo>
                    <a:pt x="3593109" y="0"/>
                  </a:lnTo>
                  <a:lnTo>
                    <a:pt x="3593109" y="19050"/>
                  </a:lnTo>
                  <a:lnTo>
                    <a:pt x="3650259" y="19050"/>
                  </a:lnTo>
                  <a:lnTo>
                    <a:pt x="3650259" y="0"/>
                  </a:lnTo>
                  <a:close/>
                </a:path>
                <a:path w="4276725" h="2667000">
                  <a:moveTo>
                    <a:pt x="3728605" y="2647950"/>
                  </a:moveTo>
                  <a:lnTo>
                    <a:pt x="3671455" y="2647950"/>
                  </a:lnTo>
                  <a:lnTo>
                    <a:pt x="3671455" y="2667000"/>
                  </a:lnTo>
                  <a:lnTo>
                    <a:pt x="3728605" y="2667000"/>
                  </a:lnTo>
                  <a:lnTo>
                    <a:pt x="3728605" y="2647950"/>
                  </a:lnTo>
                  <a:close/>
                </a:path>
                <a:path w="4276725" h="2667000">
                  <a:moveTo>
                    <a:pt x="3745319" y="0"/>
                  </a:moveTo>
                  <a:lnTo>
                    <a:pt x="3688169" y="0"/>
                  </a:lnTo>
                  <a:lnTo>
                    <a:pt x="3688169" y="19050"/>
                  </a:lnTo>
                  <a:lnTo>
                    <a:pt x="3745319" y="19050"/>
                  </a:lnTo>
                  <a:lnTo>
                    <a:pt x="3745319" y="0"/>
                  </a:lnTo>
                  <a:close/>
                </a:path>
                <a:path w="4276725" h="2667000">
                  <a:moveTo>
                    <a:pt x="3823652" y="2647950"/>
                  </a:moveTo>
                  <a:lnTo>
                    <a:pt x="3766502" y="2647950"/>
                  </a:lnTo>
                  <a:lnTo>
                    <a:pt x="3766502" y="2667000"/>
                  </a:lnTo>
                  <a:lnTo>
                    <a:pt x="3823652" y="2667000"/>
                  </a:lnTo>
                  <a:lnTo>
                    <a:pt x="3823652" y="2647950"/>
                  </a:lnTo>
                  <a:close/>
                </a:path>
                <a:path w="4276725" h="2667000">
                  <a:moveTo>
                    <a:pt x="3840365" y="0"/>
                  </a:moveTo>
                  <a:lnTo>
                    <a:pt x="3783215" y="0"/>
                  </a:lnTo>
                  <a:lnTo>
                    <a:pt x="3783215" y="19050"/>
                  </a:lnTo>
                  <a:lnTo>
                    <a:pt x="3840365" y="19050"/>
                  </a:lnTo>
                  <a:lnTo>
                    <a:pt x="3840365" y="0"/>
                  </a:lnTo>
                  <a:close/>
                </a:path>
                <a:path w="4276725" h="2667000">
                  <a:moveTo>
                    <a:pt x="3918699" y="2647950"/>
                  </a:moveTo>
                  <a:lnTo>
                    <a:pt x="3861549" y="2647950"/>
                  </a:lnTo>
                  <a:lnTo>
                    <a:pt x="3861549" y="2667000"/>
                  </a:lnTo>
                  <a:lnTo>
                    <a:pt x="3918699" y="2667000"/>
                  </a:lnTo>
                  <a:lnTo>
                    <a:pt x="3918699" y="2647950"/>
                  </a:lnTo>
                  <a:close/>
                </a:path>
                <a:path w="4276725" h="2667000">
                  <a:moveTo>
                    <a:pt x="3935412" y="0"/>
                  </a:moveTo>
                  <a:lnTo>
                    <a:pt x="3878262" y="0"/>
                  </a:lnTo>
                  <a:lnTo>
                    <a:pt x="3878262" y="19050"/>
                  </a:lnTo>
                  <a:lnTo>
                    <a:pt x="3935412" y="19050"/>
                  </a:lnTo>
                  <a:lnTo>
                    <a:pt x="3935412" y="0"/>
                  </a:lnTo>
                  <a:close/>
                </a:path>
                <a:path w="4276725" h="2667000">
                  <a:moveTo>
                    <a:pt x="4013758" y="2647950"/>
                  </a:moveTo>
                  <a:lnTo>
                    <a:pt x="3956608" y="2647950"/>
                  </a:lnTo>
                  <a:lnTo>
                    <a:pt x="3956608" y="2667000"/>
                  </a:lnTo>
                  <a:lnTo>
                    <a:pt x="4013758" y="2667000"/>
                  </a:lnTo>
                  <a:lnTo>
                    <a:pt x="4013758" y="2647950"/>
                  </a:lnTo>
                  <a:close/>
                </a:path>
                <a:path w="4276725" h="2667000">
                  <a:moveTo>
                    <a:pt x="4030472" y="0"/>
                  </a:moveTo>
                  <a:lnTo>
                    <a:pt x="3973322" y="0"/>
                  </a:lnTo>
                  <a:lnTo>
                    <a:pt x="3973322" y="19050"/>
                  </a:lnTo>
                  <a:lnTo>
                    <a:pt x="4030472" y="19050"/>
                  </a:lnTo>
                  <a:lnTo>
                    <a:pt x="4030472" y="0"/>
                  </a:lnTo>
                  <a:close/>
                </a:path>
                <a:path w="4276725" h="2667000">
                  <a:moveTo>
                    <a:pt x="4108805" y="2647950"/>
                  </a:moveTo>
                  <a:lnTo>
                    <a:pt x="4051655" y="2647950"/>
                  </a:lnTo>
                  <a:lnTo>
                    <a:pt x="4051655" y="2667000"/>
                  </a:lnTo>
                  <a:lnTo>
                    <a:pt x="4108805" y="2667000"/>
                  </a:lnTo>
                  <a:lnTo>
                    <a:pt x="4108805" y="2647950"/>
                  </a:lnTo>
                  <a:close/>
                </a:path>
                <a:path w="4276725" h="2667000">
                  <a:moveTo>
                    <a:pt x="4125518" y="0"/>
                  </a:moveTo>
                  <a:lnTo>
                    <a:pt x="4068368" y="0"/>
                  </a:lnTo>
                  <a:lnTo>
                    <a:pt x="4068368" y="19050"/>
                  </a:lnTo>
                  <a:lnTo>
                    <a:pt x="4125518" y="19050"/>
                  </a:lnTo>
                  <a:lnTo>
                    <a:pt x="4125518" y="0"/>
                  </a:lnTo>
                  <a:close/>
                </a:path>
                <a:path w="4276725" h="2667000">
                  <a:moveTo>
                    <a:pt x="4204144" y="2666835"/>
                  </a:moveTo>
                  <a:lnTo>
                    <a:pt x="4203242" y="2647950"/>
                  </a:lnTo>
                  <a:lnTo>
                    <a:pt x="4146702" y="2647950"/>
                  </a:lnTo>
                  <a:lnTo>
                    <a:pt x="4146702" y="2667000"/>
                  </a:lnTo>
                  <a:lnTo>
                    <a:pt x="4200525" y="2667000"/>
                  </a:lnTo>
                  <a:lnTo>
                    <a:pt x="4204144" y="2666835"/>
                  </a:lnTo>
                  <a:close/>
                </a:path>
                <a:path w="4276725" h="2667000">
                  <a:moveTo>
                    <a:pt x="4222978" y="3403"/>
                  </a:moveTo>
                  <a:lnTo>
                    <a:pt x="4222623" y="3263"/>
                  </a:lnTo>
                  <a:lnTo>
                    <a:pt x="4215396" y="1460"/>
                  </a:lnTo>
                  <a:lnTo>
                    <a:pt x="4208030" y="368"/>
                  </a:lnTo>
                  <a:lnTo>
                    <a:pt x="4200525" y="0"/>
                  </a:lnTo>
                  <a:lnTo>
                    <a:pt x="4163428" y="0"/>
                  </a:lnTo>
                  <a:lnTo>
                    <a:pt x="4163428" y="19050"/>
                  </a:lnTo>
                  <a:lnTo>
                    <a:pt x="4208107" y="19050"/>
                  </a:lnTo>
                  <a:lnTo>
                    <a:pt x="4215396" y="20510"/>
                  </a:lnTo>
                  <a:lnTo>
                    <a:pt x="4217441" y="21348"/>
                  </a:lnTo>
                  <a:lnTo>
                    <a:pt x="4222978" y="3403"/>
                  </a:lnTo>
                  <a:close/>
                </a:path>
                <a:path w="4276725" h="2667000">
                  <a:moveTo>
                    <a:pt x="4276433" y="2597023"/>
                  </a:moveTo>
                  <a:lnTo>
                    <a:pt x="4257675" y="2595486"/>
                  </a:lnTo>
                  <a:lnTo>
                    <a:pt x="4257675" y="2598318"/>
                  </a:lnTo>
                  <a:lnTo>
                    <a:pt x="4256227" y="2605671"/>
                  </a:lnTo>
                  <a:lnTo>
                    <a:pt x="4250423" y="2619679"/>
                  </a:lnTo>
                  <a:lnTo>
                    <a:pt x="4246296" y="2625852"/>
                  </a:lnTo>
                  <a:lnTo>
                    <a:pt x="4240936" y="2631211"/>
                  </a:lnTo>
                  <a:lnTo>
                    <a:pt x="4235577" y="2636570"/>
                  </a:lnTo>
                  <a:lnTo>
                    <a:pt x="4233989" y="2637637"/>
                  </a:lnTo>
                  <a:lnTo>
                    <a:pt x="4244784" y="2652750"/>
                  </a:lnTo>
                  <a:lnTo>
                    <a:pt x="4248848" y="2649740"/>
                  </a:lnTo>
                  <a:lnTo>
                    <a:pt x="4271035" y="2619679"/>
                  </a:lnTo>
                  <a:lnTo>
                    <a:pt x="4273474" y="2612898"/>
                  </a:lnTo>
                  <a:lnTo>
                    <a:pt x="4275277" y="2605671"/>
                  </a:lnTo>
                  <a:lnTo>
                    <a:pt x="4276369" y="2598318"/>
                  </a:lnTo>
                  <a:lnTo>
                    <a:pt x="4276433" y="2597023"/>
                  </a:lnTo>
                  <a:close/>
                </a:path>
                <a:path w="4276725" h="2667000">
                  <a:moveTo>
                    <a:pt x="4276725" y="2501430"/>
                  </a:moveTo>
                  <a:lnTo>
                    <a:pt x="4257675" y="2501430"/>
                  </a:lnTo>
                  <a:lnTo>
                    <a:pt x="4257675" y="2558580"/>
                  </a:lnTo>
                  <a:lnTo>
                    <a:pt x="4276725" y="2558580"/>
                  </a:lnTo>
                  <a:lnTo>
                    <a:pt x="4276725" y="2501430"/>
                  </a:lnTo>
                  <a:close/>
                </a:path>
                <a:path w="4276725" h="2667000">
                  <a:moveTo>
                    <a:pt x="4276725" y="2406383"/>
                  </a:moveTo>
                  <a:lnTo>
                    <a:pt x="4257675" y="2406383"/>
                  </a:lnTo>
                  <a:lnTo>
                    <a:pt x="4257675" y="2463533"/>
                  </a:lnTo>
                  <a:lnTo>
                    <a:pt x="4276725" y="2463533"/>
                  </a:lnTo>
                  <a:lnTo>
                    <a:pt x="4276725" y="2406383"/>
                  </a:lnTo>
                  <a:close/>
                </a:path>
                <a:path w="4276725" h="2667000">
                  <a:moveTo>
                    <a:pt x="4276725" y="2311323"/>
                  </a:moveTo>
                  <a:lnTo>
                    <a:pt x="4257675" y="2311323"/>
                  </a:lnTo>
                  <a:lnTo>
                    <a:pt x="4257675" y="2368473"/>
                  </a:lnTo>
                  <a:lnTo>
                    <a:pt x="4276725" y="2368473"/>
                  </a:lnTo>
                  <a:lnTo>
                    <a:pt x="4276725" y="2311323"/>
                  </a:lnTo>
                  <a:close/>
                </a:path>
                <a:path w="4276725" h="2667000">
                  <a:moveTo>
                    <a:pt x="4276725" y="2216277"/>
                  </a:moveTo>
                  <a:lnTo>
                    <a:pt x="4257675" y="2216277"/>
                  </a:lnTo>
                  <a:lnTo>
                    <a:pt x="4257675" y="2273427"/>
                  </a:lnTo>
                  <a:lnTo>
                    <a:pt x="4276725" y="2273427"/>
                  </a:lnTo>
                  <a:lnTo>
                    <a:pt x="4276725" y="2216277"/>
                  </a:lnTo>
                  <a:close/>
                </a:path>
                <a:path w="4276725" h="2667000">
                  <a:moveTo>
                    <a:pt x="4276725" y="2121230"/>
                  </a:moveTo>
                  <a:lnTo>
                    <a:pt x="4257675" y="2121230"/>
                  </a:lnTo>
                  <a:lnTo>
                    <a:pt x="4257675" y="2178380"/>
                  </a:lnTo>
                  <a:lnTo>
                    <a:pt x="4276725" y="2178380"/>
                  </a:lnTo>
                  <a:lnTo>
                    <a:pt x="4276725" y="2121230"/>
                  </a:lnTo>
                  <a:close/>
                </a:path>
                <a:path w="4276725" h="2667000">
                  <a:moveTo>
                    <a:pt x="4276725" y="2026170"/>
                  </a:moveTo>
                  <a:lnTo>
                    <a:pt x="4257675" y="2026170"/>
                  </a:lnTo>
                  <a:lnTo>
                    <a:pt x="4257675" y="2083320"/>
                  </a:lnTo>
                  <a:lnTo>
                    <a:pt x="4276725" y="2083320"/>
                  </a:lnTo>
                  <a:lnTo>
                    <a:pt x="4276725" y="2026170"/>
                  </a:lnTo>
                  <a:close/>
                </a:path>
                <a:path w="4276725" h="2667000">
                  <a:moveTo>
                    <a:pt x="4276725" y="1931123"/>
                  </a:moveTo>
                  <a:lnTo>
                    <a:pt x="4257675" y="1931123"/>
                  </a:lnTo>
                  <a:lnTo>
                    <a:pt x="4257675" y="1988273"/>
                  </a:lnTo>
                  <a:lnTo>
                    <a:pt x="4276725" y="1988273"/>
                  </a:lnTo>
                  <a:lnTo>
                    <a:pt x="4276725" y="1931123"/>
                  </a:lnTo>
                  <a:close/>
                </a:path>
                <a:path w="4276725" h="2667000">
                  <a:moveTo>
                    <a:pt x="4276725" y="1836077"/>
                  </a:moveTo>
                  <a:lnTo>
                    <a:pt x="4257675" y="1836077"/>
                  </a:lnTo>
                  <a:lnTo>
                    <a:pt x="4257675" y="1893227"/>
                  </a:lnTo>
                  <a:lnTo>
                    <a:pt x="4276725" y="1893227"/>
                  </a:lnTo>
                  <a:lnTo>
                    <a:pt x="4276725" y="1836077"/>
                  </a:lnTo>
                  <a:close/>
                </a:path>
                <a:path w="4276725" h="2667000">
                  <a:moveTo>
                    <a:pt x="4276725" y="1741017"/>
                  </a:moveTo>
                  <a:lnTo>
                    <a:pt x="4257675" y="1741017"/>
                  </a:lnTo>
                  <a:lnTo>
                    <a:pt x="4257675" y="1798167"/>
                  </a:lnTo>
                  <a:lnTo>
                    <a:pt x="4276725" y="1798167"/>
                  </a:lnTo>
                  <a:lnTo>
                    <a:pt x="4276725" y="1741017"/>
                  </a:lnTo>
                  <a:close/>
                </a:path>
                <a:path w="4276725" h="2667000">
                  <a:moveTo>
                    <a:pt x="4276725" y="1645970"/>
                  </a:moveTo>
                  <a:lnTo>
                    <a:pt x="4257675" y="1645970"/>
                  </a:lnTo>
                  <a:lnTo>
                    <a:pt x="4257675" y="1703120"/>
                  </a:lnTo>
                  <a:lnTo>
                    <a:pt x="4276725" y="1703120"/>
                  </a:lnTo>
                  <a:lnTo>
                    <a:pt x="4276725" y="1645970"/>
                  </a:lnTo>
                  <a:close/>
                </a:path>
                <a:path w="4276725" h="2667000">
                  <a:moveTo>
                    <a:pt x="4276725" y="1550911"/>
                  </a:moveTo>
                  <a:lnTo>
                    <a:pt x="4257675" y="1550911"/>
                  </a:lnTo>
                  <a:lnTo>
                    <a:pt x="4257675" y="1608061"/>
                  </a:lnTo>
                  <a:lnTo>
                    <a:pt x="4276725" y="1608061"/>
                  </a:lnTo>
                  <a:lnTo>
                    <a:pt x="4276725" y="1550911"/>
                  </a:lnTo>
                  <a:close/>
                </a:path>
                <a:path w="4276725" h="2667000">
                  <a:moveTo>
                    <a:pt x="4276725" y="1455864"/>
                  </a:moveTo>
                  <a:lnTo>
                    <a:pt x="4257675" y="1455864"/>
                  </a:lnTo>
                  <a:lnTo>
                    <a:pt x="4257675" y="1513014"/>
                  </a:lnTo>
                  <a:lnTo>
                    <a:pt x="4276725" y="1513014"/>
                  </a:lnTo>
                  <a:lnTo>
                    <a:pt x="4276725" y="1455864"/>
                  </a:lnTo>
                  <a:close/>
                </a:path>
                <a:path w="4276725" h="2667000">
                  <a:moveTo>
                    <a:pt x="4276725" y="1360817"/>
                  </a:moveTo>
                  <a:lnTo>
                    <a:pt x="4257675" y="1360817"/>
                  </a:lnTo>
                  <a:lnTo>
                    <a:pt x="4257675" y="1417967"/>
                  </a:lnTo>
                  <a:lnTo>
                    <a:pt x="4276725" y="1417967"/>
                  </a:lnTo>
                  <a:lnTo>
                    <a:pt x="4276725" y="1360817"/>
                  </a:lnTo>
                  <a:close/>
                </a:path>
                <a:path w="4276725" h="2667000">
                  <a:moveTo>
                    <a:pt x="4276725" y="1265758"/>
                  </a:moveTo>
                  <a:lnTo>
                    <a:pt x="4257675" y="1265758"/>
                  </a:lnTo>
                  <a:lnTo>
                    <a:pt x="4257675" y="1322908"/>
                  </a:lnTo>
                  <a:lnTo>
                    <a:pt x="4276725" y="1322908"/>
                  </a:lnTo>
                  <a:lnTo>
                    <a:pt x="4276725" y="1265758"/>
                  </a:lnTo>
                  <a:close/>
                </a:path>
                <a:path w="4276725" h="2667000">
                  <a:moveTo>
                    <a:pt x="4276725" y="1170711"/>
                  </a:moveTo>
                  <a:lnTo>
                    <a:pt x="4257675" y="1170711"/>
                  </a:lnTo>
                  <a:lnTo>
                    <a:pt x="4257675" y="1227861"/>
                  </a:lnTo>
                  <a:lnTo>
                    <a:pt x="4276725" y="1227861"/>
                  </a:lnTo>
                  <a:lnTo>
                    <a:pt x="4276725" y="1170711"/>
                  </a:lnTo>
                  <a:close/>
                </a:path>
                <a:path w="4276725" h="2667000">
                  <a:moveTo>
                    <a:pt x="4276725" y="1075664"/>
                  </a:moveTo>
                  <a:lnTo>
                    <a:pt x="4257675" y="1075664"/>
                  </a:lnTo>
                  <a:lnTo>
                    <a:pt x="4257675" y="1132814"/>
                  </a:lnTo>
                  <a:lnTo>
                    <a:pt x="4276725" y="1132814"/>
                  </a:lnTo>
                  <a:lnTo>
                    <a:pt x="4276725" y="1075664"/>
                  </a:lnTo>
                  <a:close/>
                </a:path>
                <a:path w="4276725" h="2667000">
                  <a:moveTo>
                    <a:pt x="4276725" y="980605"/>
                  </a:moveTo>
                  <a:lnTo>
                    <a:pt x="4257675" y="980605"/>
                  </a:lnTo>
                  <a:lnTo>
                    <a:pt x="4257675" y="1037755"/>
                  </a:lnTo>
                  <a:lnTo>
                    <a:pt x="4276725" y="1037755"/>
                  </a:lnTo>
                  <a:lnTo>
                    <a:pt x="4276725" y="980605"/>
                  </a:lnTo>
                  <a:close/>
                </a:path>
                <a:path w="4276725" h="2667000">
                  <a:moveTo>
                    <a:pt x="4276725" y="885558"/>
                  </a:moveTo>
                  <a:lnTo>
                    <a:pt x="4257675" y="885558"/>
                  </a:lnTo>
                  <a:lnTo>
                    <a:pt x="4257675" y="942708"/>
                  </a:lnTo>
                  <a:lnTo>
                    <a:pt x="4276725" y="942708"/>
                  </a:lnTo>
                  <a:lnTo>
                    <a:pt x="4276725" y="885558"/>
                  </a:lnTo>
                  <a:close/>
                </a:path>
                <a:path w="4276725" h="2667000">
                  <a:moveTo>
                    <a:pt x="4276725" y="790498"/>
                  </a:moveTo>
                  <a:lnTo>
                    <a:pt x="4257675" y="790498"/>
                  </a:lnTo>
                  <a:lnTo>
                    <a:pt x="4257675" y="847648"/>
                  </a:lnTo>
                  <a:lnTo>
                    <a:pt x="4276725" y="847648"/>
                  </a:lnTo>
                  <a:lnTo>
                    <a:pt x="4276725" y="790498"/>
                  </a:lnTo>
                  <a:close/>
                </a:path>
                <a:path w="4276725" h="2667000">
                  <a:moveTo>
                    <a:pt x="4276725" y="695452"/>
                  </a:moveTo>
                  <a:lnTo>
                    <a:pt x="4257675" y="695452"/>
                  </a:lnTo>
                  <a:lnTo>
                    <a:pt x="4257675" y="752602"/>
                  </a:lnTo>
                  <a:lnTo>
                    <a:pt x="4276725" y="752602"/>
                  </a:lnTo>
                  <a:lnTo>
                    <a:pt x="4276725" y="695452"/>
                  </a:lnTo>
                  <a:close/>
                </a:path>
                <a:path w="4276725" h="2667000">
                  <a:moveTo>
                    <a:pt x="4276725" y="600405"/>
                  </a:moveTo>
                  <a:lnTo>
                    <a:pt x="4257675" y="600405"/>
                  </a:lnTo>
                  <a:lnTo>
                    <a:pt x="4257675" y="657555"/>
                  </a:lnTo>
                  <a:lnTo>
                    <a:pt x="4276725" y="657555"/>
                  </a:lnTo>
                  <a:lnTo>
                    <a:pt x="4276725" y="600405"/>
                  </a:lnTo>
                  <a:close/>
                </a:path>
                <a:path w="4276725" h="2667000">
                  <a:moveTo>
                    <a:pt x="4276725" y="505345"/>
                  </a:moveTo>
                  <a:lnTo>
                    <a:pt x="4257675" y="505345"/>
                  </a:lnTo>
                  <a:lnTo>
                    <a:pt x="4257675" y="562495"/>
                  </a:lnTo>
                  <a:lnTo>
                    <a:pt x="4276725" y="562495"/>
                  </a:lnTo>
                  <a:lnTo>
                    <a:pt x="4276725" y="505345"/>
                  </a:lnTo>
                  <a:close/>
                </a:path>
                <a:path w="4276725" h="2667000">
                  <a:moveTo>
                    <a:pt x="4276725" y="410298"/>
                  </a:moveTo>
                  <a:lnTo>
                    <a:pt x="4257675" y="410298"/>
                  </a:lnTo>
                  <a:lnTo>
                    <a:pt x="4257675" y="467448"/>
                  </a:lnTo>
                  <a:lnTo>
                    <a:pt x="4276725" y="467448"/>
                  </a:lnTo>
                  <a:lnTo>
                    <a:pt x="4276725" y="410298"/>
                  </a:lnTo>
                  <a:close/>
                </a:path>
                <a:path w="4276725" h="2667000">
                  <a:moveTo>
                    <a:pt x="4276725" y="315252"/>
                  </a:moveTo>
                  <a:lnTo>
                    <a:pt x="4257675" y="315252"/>
                  </a:lnTo>
                  <a:lnTo>
                    <a:pt x="4257675" y="372402"/>
                  </a:lnTo>
                  <a:lnTo>
                    <a:pt x="4276725" y="372402"/>
                  </a:lnTo>
                  <a:lnTo>
                    <a:pt x="4276725" y="315252"/>
                  </a:lnTo>
                  <a:close/>
                </a:path>
                <a:path w="4276725" h="2667000">
                  <a:moveTo>
                    <a:pt x="4276725" y="220192"/>
                  </a:moveTo>
                  <a:lnTo>
                    <a:pt x="4257675" y="220192"/>
                  </a:lnTo>
                  <a:lnTo>
                    <a:pt x="4257675" y="277342"/>
                  </a:lnTo>
                  <a:lnTo>
                    <a:pt x="4276725" y="277342"/>
                  </a:lnTo>
                  <a:lnTo>
                    <a:pt x="4276725" y="220192"/>
                  </a:lnTo>
                  <a:close/>
                </a:path>
                <a:path w="4276725" h="2667000">
                  <a:moveTo>
                    <a:pt x="4276725" y="125145"/>
                  </a:moveTo>
                  <a:lnTo>
                    <a:pt x="4257675" y="125145"/>
                  </a:lnTo>
                  <a:lnTo>
                    <a:pt x="4257675" y="182295"/>
                  </a:lnTo>
                  <a:lnTo>
                    <a:pt x="4276725" y="182295"/>
                  </a:lnTo>
                  <a:lnTo>
                    <a:pt x="4276725" y="125145"/>
                  </a:lnTo>
                  <a:close/>
                </a:path>
                <a:path w="4276725" h="2667000">
                  <a:moveTo>
                    <a:pt x="4276725" y="76200"/>
                  </a:moveTo>
                  <a:lnTo>
                    <a:pt x="4263898" y="33858"/>
                  </a:lnTo>
                  <a:lnTo>
                    <a:pt x="4259046" y="27432"/>
                  </a:lnTo>
                  <a:lnTo>
                    <a:pt x="4244606" y="39458"/>
                  </a:lnTo>
                  <a:lnTo>
                    <a:pt x="4246296" y="41148"/>
                  </a:lnTo>
                  <a:lnTo>
                    <a:pt x="4250423" y="47332"/>
                  </a:lnTo>
                  <a:lnTo>
                    <a:pt x="4256227" y="61341"/>
                  </a:lnTo>
                  <a:lnTo>
                    <a:pt x="4257675" y="68630"/>
                  </a:lnTo>
                  <a:lnTo>
                    <a:pt x="4257675" y="87236"/>
                  </a:lnTo>
                  <a:lnTo>
                    <a:pt x="4276725" y="87236"/>
                  </a:lnTo>
                  <a:lnTo>
                    <a:pt x="4276725" y="762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13202" y="3200399"/>
              <a:ext cx="471805" cy="457200"/>
            </a:xfrm>
            <a:custGeom>
              <a:avLst/>
              <a:gdLst/>
              <a:ahLst/>
              <a:cxnLst/>
              <a:rect l="l" t="t" r="r" b="b"/>
              <a:pathLst>
                <a:path w="471804" h="457200">
                  <a:moveTo>
                    <a:pt x="365736" y="457188"/>
                  </a:moveTo>
                  <a:lnTo>
                    <a:pt x="357885" y="456626"/>
                  </a:lnTo>
                  <a:lnTo>
                    <a:pt x="350343" y="453896"/>
                  </a:lnTo>
                  <a:lnTo>
                    <a:pt x="235775" y="392727"/>
                  </a:lnTo>
                  <a:lnTo>
                    <a:pt x="121207" y="453896"/>
                  </a:lnTo>
                  <a:lnTo>
                    <a:pt x="113666" y="456613"/>
                  </a:lnTo>
                  <a:lnTo>
                    <a:pt x="105815" y="457155"/>
                  </a:lnTo>
                  <a:lnTo>
                    <a:pt x="98114" y="455553"/>
                  </a:lnTo>
                  <a:lnTo>
                    <a:pt x="91025" y="451842"/>
                  </a:lnTo>
                  <a:lnTo>
                    <a:pt x="85245" y="446307"/>
                  </a:lnTo>
                  <a:lnTo>
                    <a:pt x="81281" y="439508"/>
                  </a:lnTo>
                  <a:lnTo>
                    <a:pt x="79309" y="431888"/>
                  </a:lnTo>
                  <a:lnTo>
                    <a:pt x="79506" y="423892"/>
                  </a:lnTo>
                  <a:lnTo>
                    <a:pt x="101473" y="293786"/>
                  </a:lnTo>
                  <a:lnTo>
                    <a:pt x="8425" y="201721"/>
                  </a:lnTo>
                  <a:lnTo>
                    <a:pt x="3619" y="195401"/>
                  </a:lnTo>
                  <a:lnTo>
                    <a:pt x="779" y="188126"/>
                  </a:lnTo>
                  <a:lnTo>
                    <a:pt x="0" y="180348"/>
                  </a:lnTo>
                  <a:lnTo>
                    <a:pt x="1371" y="172521"/>
                  </a:lnTo>
                  <a:lnTo>
                    <a:pt x="152551" y="134213"/>
                  </a:lnTo>
                  <a:lnTo>
                    <a:pt x="209969" y="16073"/>
                  </a:lnTo>
                  <a:lnTo>
                    <a:pt x="214477" y="9418"/>
                  </a:lnTo>
                  <a:lnTo>
                    <a:pt x="220517" y="4353"/>
                  </a:lnTo>
                  <a:lnTo>
                    <a:pt x="227712" y="1130"/>
                  </a:lnTo>
                  <a:lnTo>
                    <a:pt x="235686" y="0"/>
                  </a:lnTo>
                  <a:lnTo>
                    <a:pt x="243673" y="1130"/>
                  </a:lnTo>
                  <a:lnTo>
                    <a:pt x="250889" y="4353"/>
                  </a:lnTo>
                  <a:lnTo>
                    <a:pt x="256933" y="9418"/>
                  </a:lnTo>
                  <a:lnTo>
                    <a:pt x="261404" y="16073"/>
                  </a:lnTo>
                  <a:lnTo>
                    <a:pt x="318821" y="134213"/>
                  </a:lnTo>
                  <a:lnTo>
                    <a:pt x="447141" y="153144"/>
                  </a:lnTo>
                  <a:lnTo>
                    <a:pt x="471500" y="180348"/>
                  </a:lnTo>
                  <a:lnTo>
                    <a:pt x="470715" y="188126"/>
                  </a:lnTo>
                  <a:lnTo>
                    <a:pt x="467855" y="195401"/>
                  </a:lnTo>
                  <a:lnTo>
                    <a:pt x="463036" y="201721"/>
                  </a:lnTo>
                  <a:lnTo>
                    <a:pt x="369989" y="293786"/>
                  </a:lnTo>
                  <a:lnTo>
                    <a:pt x="392045" y="423892"/>
                  </a:lnTo>
                  <a:lnTo>
                    <a:pt x="373436" y="455591"/>
                  </a:lnTo>
                  <a:lnTo>
                    <a:pt x="365736" y="457188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82583" y="3401588"/>
            <a:ext cx="3924935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399"/>
              </a:lnSpc>
              <a:spcBef>
                <a:spcPts val="95"/>
              </a:spcBef>
            </a:pPr>
            <a:r>
              <a:rPr sz="1300" spc="-45" dirty="0">
                <a:solidFill>
                  <a:srgbClr val="6A7280"/>
                </a:solidFill>
                <a:latin typeface="Montserrat"/>
                <a:cs typeface="Montserrat"/>
              </a:rPr>
              <a:t>Insert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6A7280"/>
                </a:solidFill>
                <a:latin typeface="Montserrat"/>
                <a:cs typeface="Montserrat"/>
              </a:rPr>
              <a:t>visual</a:t>
            </a:r>
            <a:r>
              <a:rPr sz="130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6A7280"/>
                </a:solidFill>
                <a:latin typeface="Montserrat"/>
                <a:cs typeface="Montserrat"/>
              </a:rPr>
              <a:t>highlighting</a:t>
            </a:r>
            <a:r>
              <a:rPr sz="130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your</a:t>
            </a:r>
            <a:r>
              <a:rPr sz="130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6A7280"/>
                </a:solidFill>
                <a:latin typeface="Montserrat"/>
                <a:cs typeface="Montserrat"/>
              </a:rPr>
              <a:t>unique</a:t>
            </a:r>
            <a:r>
              <a:rPr sz="130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solution: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product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diagram,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competitive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6A7280"/>
                </a:solidFill>
                <a:latin typeface="Montserrat"/>
                <a:cs typeface="Montserrat"/>
              </a:rPr>
              <a:t>advantage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6A7280"/>
                </a:solidFill>
                <a:latin typeface="Montserrat"/>
                <a:cs typeface="Montserrat"/>
              </a:rPr>
              <a:t>matrix,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25" dirty="0">
                <a:solidFill>
                  <a:srgbClr val="6A7280"/>
                </a:solidFill>
                <a:latin typeface="Montserrat"/>
                <a:cs typeface="Montserrat"/>
              </a:rPr>
              <a:t>or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innovation</a:t>
            </a:r>
            <a:r>
              <a:rPr sz="1300" spc="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showcase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6782593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A4B5F0B1-B457-B66C-D6F1-2C7C4C7F2B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3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991457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340580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285" dirty="0"/>
              <a:t>Competitive</a:t>
            </a:r>
            <a:r>
              <a:rPr sz="3450" spc="-135" dirty="0"/>
              <a:t> </a:t>
            </a:r>
            <a:r>
              <a:rPr sz="3450" spc="-270" dirty="0"/>
              <a:t>Analysis</a:t>
            </a:r>
            <a:endParaRPr sz="3450"/>
          </a:p>
        </p:txBody>
      </p:sp>
      <p:sp>
        <p:nvSpPr>
          <p:cNvPr id="4" name="object 4"/>
          <p:cNvSpPr txBox="1"/>
          <p:nvPr/>
        </p:nvSpPr>
        <p:spPr>
          <a:xfrm>
            <a:off x="596899" y="1431042"/>
            <a:ext cx="7398384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00" spc="-100" dirty="0">
                <a:solidFill>
                  <a:srgbClr val="4A5467"/>
                </a:solidFill>
                <a:latin typeface="Montserrat Medium"/>
                <a:cs typeface="Montserrat Medium"/>
              </a:rPr>
              <a:t>Analysis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of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4" dirty="0">
                <a:solidFill>
                  <a:srgbClr val="4A5467"/>
                </a:solidFill>
                <a:latin typeface="Montserrat Medium"/>
                <a:cs typeface="Montserrat Medium"/>
              </a:rPr>
              <a:t>key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competitors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and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40" dirty="0">
                <a:solidFill>
                  <a:srgbClr val="4A5467"/>
                </a:solidFill>
                <a:latin typeface="Montserrat Medium"/>
                <a:cs typeface="Montserrat Medium"/>
              </a:rPr>
              <a:t>how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our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0" dirty="0">
                <a:solidFill>
                  <a:srgbClr val="4A5467"/>
                </a:solidFill>
                <a:latin typeface="Montserrat Medium"/>
                <a:cs typeface="Montserrat Medium"/>
              </a:rPr>
              <a:t>solution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4" dirty="0">
                <a:solidFill>
                  <a:srgbClr val="4A5467"/>
                </a:solidFill>
                <a:latin typeface="Montserrat Medium"/>
                <a:cs typeface="Montserrat Medium"/>
              </a:rPr>
              <a:t>compares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85" dirty="0">
                <a:solidFill>
                  <a:srgbClr val="4A5467"/>
                </a:solidFill>
                <a:latin typeface="Montserrat Medium"/>
                <a:cs typeface="Montserrat Medium"/>
              </a:rPr>
              <a:t>in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the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50" dirty="0">
                <a:solidFill>
                  <a:srgbClr val="4A5467"/>
                </a:solidFill>
                <a:latin typeface="Montserrat Medium"/>
                <a:cs typeface="Montserrat Medium"/>
              </a:rPr>
              <a:t>marketplace.</a:t>
            </a:r>
            <a:endParaRPr sz="1600">
              <a:latin typeface="Montserrat Medium"/>
              <a:cs typeface="Montserrat Mediu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1224" y="4982369"/>
            <a:ext cx="152399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7523" y="4982369"/>
            <a:ext cx="152401" cy="152399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9600" y="2010569"/>
          <a:ext cx="10982959" cy="310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5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71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b="1" spc="-5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Feature/Criteria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419734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b="1" spc="-13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Our</a:t>
                      </a:r>
                      <a:r>
                        <a:rPr sz="1500" b="1" spc="-3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Solution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b="1" spc="-12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Competitor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0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A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b="1" spc="-12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Competitor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0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B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636905" marR="317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b="1" spc="-12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Competitor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0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C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b="1" spc="-10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Price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Point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477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834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6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per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0365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6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per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6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per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5510" marR="317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6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per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Key</a:t>
                      </a:r>
                      <a:r>
                        <a:rPr sz="1350" b="1" spc="-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Feature</a:t>
                      </a:r>
                      <a:r>
                        <a:rPr sz="1350" b="1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5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1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300" b="1" spc="-10" dirty="0">
                          <a:solidFill>
                            <a:srgbClr val="2A6BB0"/>
                          </a:solidFill>
                          <a:latin typeface="Montserrat SemiBold"/>
                          <a:cs typeface="Montserrat SemiBold"/>
                        </a:rPr>
                        <a:t>Advanced</a:t>
                      </a:r>
                      <a:endParaRPr sz="13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55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0" dirty="0">
                          <a:solidFill>
                            <a:srgbClr val="E43D3D"/>
                          </a:solidFill>
                          <a:latin typeface="Montserrat SemiBold"/>
                          <a:cs typeface="Montserrat SemiBold"/>
                        </a:rPr>
                        <a:t>Missing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0" spc="-10" dirty="0">
                          <a:solidFill>
                            <a:srgbClr val="708095"/>
                          </a:solidFill>
                          <a:latin typeface="Montserrat Medium"/>
                          <a:cs typeface="Montserrat Medium"/>
                        </a:rPr>
                        <a:t>Basic</a:t>
                      </a:r>
                      <a:endParaRPr sz="1350">
                        <a:latin typeface="Montserrat Medium"/>
                        <a:cs typeface="Montserrat Medium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810260" marR="31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0" spc="-10" dirty="0">
                          <a:solidFill>
                            <a:srgbClr val="708095"/>
                          </a:solidFill>
                          <a:latin typeface="Montserrat Medium"/>
                          <a:cs typeface="Montserrat Medium"/>
                        </a:rPr>
                        <a:t>Basic</a:t>
                      </a:r>
                      <a:endParaRPr sz="1350">
                        <a:latin typeface="Montserrat Medium"/>
                        <a:cs typeface="Montserrat Medium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Key</a:t>
                      </a:r>
                      <a:r>
                        <a:rPr sz="1350" b="1" spc="-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Feature</a:t>
                      </a:r>
                      <a:r>
                        <a:rPr sz="1350" b="1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5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2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300" b="1" spc="-10" dirty="0">
                          <a:solidFill>
                            <a:srgbClr val="2A6BB0"/>
                          </a:solidFill>
                          <a:latin typeface="Montserrat SemiBold"/>
                          <a:cs typeface="Montserrat SemiBold"/>
                        </a:rPr>
                        <a:t>Included</a:t>
                      </a:r>
                      <a:endParaRPr sz="13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55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0" spc="-10" dirty="0">
                          <a:solidFill>
                            <a:srgbClr val="708095"/>
                          </a:solidFill>
                          <a:latin typeface="Montserrat Medium"/>
                          <a:cs typeface="Montserrat Medium"/>
                        </a:rPr>
                        <a:t>Limited</a:t>
                      </a:r>
                      <a:endParaRPr sz="1350">
                        <a:latin typeface="Montserrat Medium"/>
                        <a:cs typeface="Montserrat Medium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0" dirty="0">
                          <a:solidFill>
                            <a:srgbClr val="E43D3D"/>
                          </a:solidFill>
                          <a:latin typeface="Montserrat SemiBold"/>
                          <a:cs typeface="Montserrat SemiBold"/>
                        </a:rPr>
                        <a:t>Missing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0260" marR="317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300" b="1" spc="-10" dirty="0">
                          <a:solidFill>
                            <a:srgbClr val="2A6BB0"/>
                          </a:solidFill>
                          <a:latin typeface="Montserrat SemiBold"/>
                          <a:cs typeface="Montserrat SemiBold"/>
                        </a:rPr>
                        <a:t>Included</a:t>
                      </a:r>
                      <a:endParaRPr sz="13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55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Key</a:t>
                      </a:r>
                      <a:r>
                        <a:rPr sz="1350" b="1" spc="-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Feature</a:t>
                      </a:r>
                      <a:r>
                        <a:rPr sz="1350" b="1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5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3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300" b="1" spc="-60" dirty="0">
                          <a:solidFill>
                            <a:srgbClr val="2A6BB0"/>
                          </a:solidFill>
                          <a:latin typeface="Montserrat SemiBold"/>
                          <a:cs typeface="Montserrat SemiBold"/>
                        </a:rPr>
                        <a:t>Full</a:t>
                      </a:r>
                      <a:r>
                        <a:rPr sz="1300" b="1" spc="-15" dirty="0">
                          <a:solidFill>
                            <a:srgbClr val="2A6BB0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2A6BB0"/>
                          </a:solidFill>
                          <a:latin typeface="Montserrat SemiBold"/>
                          <a:cs typeface="Montserrat SemiBold"/>
                        </a:rPr>
                        <a:t>Access</a:t>
                      </a:r>
                      <a:endParaRPr sz="13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55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0" spc="-10" dirty="0">
                          <a:solidFill>
                            <a:srgbClr val="708095"/>
                          </a:solidFill>
                          <a:latin typeface="Montserrat Medium"/>
                          <a:cs typeface="Montserrat Medium"/>
                        </a:rPr>
                        <a:t>Partial</a:t>
                      </a:r>
                      <a:endParaRPr sz="1350">
                        <a:latin typeface="Montserrat Medium"/>
                        <a:cs typeface="Montserrat Medium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0" spc="-10" dirty="0">
                          <a:solidFill>
                            <a:srgbClr val="708095"/>
                          </a:solidFill>
                          <a:latin typeface="Montserrat Medium"/>
                          <a:cs typeface="Montserrat Medium"/>
                        </a:rPr>
                        <a:t>Partial</a:t>
                      </a:r>
                      <a:endParaRPr sz="1350">
                        <a:latin typeface="Montserrat Medium"/>
                        <a:cs typeface="Montserrat Medium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91210" marR="31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20" dirty="0">
                          <a:solidFill>
                            <a:srgbClr val="E43D3D"/>
                          </a:solidFill>
                          <a:latin typeface="Montserrat SemiBold"/>
                          <a:cs typeface="Montserrat SemiBold"/>
                        </a:rPr>
                        <a:t>None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0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Market</a:t>
                      </a:r>
                      <a:r>
                        <a:rPr sz="1350" b="1" spc="-4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Share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83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Growing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7990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Market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Leader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541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Stable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98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Declining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315"/>
                        </a:lnSpc>
                        <a:spcBef>
                          <a:spcPts val="710"/>
                        </a:spcBef>
                        <a:tabLst>
                          <a:tab pos="1111885" algn="l"/>
                          <a:tab pos="1982470" algn="l"/>
                        </a:tabLst>
                      </a:pPr>
                      <a:r>
                        <a:rPr sz="12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Strength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2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Neutral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200" spc="-9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Weakness</a:t>
                      </a:r>
                      <a:endParaRPr sz="1200" dirty="0">
                        <a:latin typeface="Montserrat"/>
                        <a:cs typeface="Montserrat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2750" y="2667794"/>
            <a:ext cx="15239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53025" y="2667794"/>
            <a:ext cx="152399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43776" y="2667794"/>
            <a:ext cx="152399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44050" y="2667794"/>
            <a:ext cx="152399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51798" y="3162172"/>
            <a:ext cx="135225" cy="971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61597" y="3162141"/>
            <a:ext cx="97154" cy="9715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42823" y="3162172"/>
            <a:ext cx="135225" cy="971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3098" y="3162172"/>
            <a:ext cx="135225" cy="971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51798" y="3628897"/>
            <a:ext cx="135225" cy="971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52073" y="3628897"/>
            <a:ext cx="135225" cy="971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52347" y="3628866"/>
            <a:ext cx="97154" cy="9715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3098" y="3628897"/>
            <a:ext cx="135225" cy="9712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51798" y="4095622"/>
            <a:ext cx="135225" cy="9712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52073" y="4095622"/>
            <a:ext cx="135225" cy="9712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42823" y="4095622"/>
            <a:ext cx="135225" cy="9712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52622" y="4095591"/>
            <a:ext cx="97154" cy="9715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52750" y="4534695"/>
            <a:ext cx="152399" cy="1523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3025" y="4534695"/>
            <a:ext cx="152399" cy="1523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3776" y="4534695"/>
            <a:ext cx="152399" cy="1523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44050" y="4534695"/>
            <a:ext cx="152399" cy="1523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829673" y="4982369"/>
            <a:ext cx="152400" cy="152399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609587" y="5391944"/>
            <a:ext cx="10972812" cy="1260477"/>
            <a:chOff x="609587" y="5391149"/>
            <a:chExt cx="10972812" cy="2667000"/>
          </a:xfrm>
        </p:grpSpPr>
        <p:sp>
          <p:nvSpPr>
            <p:cNvPr id="30" name="object 30"/>
            <p:cNvSpPr/>
            <p:nvPr/>
          </p:nvSpPr>
          <p:spPr>
            <a:xfrm>
              <a:off x="609599" y="5391149"/>
              <a:ext cx="10972800" cy="2667000"/>
            </a:xfrm>
            <a:custGeom>
              <a:avLst/>
              <a:gdLst/>
              <a:ahLst/>
              <a:cxnLst/>
              <a:rect l="l" t="t" r="r" b="b"/>
              <a:pathLst>
                <a:path w="10972800" h="2667000">
                  <a:moveTo>
                    <a:pt x="10896599" y="2666999"/>
                  </a:moveTo>
                  <a:lnTo>
                    <a:pt x="76199" y="2666999"/>
                  </a:lnTo>
                  <a:lnTo>
                    <a:pt x="68693" y="2666636"/>
                  </a:lnTo>
                  <a:lnTo>
                    <a:pt x="27882" y="2649731"/>
                  </a:lnTo>
                  <a:lnTo>
                    <a:pt x="3262" y="2612886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10896599" y="0"/>
                  </a:lnTo>
                  <a:lnTo>
                    <a:pt x="10938940" y="12829"/>
                  </a:lnTo>
                  <a:lnTo>
                    <a:pt x="10966997" y="47038"/>
                  </a:lnTo>
                  <a:lnTo>
                    <a:pt x="10972799" y="76199"/>
                  </a:lnTo>
                  <a:lnTo>
                    <a:pt x="10972799" y="2590799"/>
                  </a:lnTo>
                  <a:lnTo>
                    <a:pt x="10959968" y="2633141"/>
                  </a:lnTo>
                  <a:lnTo>
                    <a:pt x="10925759" y="2661198"/>
                  </a:lnTo>
                  <a:lnTo>
                    <a:pt x="10896599" y="2666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9587" y="5391149"/>
              <a:ext cx="10972800" cy="2667000"/>
            </a:xfrm>
            <a:custGeom>
              <a:avLst/>
              <a:gdLst/>
              <a:ahLst/>
              <a:cxnLst/>
              <a:rect l="l" t="t" r="r" b="b"/>
              <a:pathLst>
                <a:path w="10972800" h="2667000">
                  <a:moveTo>
                    <a:pt x="19050" y="2496121"/>
                  </a:moveTo>
                  <a:lnTo>
                    <a:pt x="0" y="2496121"/>
                  </a:lnTo>
                  <a:lnTo>
                    <a:pt x="0" y="2553271"/>
                  </a:lnTo>
                  <a:lnTo>
                    <a:pt x="19050" y="2553271"/>
                  </a:lnTo>
                  <a:lnTo>
                    <a:pt x="19050" y="2496121"/>
                  </a:lnTo>
                  <a:close/>
                </a:path>
                <a:path w="10972800" h="2667000">
                  <a:moveTo>
                    <a:pt x="19050" y="2400770"/>
                  </a:moveTo>
                  <a:lnTo>
                    <a:pt x="0" y="2400770"/>
                  </a:lnTo>
                  <a:lnTo>
                    <a:pt x="0" y="2457920"/>
                  </a:lnTo>
                  <a:lnTo>
                    <a:pt x="19050" y="2457920"/>
                  </a:lnTo>
                  <a:lnTo>
                    <a:pt x="19050" y="2400770"/>
                  </a:lnTo>
                  <a:close/>
                </a:path>
                <a:path w="10972800" h="2667000">
                  <a:moveTo>
                    <a:pt x="19050" y="2305418"/>
                  </a:moveTo>
                  <a:lnTo>
                    <a:pt x="0" y="2305418"/>
                  </a:lnTo>
                  <a:lnTo>
                    <a:pt x="0" y="2362568"/>
                  </a:lnTo>
                  <a:lnTo>
                    <a:pt x="19050" y="2362568"/>
                  </a:lnTo>
                  <a:lnTo>
                    <a:pt x="19050" y="2305418"/>
                  </a:lnTo>
                  <a:close/>
                </a:path>
                <a:path w="10972800" h="2667000">
                  <a:moveTo>
                    <a:pt x="19050" y="2210066"/>
                  </a:moveTo>
                  <a:lnTo>
                    <a:pt x="0" y="2210066"/>
                  </a:lnTo>
                  <a:lnTo>
                    <a:pt x="0" y="2267216"/>
                  </a:lnTo>
                  <a:lnTo>
                    <a:pt x="19050" y="2267216"/>
                  </a:lnTo>
                  <a:lnTo>
                    <a:pt x="19050" y="2210066"/>
                  </a:lnTo>
                  <a:close/>
                </a:path>
                <a:path w="10972800" h="2667000">
                  <a:moveTo>
                    <a:pt x="19050" y="2114715"/>
                  </a:moveTo>
                  <a:lnTo>
                    <a:pt x="0" y="2114715"/>
                  </a:lnTo>
                  <a:lnTo>
                    <a:pt x="0" y="2171865"/>
                  </a:lnTo>
                  <a:lnTo>
                    <a:pt x="19050" y="2171865"/>
                  </a:lnTo>
                  <a:lnTo>
                    <a:pt x="19050" y="2114715"/>
                  </a:lnTo>
                  <a:close/>
                </a:path>
                <a:path w="10972800" h="2667000">
                  <a:moveTo>
                    <a:pt x="19050" y="2019363"/>
                  </a:moveTo>
                  <a:lnTo>
                    <a:pt x="0" y="2019363"/>
                  </a:lnTo>
                  <a:lnTo>
                    <a:pt x="0" y="2076513"/>
                  </a:lnTo>
                  <a:lnTo>
                    <a:pt x="19050" y="2076513"/>
                  </a:lnTo>
                  <a:lnTo>
                    <a:pt x="19050" y="2019363"/>
                  </a:lnTo>
                  <a:close/>
                </a:path>
                <a:path w="10972800" h="2667000">
                  <a:moveTo>
                    <a:pt x="19050" y="1924024"/>
                  </a:moveTo>
                  <a:lnTo>
                    <a:pt x="0" y="1924024"/>
                  </a:lnTo>
                  <a:lnTo>
                    <a:pt x="0" y="1981174"/>
                  </a:lnTo>
                  <a:lnTo>
                    <a:pt x="19050" y="1981174"/>
                  </a:lnTo>
                  <a:lnTo>
                    <a:pt x="19050" y="1924024"/>
                  </a:lnTo>
                  <a:close/>
                </a:path>
                <a:path w="10972800" h="2667000">
                  <a:moveTo>
                    <a:pt x="19050" y="1828660"/>
                  </a:moveTo>
                  <a:lnTo>
                    <a:pt x="0" y="1828660"/>
                  </a:lnTo>
                  <a:lnTo>
                    <a:pt x="0" y="1885810"/>
                  </a:lnTo>
                  <a:lnTo>
                    <a:pt x="19050" y="1885810"/>
                  </a:lnTo>
                  <a:lnTo>
                    <a:pt x="19050" y="1828660"/>
                  </a:lnTo>
                  <a:close/>
                </a:path>
                <a:path w="10972800" h="2667000">
                  <a:moveTo>
                    <a:pt x="19050" y="1733321"/>
                  </a:moveTo>
                  <a:lnTo>
                    <a:pt x="0" y="1733321"/>
                  </a:lnTo>
                  <a:lnTo>
                    <a:pt x="0" y="1790471"/>
                  </a:lnTo>
                  <a:lnTo>
                    <a:pt x="19050" y="1790471"/>
                  </a:lnTo>
                  <a:lnTo>
                    <a:pt x="19050" y="1733321"/>
                  </a:lnTo>
                  <a:close/>
                </a:path>
                <a:path w="10972800" h="2667000">
                  <a:moveTo>
                    <a:pt x="19050" y="1637969"/>
                  </a:moveTo>
                  <a:lnTo>
                    <a:pt x="0" y="1637969"/>
                  </a:lnTo>
                  <a:lnTo>
                    <a:pt x="0" y="1695119"/>
                  </a:lnTo>
                  <a:lnTo>
                    <a:pt x="19050" y="1695119"/>
                  </a:lnTo>
                  <a:lnTo>
                    <a:pt x="19050" y="1637969"/>
                  </a:lnTo>
                  <a:close/>
                </a:path>
                <a:path w="10972800" h="2667000">
                  <a:moveTo>
                    <a:pt x="19050" y="1542618"/>
                  </a:moveTo>
                  <a:lnTo>
                    <a:pt x="0" y="1542618"/>
                  </a:lnTo>
                  <a:lnTo>
                    <a:pt x="0" y="1599768"/>
                  </a:lnTo>
                  <a:lnTo>
                    <a:pt x="19050" y="1599768"/>
                  </a:lnTo>
                  <a:lnTo>
                    <a:pt x="19050" y="1542618"/>
                  </a:lnTo>
                  <a:close/>
                </a:path>
                <a:path w="10972800" h="2667000">
                  <a:moveTo>
                    <a:pt x="19050" y="1447266"/>
                  </a:moveTo>
                  <a:lnTo>
                    <a:pt x="0" y="1447266"/>
                  </a:lnTo>
                  <a:lnTo>
                    <a:pt x="0" y="1504416"/>
                  </a:lnTo>
                  <a:lnTo>
                    <a:pt x="19050" y="1504416"/>
                  </a:lnTo>
                  <a:lnTo>
                    <a:pt x="19050" y="1447266"/>
                  </a:lnTo>
                  <a:close/>
                </a:path>
                <a:path w="10972800" h="2667000">
                  <a:moveTo>
                    <a:pt x="19050" y="1351915"/>
                  </a:moveTo>
                  <a:lnTo>
                    <a:pt x="0" y="1351915"/>
                  </a:lnTo>
                  <a:lnTo>
                    <a:pt x="0" y="1409065"/>
                  </a:lnTo>
                  <a:lnTo>
                    <a:pt x="19050" y="1409065"/>
                  </a:lnTo>
                  <a:lnTo>
                    <a:pt x="19050" y="1351915"/>
                  </a:lnTo>
                  <a:close/>
                </a:path>
                <a:path w="10972800" h="2667000">
                  <a:moveTo>
                    <a:pt x="19050" y="1256563"/>
                  </a:moveTo>
                  <a:lnTo>
                    <a:pt x="0" y="1256563"/>
                  </a:lnTo>
                  <a:lnTo>
                    <a:pt x="0" y="1313713"/>
                  </a:lnTo>
                  <a:lnTo>
                    <a:pt x="19050" y="1313713"/>
                  </a:lnTo>
                  <a:lnTo>
                    <a:pt x="19050" y="1256563"/>
                  </a:lnTo>
                  <a:close/>
                </a:path>
                <a:path w="10972800" h="2667000">
                  <a:moveTo>
                    <a:pt x="19050" y="1161211"/>
                  </a:moveTo>
                  <a:lnTo>
                    <a:pt x="0" y="1161211"/>
                  </a:lnTo>
                  <a:lnTo>
                    <a:pt x="0" y="1218361"/>
                  </a:lnTo>
                  <a:lnTo>
                    <a:pt x="19050" y="1218361"/>
                  </a:lnTo>
                  <a:lnTo>
                    <a:pt x="19050" y="1161211"/>
                  </a:lnTo>
                  <a:close/>
                </a:path>
                <a:path w="10972800" h="2667000">
                  <a:moveTo>
                    <a:pt x="19050" y="1065860"/>
                  </a:moveTo>
                  <a:lnTo>
                    <a:pt x="0" y="1065860"/>
                  </a:lnTo>
                  <a:lnTo>
                    <a:pt x="0" y="1123010"/>
                  </a:lnTo>
                  <a:lnTo>
                    <a:pt x="19050" y="1123010"/>
                  </a:lnTo>
                  <a:lnTo>
                    <a:pt x="19050" y="1065860"/>
                  </a:lnTo>
                  <a:close/>
                </a:path>
                <a:path w="10972800" h="2667000">
                  <a:moveTo>
                    <a:pt x="19050" y="970508"/>
                  </a:moveTo>
                  <a:lnTo>
                    <a:pt x="0" y="970508"/>
                  </a:lnTo>
                  <a:lnTo>
                    <a:pt x="0" y="1027658"/>
                  </a:lnTo>
                  <a:lnTo>
                    <a:pt x="19050" y="1027658"/>
                  </a:lnTo>
                  <a:lnTo>
                    <a:pt x="19050" y="970508"/>
                  </a:lnTo>
                  <a:close/>
                </a:path>
                <a:path w="10972800" h="2667000">
                  <a:moveTo>
                    <a:pt x="19050" y="875157"/>
                  </a:moveTo>
                  <a:lnTo>
                    <a:pt x="0" y="875157"/>
                  </a:lnTo>
                  <a:lnTo>
                    <a:pt x="0" y="932307"/>
                  </a:lnTo>
                  <a:lnTo>
                    <a:pt x="19050" y="932307"/>
                  </a:lnTo>
                  <a:lnTo>
                    <a:pt x="19050" y="875157"/>
                  </a:lnTo>
                  <a:close/>
                </a:path>
                <a:path w="10972800" h="2667000">
                  <a:moveTo>
                    <a:pt x="19050" y="779805"/>
                  </a:moveTo>
                  <a:lnTo>
                    <a:pt x="0" y="779805"/>
                  </a:lnTo>
                  <a:lnTo>
                    <a:pt x="0" y="836955"/>
                  </a:lnTo>
                  <a:lnTo>
                    <a:pt x="19050" y="836955"/>
                  </a:lnTo>
                  <a:lnTo>
                    <a:pt x="19050" y="779805"/>
                  </a:lnTo>
                  <a:close/>
                </a:path>
                <a:path w="10972800" h="2667000">
                  <a:moveTo>
                    <a:pt x="19050" y="684453"/>
                  </a:moveTo>
                  <a:lnTo>
                    <a:pt x="0" y="684453"/>
                  </a:lnTo>
                  <a:lnTo>
                    <a:pt x="0" y="741603"/>
                  </a:lnTo>
                  <a:lnTo>
                    <a:pt x="19050" y="741603"/>
                  </a:lnTo>
                  <a:lnTo>
                    <a:pt x="19050" y="684453"/>
                  </a:lnTo>
                  <a:close/>
                </a:path>
                <a:path w="10972800" h="2667000">
                  <a:moveTo>
                    <a:pt x="19050" y="589114"/>
                  </a:moveTo>
                  <a:lnTo>
                    <a:pt x="0" y="589114"/>
                  </a:lnTo>
                  <a:lnTo>
                    <a:pt x="0" y="646264"/>
                  </a:lnTo>
                  <a:lnTo>
                    <a:pt x="19050" y="646264"/>
                  </a:lnTo>
                  <a:lnTo>
                    <a:pt x="19050" y="589114"/>
                  </a:lnTo>
                  <a:close/>
                </a:path>
                <a:path w="10972800" h="2667000">
                  <a:moveTo>
                    <a:pt x="19050" y="493763"/>
                  </a:moveTo>
                  <a:lnTo>
                    <a:pt x="0" y="493763"/>
                  </a:lnTo>
                  <a:lnTo>
                    <a:pt x="0" y="550913"/>
                  </a:lnTo>
                  <a:lnTo>
                    <a:pt x="19050" y="550913"/>
                  </a:lnTo>
                  <a:lnTo>
                    <a:pt x="19050" y="493763"/>
                  </a:lnTo>
                  <a:close/>
                </a:path>
                <a:path w="10972800" h="2667000">
                  <a:moveTo>
                    <a:pt x="19050" y="398411"/>
                  </a:moveTo>
                  <a:lnTo>
                    <a:pt x="0" y="398411"/>
                  </a:lnTo>
                  <a:lnTo>
                    <a:pt x="0" y="455561"/>
                  </a:lnTo>
                  <a:lnTo>
                    <a:pt x="19050" y="455561"/>
                  </a:lnTo>
                  <a:lnTo>
                    <a:pt x="19050" y="398411"/>
                  </a:lnTo>
                  <a:close/>
                </a:path>
                <a:path w="10972800" h="2667000">
                  <a:moveTo>
                    <a:pt x="19050" y="303060"/>
                  </a:moveTo>
                  <a:lnTo>
                    <a:pt x="0" y="303060"/>
                  </a:lnTo>
                  <a:lnTo>
                    <a:pt x="0" y="360210"/>
                  </a:lnTo>
                  <a:lnTo>
                    <a:pt x="19050" y="360210"/>
                  </a:lnTo>
                  <a:lnTo>
                    <a:pt x="19050" y="303060"/>
                  </a:lnTo>
                  <a:close/>
                </a:path>
                <a:path w="10972800" h="2667000">
                  <a:moveTo>
                    <a:pt x="19050" y="207708"/>
                  </a:moveTo>
                  <a:lnTo>
                    <a:pt x="0" y="207708"/>
                  </a:lnTo>
                  <a:lnTo>
                    <a:pt x="0" y="264858"/>
                  </a:lnTo>
                  <a:lnTo>
                    <a:pt x="19050" y="264858"/>
                  </a:lnTo>
                  <a:lnTo>
                    <a:pt x="19050" y="207708"/>
                  </a:lnTo>
                  <a:close/>
                </a:path>
                <a:path w="10972800" h="2667000">
                  <a:moveTo>
                    <a:pt x="19050" y="112356"/>
                  </a:moveTo>
                  <a:lnTo>
                    <a:pt x="0" y="112356"/>
                  </a:lnTo>
                  <a:lnTo>
                    <a:pt x="0" y="169506"/>
                  </a:lnTo>
                  <a:lnTo>
                    <a:pt x="19050" y="169506"/>
                  </a:lnTo>
                  <a:lnTo>
                    <a:pt x="19050" y="112356"/>
                  </a:lnTo>
                  <a:close/>
                </a:path>
                <a:path w="10972800" h="2667000">
                  <a:moveTo>
                    <a:pt x="39382" y="2634805"/>
                  </a:moveTo>
                  <a:lnTo>
                    <a:pt x="35801" y="2631211"/>
                  </a:lnTo>
                  <a:lnTo>
                    <a:pt x="30441" y="2625852"/>
                  </a:lnTo>
                  <a:lnTo>
                    <a:pt x="26301" y="2619679"/>
                  </a:lnTo>
                  <a:lnTo>
                    <a:pt x="20510" y="2605671"/>
                  </a:lnTo>
                  <a:lnTo>
                    <a:pt x="19050" y="2598318"/>
                  </a:lnTo>
                  <a:lnTo>
                    <a:pt x="19050" y="2591346"/>
                  </a:lnTo>
                  <a:lnTo>
                    <a:pt x="38" y="2591524"/>
                  </a:lnTo>
                  <a:lnTo>
                    <a:pt x="12839" y="2633141"/>
                  </a:lnTo>
                  <a:lnTo>
                    <a:pt x="27317" y="2649220"/>
                  </a:lnTo>
                  <a:lnTo>
                    <a:pt x="39382" y="2634805"/>
                  </a:lnTo>
                  <a:close/>
                </a:path>
                <a:path w="10972800" h="2667000">
                  <a:moveTo>
                    <a:pt x="40246" y="31343"/>
                  </a:moveTo>
                  <a:lnTo>
                    <a:pt x="28562" y="16764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14" y="73977"/>
                  </a:lnTo>
                  <a:lnTo>
                    <a:pt x="19050" y="74536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801" y="35801"/>
                  </a:lnTo>
                  <a:lnTo>
                    <a:pt x="40246" y="31343"/>
                  </a:lnTo>
                  <a:close/>
                </a:path>
                <a:path w="10972800" h="2667000">
                  <a:moveTo>
                    <a:pt x="125310" y="2647950"/>
                  </a:moveTo>
                  <a:lnTo>
                    <a:pt x="69519" y="2647950"/>
                  </a:lnTo>
                  <a:lnTo>
                    <a:pt x="67360" y="2666441"/>
                  </a:lnTo>
                  <a:lnTo>
                    <a:pt x="68694" y="2666644"/>
                  </a:lnTo>
                  <a:lnTo>
                    <a:pt x="76200" y="2667000"/>
                  </a:lnTo>
                  <a:lnTo>
                    <a:pt x="125310" y="2667000"/>
                  </a:lnTo>
                  <a:lnTo>
                    <a:pt x="125310" y="2647950"/>
                  </a:lnTo>
                  <a:close/>
                </a:path>
                <a:path w="10972800" h="266700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w="10972800" h="2667000">
                  <a:moveTo>
                    <a:pt x="220662" y="2647950"/>
                  </a:moveTo>
                  <a:lnTo>
                    <a:pt x="163512" y="2647950"/>
                  </a:lnTo>
                  <a:lnTo>
                    <a:pt x="163512" y="2667000"/>
                  </a:lnTo>
                  <a:lnTo>
                    <a:pt x="220662" y="2667000"/>
                  </a:lnTo>
                  <a:lnTo>
                    <a:pt x="220662" y="2647950"/>
                  </a:lnTo>
                  <a:close/>
                </a:path>
                <a:path w="10972800" h="2667000">
                  <a:moveTo>
                    <a:pt x="228701" y="0"/>
                  </a:moveTo>
                  <a:lnTo>
                    <a:pt x="171551" y="0"/>
                  </a:lnTo>
                  <a:lnTo>
                    <a:pt x="171551" y="19050"/>
                  </a:lnTo>
                  <a:lnTo>
                    <a:pt x="228701" y="19050"/>
                  </a:lnTo>
                  <a:lnTo>
                    <a:pt x="228701" y="0"/>
                  </a:lnTo>
                  <a:close/>
                </a:path>
                <a:path w="10972800" h="2667000">
                  <a:moveTo>
                    <a:pt x="316014" y="2647950"/>
                  </a:moveTo>
                  <a:lnTo>
                    <a:pt x="258864" y="2647950"/>
                  </a:lnTo>
                  <a:lnTo>
                    <a:pt x="258864" y="2667000"/>
                  </a:lnTo>
                  <a:lnTo>
                    <a:pt x="316014" y="2667000"/>
                  </a:lnTo>
                  <a:lnTo>
                    <a:pt x="316014" y="2647950"/>
                  </a:lnTo>
                  <a:close/>
                </a:path>
                <a:path w="10972800" h="2667000">
                  <a:moveTo>
                    <a:pt x="324053" y="0"/>
                  </a:moveTo>
                  <a:lnTo>
                    <a:pt x="266903" y="0"/>
                  </a:lnTo>
                  <a:lnTo>
                    <a:pt x="266903" y="19050"/>
                  </a:lnTo>
                  <a:lnTo>
                    <a:pt x="324053" y="19050"/>
                  </a:lnTo>
                  <a:lnTo>
                    <a:pt x="324053" y="0"/>
                  </a:lnTo>
                  <a:close/>
                </a:path>
                <a:path w="10972800" h="2667000">
                  <a:moveTo>
                    <a:pt x="411365" y="2647950"/>
                  </a:moveTo>
                  <a:lnTo>
                    <a:pt x="354215" y="2647950"/>
                  </a:lnTo>
                  <a:lnTo>
                    <a:pt x="354215" y="2667000"/>
                  </a:lnTo>
                  <a:lnTo>
                    <a:pt x="411365" y="2667000"/>
                  </a:lnTo>
                  <a:lnTo>
                    <a:pt x="411365" y="2647950"/>
                  </a:lnTo>
                  <a:close/>
                </a:path>
                <a:path w="10972800" h="2667000">
                  <a:moveTo>
                    <a:pt x="419404" y="0"/>
                  </a:moveTo>
                  <a:lnTo>
                    <a:pt x="362254" y="0"/>
                  </a:lnTo>
                  <a:lnTo>
                    <a:pt x="362254" y="19050"/>
                  </a:lnTo>
                  <a:lnTo>
                    <a:pt x="419404" y="19050"/>
                  </a:lnTo>
                  <a:lnTo>
                    <a:pt x="419404" y="0"/>
                  </a:lnTo>
                  <a:close/>
                </a:path>
                <a:path w="10972800" h="2667000">
                  <a:moveTo>
                    <a:pt x="506717" y="2647950"/>
                  </a:moveTo>
                  <a:lnTo>
                    <a:pt x="449567" y="2647950"/>
                  </a:lnTo>
                  <a:lnTo>
                    <a:pt x="449567" y="2667000"/>
                  </a:lnTo>
                  <a:lnTo>
                    <a:pt x="506717" y="2667000"/>
                  </a:lnTo>
                  <a:lnTo>
                    <a:pt x="506717" y="2647950"/>
                  </a:lnTo>
                  <a:close/>
                </a:path>
                <a:path w="10972800" h="2667000">
                  <a:moveTo>
                    <a:pt x="514756" y="0"/>
                  </a:moveTo>
                  <a:lnTo>
                    <a:pt x="457606" y="0"/>
                  </a:lnTo>
                  <a:lnTo>
                    <a:pt x="457606" y="19050"/>
                  </a:lnTo>
                  <a:lnTo>
                    <a:pt x="514756" y="19050"/>
                  </a:lnTo>
                  <a:lnTo>
                    <a:pt x="514756" y="0"/>
                  </a:lnTo>
                  <a:close/>
                </a:path>
                <a:path w="10972800" h="2667000">
                  <a:moveTo>
                    <a:pt x="602068" y="2647950"/>
                  </a:moveTo>
                  <a:lnTo>
                    <a:pt x="544918" y="2647950"/>
                  </a:lnTo>
                  <a:lnTo>
                    <a:pt x="544918" y="2667000"/>
                  </a:lnTo>
                  <a:lnTo>
                    <a:pt x="602068" y="2667000"/>
                  </a:lnTo>
                  <a:lnTo>
                    <a:pt x="602068" y="2647950"/>
                  </a:lnTo>
                  <a:close/>
                </a:path>
                <a:path w="10972800" h="2667000">
                  <a:moveTo>
                    <a:pt x="610108" y="0"/>
                  </a:moveTo>
                  <a:lnTo>
                    <a:pt x="552958" y="0"/>
                  </a:lnTo>
                  <a:lnTo>
                    <a:pt x="552958" y="19050"/>
                  </a:lnTo>
                  <a:lnTo>
                    <a:pt x="610108" y="19050"/>
                  </a:lnTo>
                  <a:lnTo>
                    <a:pt x="610108" y="0"/>
                  </a:lnTo>
                  <a:close/>
                </a:path>
                <a:path w="10972800" h="2667000">
                  <a:moveTo>
                    <a:pt x="697420" y="2647950"/>
                  </a:moveTo>
                  <a:lnTo>
                    <a:pt x="640270" y="2647950"/>
                  </a:lnTo>
                  <a:lnTo>
                    <a:pt x="640270" y="2667000"/>
                  </a:lnTo>
                  <a:lnTo>
                    <a:pt x="697420" y="2667000"/>
                  </a:lnTo>
                  <a:lnTo>
                    <a:pt x="697420" y="2647950"/>
                  </a:lnTo>
                  <a:close/>
                </a:path>
                <a:path w="10972800" h="2667000">
                  <a:moveTo>
                    <a:pt x="705459" y="0"/>
                  </a:moveTo>
                  <a:lnTo>
                    <a:pt x="648309" y="0"/>
                  </a:lnTo>
                  <a:lnTo>
                    <a:pt x="648309" y="19050"/>
                  </a:lnTo>
                  <a:lnTo>
                    <a:pt x="705459" y="19050"/>
                  </a:lnTo>
                  <a:lnTo>
                    <a:pt x="705459" y="0"/>
                  </a:lnTo>
                  <a:close/>
                </a:path>
                <a:path w="10972800" h="2667000">
                  <a:moveTo>
                    <a:pt x="792772" y="2647950"/>
                  </a:moveTo>
                  <a:lnTo>
                    <a:pt x="735622" y="2647950"/>
                  </a:lnTo>
                  <a:lnTo>
                    <a:pt x="735622" y="2667000"/>
                  </a:lnTo>
                  <a:lnTo>
                    <a:pt x="792772" y="2667000"/>
                  </a:lnTo>
                  <a:lnTo>
                    <a:pt x="792772" y="2647950"/>
                  </a:lnTo>
                  <a:close/>
                </a:path>
                <a:path w="10972800" h="2667000">
                  <a:moveTo>
                    <a:pt x="800811" y="0"/>
                  </a:moveTo>
                  <a:lnTo>
                    <a:pt x="743661" y="0"/>
                  </a:lnTo>
                  <a:lnTo>
                    <a:pt x="743661" y="19050"/>
                  </a:lnTo>
                  <a:lnTo>
                    <a:pt x="800811" y="19050"/>
                  </a:lnTo>
                  <a:lnTo>
                    <a:pt x="800811" y="0"/>
                  </a:lnTo>
                  <a:close/>
                </a:path>
                <a:path w="10972800" h="2667000">
                  <a:moveTo>
                    <a:pt x="888123" y="2647950"/>
                  </a:moveTo>
                  <a:lnTo>
                    <a:pt x="830973" y="2647950"/>
                  </a:lnTo>
                  <a:lnTo>
                    <a:pt x="830973" y="2667000"/>
                  </a:lnTo>
                  <a:lnTo>
                    <a:pt x="888123" y="2667000"/>
                  </a:lnTo>
                  <a:lnTo>
                    <a:pt x="888123" y="2647950"/>
                  </a:lnTo>
                  <a:close/>
                </a:path>
                <a:path w="10972800" h="2667000">
                  <a:moveTo>
                    <a:pt x="896162" y="0"/>
                  </a:moveTo>
                  <a:lnTo>
                    <a:pt x="839012" y="0"/>
                  </a:lnTo>
                  <a:lnTo>
                    <a:pt x="839012" y="19050"/>
                  </a:lnTo>
                  <a:lnTo>
                    <a:pt x="896162" y="19050"/>
                  </a:lnTo>
                  <a:lnTo>
                    <a:pt x="896162" y="0"/>
                  </a:lnTo>
                  <a:close/>
                </a:path>
                <a:path w="10972800" h="2667000">
                  <a:moveTo>
                    <a:pt x="983475" y="2647950"/>
                  </a:moveTo>
                  <a:lnTo>
                    <a:pt x="926325" y="2647950"/>
                  </a:lnTo>
                  <a:lnTo>
                    <a:pt x="926325" y="2667000"/>
                  </a:lnTo>
                  <a:lnTo>
                    <a:pt x="983475" y="2667000"/>
                  </a:lnTo>
                  <a:lnTo>
                    <a:pt x="983475" y="2647950"/>
                  </a:lnTo>
                  <a:close/>
                </a:path>
                <a:path w="10972800" h="2667000">
                  <a:moveTo>
                    <a:pt x="991514" y="0"/>
                  </a:moveTo>
                  <a:lnTo>
                    <a:pt x="934364" y="0"/>
                  </a:lnTo>
                  <a:lnTo>
                    <a:pt x="934364" y="19050"/>
                  </a:lnTo>
                  <a:lnTo>
                    <a:pt x="991514" y="19050"/>
                  </a:lnTo>
                  <a:lnTo>
                    <a:pt x="991514" y="0"/>
                  </a:lnTo>
                  <a:close/>
                </a:path>
                <a:path w="10972800" h="2667000">
                  <a:moveTo>
                    <a:pt x="1078826" y="2647950"/>
                  </a:moveTo>
                  <a:lnTo>
                    <a:pt x="1021676" y="2647950"/>
                  </a:lnTo>
                  <a:lnTo>
                    <a:pt x="1021676" y="2667000"/>
                  </a:lnTo>
                  <a:lnTo>
                    <a:pt x="1078826" y="2667000"/>
                  </a:lnTo>
                  <a:lnTo>
                    <a:pt x="1078826" y="2647950"/>
                  </a:lnTo>
                  <a:close/>
                </a:path>
                <a:path w="10972800" h="2667000">
                  <a:moveTo>
                    <a:pt x="1086866" y="0"/>
                  </a:moveTo>
                  <a:lnTo>
                    <a:pt x="1029716" y="0"/>
                  </a:lnTo>
                  <a:lnTo>
                    <a:pt x="1029716" y="19050"/>
                  </a:lnTo>
                  <a:lnTo>
                    <a:pt x="1086866" y="19050"/>
                  </a:lnTo>
                  <a:lnTo>
                    <a:pt x="1086866" y="0"/>
                  </a:lnTo>
                  <a:close/>
                </a:path>
                <a:path w="10972800" h="2667000">
                  <a:moveTo>
                    <a:pt x="1174178" y="2647950"/>
                  </a:moveTo>
                  <a:lnTo>
                    <a:pt x="1117028" y="2647950"/>
                  </a:lnTo>
                  <a:lnTo>
                    <a:pt x="1117028" y="2667000"/>
                  </a:lnTo>
                  <a:lnTo>
                    <a:pt x="1174178" y="2667000"/>
                  </a:lnTo>
                  <a:lnTo>
                    <a:pt x="1174178" y="2647950"/>
                  </a:lnTo>
                  <a:close/>
                </a:path>
                <a:path w="10972800" h="2667000">
                  <a:moveTo>
                    <a:pt x="1182217" y="0"/>
                  </a:moveTo>
                  <a:lnTo>
                    <a:pt x="1125067" y="0"/>
                  </a:lnTo>
                  <a:lnTo>
                    <a:pt x="1125067" y="19050"/>
                  </a:lnTo>
                  <a:lnTo>
                    <a:pt x="1182217" y="19050"/>
                  </a:lnTo>
                  <a:lnTo>
                    <a:pt x="1182217" y="0"/>
                  </a:lnTo>
                  <a:close/>
                </a:path>
                <a:path w="10972800" h="2667000">
                  <a:moveTo>
                    <a:pt x="1269530" y="2647950"/>
                  </a:moveTo>
                  <a:lnTo>
                    <a:pt x="1212380" y="2647950"/>
                  </a:lnTo>
                  <a:lnTo>
                    <a:pt x="1212380" y="2667000"/>
                  </a:lnTo>
                  <a:lnTo>
                    <a:pt x="1269530" y="2667000"/>
                  </a:lnTo>
                  <a:lnTo>
                    <a:pt x="1269530" y="2647950"/>
                  </a:lnTo>
                  <a:close/>
                </a:path>
                <a:path w="10972800" h="2667000">
                  <a:moveTo>
                    <a:pt x="1277569" y="0"/>
                  </a:moveTo>
                  <a:lnTo>
                    <a:pt x="1220419" y="0"/>
                  </a:lnTo>
                  <a:lnTo>
                    <a:pt x="1220419" y="19050"/>
                  </a:lnTo>
                  <a:lnTo>
                    <a:pt x="1277569" y="19050"/>
                  </a:lnTo>
                  <a:lnTo>
                    <a:pt x="1277569" y="0"/>
                  </a:lnTo>
                  <a:close/>
                </a:path>
                <a:path w="10972800" h="2667000">
                  <a:moveTo>
                    <a:pt x="1364869" y="2647950"/>
                  </a:moveTo>
                  <a:lnTo>
                    <a:pt x="1307719" y="2647950"/>
                  </a:lnTo>
                  <a:lnTo>
                    <a:pt x="1307719" y="2667000"/>
                  </a:lnTo>
                  <a:lnTo>
                    <a:pt x="1364869" y="2667000"/>
                  </a:lnTo>
                  <a:lnTo>
                    <a:pt x="1364869" y="2647950"/>
                  </a:lnTo>
                  <a:close/>
                </a:path>
                <a:path w="10972800" h="2667000">
                  <a:moveTo>
                    <a:pt x="1372908" y="0"/>
                  </a:moveTo>
                  <a:lnTo>
                    <a:pt x="1315758" y="0"/>
                  </a:lnTo>
                  <a:lnTo>
                    <a:pt x="1315758" y="19050"/>
                  </a:lnTo>
                  <a:lnTo>
                    <a:pt x="1372908" y="19050"/>
                  </a:lnTo>
                  <a:lnTo>
                    <a:pt x="1372908" y="0"/>
                  </a:lnTo>
                  <a:close/>
                </a:path>
                <a:path w="10972800" h="2667000">
                  <a:moveTo>
                    <a:pt x="1460220" y="2647950"/>
                  </a:moveTo>
                  <a:lnTo>
                    <a:pt x="1403070" y="2647950"/>
                  </a:lnTo>
                  <a:lnTo>
                    <a:pt x="1403070" y="2667000"/>
                  </a:lnTo>
                  <a:lnTo>
                    <a:pt x="1460220" y="2667000"/>
                  </a:lnTo>
                  <a:lnTo>
                    <a:pt x="1460220" y="2647950"/>
                  </a:lnTo>
                  <a:close/>
                </a:path>
                <a:path w="10972800" h="2667000">
                  <a:moveTo>
                    <a:pt x="1468259" y="0"/>
                  </a:moveTo>
                  <a:lnTo>
                    <a:pt x="1411109" y="0"/>
                  </a:lnTo>
                  <a:lnTo>
                    <a:pt x="1411109" y="19050"/>
                  </a:lnTo>
                  <a:lnTo>
                    <a:pt x="1468259" y="19050"/>
                  </a:lnTo>
                  <a:lnTo>
                    <a:pt x="1468259" y="0"/>
                  </a:lnTo>
                  <a:close/>
                </a:path>
                <a:path w="10972800" h="2667000">
                  <a:moveTo>
                    <a:pt x="1555572" y="2647950"/>
                  </a:moveTo>
                  <a:lnTo>
                    <a:pt x="1498422" y="2647950"/>
                  </a:lnTo>
                  <a:lnTo>
                    <a:pt x="1498422" y="2667000"/>
                  </a:lnTo>
                  <a:lnTo>
                    <a:pt x="1555572" y="2667000"/>
                  </a:lnTo>
                  <a:lnTo>
                    <a:pt x="1555572" y="2647950"/>
                  </a:lnTo>
                  <a:close/>
                </a:path>
                <a:path w="10972800" h="2667000">
                  <a:moveTo>
                    <a:pt x="1563611" y="0"/>
                  </a:moveTo>
                  <a:lnTo>
                    <a:pt x="1506461" y="0"/>
                  </a:lnTo>
                  <a:lnTo>
                    <a:pt x="1506461" y="19050"/>
                  </a:lnTo>
                  <a:lnTo>
                    <a:pt x="1563611" y="19050"/>
                  </a:lnTo>
                  <a:lnTo>
                    <a:pt x="1563611" y="0"/>
                  </a:lnTo>
                  <a:close/>
                </a:path>
                <a:path w="10972800" h="2667000">
                  <a:moveTo>
                    <a:pt x="1650923" y="2647950"/>
                  </a:moveTo>
                  <a:lnTo>
                    <a:pt x="1593773" y="2647950"/>
                  </a:lnTo>
                  <a:lnTo>
                    <a:pt x="1593773" y="2667000"/>
                  </a:lnTo>
                  <a:lnTo>
                    <a:pt x="1650923" y="2667000"/>
                  </a:lnTo>
                  <a:lnTo>
                    <a:pt x="1650923" y="2647950"/>
                  </a:lnTo>
                  <a:close/>
                </a:path>
                <a:path w="10972800" h="2667000">
                  <a:moveTo>
                    <a:pt x="1658962" y="0"/>
                  </a:moveTo>
                  <a:lnTo>
                    <a:pt x="1601812" y="0"/>
                  </a:lnTo>
                  <a:lnTo>
                    <a:pt x="1601812" y="19050"/>
                  </a:lnTo>
                  <a:lnTo>
                    <a:pt x="1658962" y="19050"/>
                  </a:lnTo>
                  <a:lnTo>
                    <a:pt x="1658962" y="0"/>
                  </a:lnTo>
                  <a:close/>
                </a:path>
                <a:path w="10972800" h="2667000">
                  <a:moveTo>
                    <a:pt x="1746275" y="2647950"/>
                  </a:moveTo>
                  <a:lnTo>
                    <a:pt x="1689125" y="2647950"/>
                  </a:lnTo>
                  <a:lnTo>
                    <a:pt x="1689125" y="2667000"/>
                  </a:lnTo>
                  <a:lnTo>
                    <a:pt x="1746275" y="2667000"/>
                  </a:lnTo>
                  <a:lnTo>
                    <a:pt x="1746275" y="2647950"/>
                  </a:lnTo>
                  <a:close/>
                </a:path>
                <a:path w="10972800" h="2667000">
                  <a:moveTo>
                    <a:pt x="1754314" y="0"/>
                  </a:moveTo>
                  <a:lnTo>
                    <a:pt x="1697164" y="0"/>
                  </a:lnTo>
                  <a:lnTo>
                    <a:pt x="1697164" y="19050"/>
                  </a:lnTo>
                  <a:lnTo>
                    <a:pt x="1754314" y="19050"/>
                  </a:lnTo>
                  <a:lnTo>
                    <a:pt x="1754314" y="0"/>
                  </a:lnTo>
                  <a:close/>
                </a:path>
                <a:path w="10972800" h="2667000">
                  <a:moveTo>
                    <a:pt x="1841627" y="2647950"/>
                  </a:moveTo>
                  <a:lnTo>
                    <a:pt x="1784477" y="2647950"/>
                  </a:lnTo>
                  <a:lnTo>
                    <a:pt x="1784477" y="2667000"/>
                  </a:lnTo>
                  <a:lnTo>
                    <a:pt x="1841627" y="2667000"/>
                  </a:lnTo>
                  <a:lnTo>
                    <a:pt x="1841627" y="2647950"/>
                  </a:lnTo>
                  <a:close/>
                </a:path>
                <a:path w="10972800" h="2667000">
                  <a:moveTo>
                    <a:pt x="1849666" y="0"/>
                  </a:moveTo>
                  <a:lnTo>
                    <a:pt x="1792516" y="0"/>
                  </a:lnTo>
                  <a:lnTo>
                    <a:pt x="1792516" y="19050"/>
                  </a:lnTo>
                  <a:lnTo>
                    <a:pt x="1849666" y="19050"/>
                  </a:lnTo>
                  <a:lnTo>
                    <a:pt x="1849666" y="0"/>
                  </a:lnTo>
                  <a:close/>
                </a:path>
                <a:path w="10972800" h="2667000">
                  <a:moveTo>
                    <a:pt x="1936978" y="2647950"/>
                  </a:moveTo>
                  <a:lnTo>
                    <a:pt x="1879828" y="2647950"/>
                  </a:lnTo>
                  <a:lnTo>
                    <a:pt x="1879828" y="2667000"/>
                  </a:lnTo>
                  <a:lnTo>
                    <a:pt x="1936978" y="2667000"/>
                  </a:lnTo>
                  <a:lnTo>
                    <a:pt x="1936978" y="2647950"/>
                  </a:lnTo>
                  <a:close/>
                </a:path>
                <a:path w="10972800" h="2667000">
                  <a:moveTo>
                    <a:pt x="1945017" y="0"/>
                  </a:moveTo>
                  <a:lnTo>
                    <a:pt x="1887867" y="0"/>
                  </a:lnTo>
                  <a:lnTo>
                    <a:pt x="1887867" y="19050"/>
                  </a:lnTo>
                  <a:lnTo>
                    <a:pt x="1945017" y="19050"/>
                  </a:lnTo>
                  <a:lnTo>
                    <a:pt x="1945017" y="0"/>
                  </a:lnTo>
                  <a:close/>
                </a:path>
                <a:path w="10972800" h="2667000">
                  <a:moveTo>
                    <a:pt x="2032330" y="2647950"/>
                  </a:moveTo>
                  <a:lnTo>
                    <a:pt x="1975180" y="2647950"/>
                  </a:lnTo>
                  <a:lnTo>
                    <a:pt x="1975180" y="2667000"/>
                  </a:lnTo>
                  <a:lnTo>
                    <a:pt x="2032330" y="2667000"/>
                  </a:lnTo>
                  <a:lnTo>
                    <a:pt x="2032330" y="2647950"/>
                  </a:lnTo>
                  <a:close/>
                </a:path>
                <a:path w="10972800" h="2667000">
                  <a:moveTo>
                    <a:pt x="2040369" y="0"/>
                  </a:moveTo>
                  <a:lnTo>
                    <a:pt x="1983219" y="0"/>
                  </a:lnTo>
                  <a:lnTo>
                    <a:pt x="1983219" y="19050"/>
                  </a:lnTo>
                  <a:lnTo>
                    <a:pt x="2040369" y="19050"/>
                  </a:lnTo>
                  <a:lnTo>
                    <a:pt x="2040369" y="0"/>
                  </a:lnTo>
                  <a:close/>
                </a:path>
                <a:path w="10972800" h="2667000">
                  <a:moveTo>
                    <a:pt x="2127681" y="2647950"/>
                  </a:moveTo>
                  <a:lnTo>
                    <a:pt x="2070531" y="2647950"/>
                  </a:lnTo>
                  <a:lnTo>
                    <a:pt x="2070531" y="2667000"/>
                  </a:lnTo>
                  <a:lnTo>
                    <a:pt x="2127681" y="2667000"/>
                  </a:lnTo>
                  <a:lnTo>
                    <a:pt x="2127681" y="2647950"/>
                  </a:lnTo>
                  <a:close/>
                </a:path>
                <a:path w="10972800" h="2667000">
                  <a:moveTo>
                    <a:pt x="2135721" y="0"/>
                  </a:moveTo>
                  <a:lnTo>
                    <a:pt x="2078570" y="0"/>
                  </a:lnTo>
                  <a:lnTo>
                    <a:pt x="2078570" y="19050"/>
                  </a:lnTo>
                  <a:lnTo>
                    <a:pt x="2135721" y="19050"/>
                  </a:lnTo>
                  <a:lnTo>
                    <a:pt x="2135721" y="0"/>
                  </a:lnTo>
                  <a:close/>
                </a:path>
                <a:path w="10972800" h="2667000">
                  <a:moveTo>
                    <a:pt x="2223033" y="2647950"/>
                  </a:moveTo>
                  <a:lnTo>
                    <a:pt x="2165883" y="2647950"/>
                  </a:lnTo>
                  <a:lnTo>
                    <a:pt x="2165883" y="2667000"/>
                  </a:lnTo>
                  <a:lnTo>
                    <a:pt x="2223033" y="2667000"/>
                  </a:lnTo>
                  <a:lnTo>
                    <a:pt x="2223033" y="2647950"/>
                  </a:lnTo>
                  <a:close/>
                </a:path>
                <a:path w="10972800" h="2667000">
                  <a:moveTo>
                    <a:pt x="2231072" y="0"/>
                  </a:moveTo>
                  <a:lnTo>
                    <a:pt x="2173922" y="0"/>
                  </a:lnTo>
                  <a:lnTo>
                    <a:pt x="2173922" y="19050"/>
                  </a:lnTo>
                  <a:lnTo>
                    <a:pt x="2231072" y="19050"/>
                  </a:lnTo>
                  <a:lnTo>
                    <a:pt x="2231072" y="0"/>
                  </a:lnTo>
                  <a:close/>
                </a:path>
                <a:path w="10972800" h="2667000">
                  <a:moveTo>
                    <a:pt x="2318385" y="2647950"/>
                  </a:moveTo>
                  <a:lnTo>
                    <a:pt x="2261235" y="2647950"/>
                  </a:lnTo>
                  <a:lnTo>
                    <a:pt x="2261235" y="2667000"/>
                  </a:lnTo>
                  <a:lnTo>
                    <a:pt x="2318385" y="2667000"/>
                  </a:lnTo>
                  <a:lnTo>
                    <a:pt x="2318385" y="2647950"/>
                  </a:lnTo>
                  <a:close/>
                </a:path>
                <a:path w="10972800" h="2667000">
                  <a:moveTo>
                    <a:pt x="2326424" y="0"/>
                  </a:moveTo>
                  <a:lnTo>
                    <a:pt x="2269274" y="0"/>
                  </a:lnTo>
                  <a:lnTo>
                    <a:pt x="2269274" y="19050"/>
                  </a:lnTo>
                  <a:lnTo>
                    <a:pt x="2326424" y="19050"/>
                  </a:lnTo>
                  <a:lnTo>
                    <a:pt x="2326424" y="0"/>
                  </a:lnTo>
                  <a:close/>
                </a:path>
                <a:path w="10972800" h="2667000">
                  <a:moveTo>
                    <a:pt x="2413736" y="2647950"/>
                  </a:moveTo>
                  <a:lnTo>
                    <a:pt x="2356586" y="2647950"/>
                  </a:lnTo>
                  <a:lnTo>
                    <a:pt x="2356586" y="2667000"/>
                  </a:lnTo>
                  <a:lnTo>
                    <a:pt x="2413736" y="2667000"/>
                  </a:lnTo>
                  <a:lnTo>
                    <a:pt x="2413736" y="2647950"/>
                  </a:lnTo>
                  <a:close/>
                </a:path>
                <a:path w="10972800" h="2667000">
                  <a:moveTo>
                    <a:pt x="2421775" y="0"/>
                  </a:moveTo>
                  <a:lnTo>
                    <a:pt x="2364625" y="0"/>
                  </a:lnTo>
                  <a:lnTo>
                    <a:pt x="2364625" y="19050"/>
                  </a:lnTo>
                  <a:lnTo>
                    <a:pt x="2421775" y="19050"/>
                  </a:lnTo>
                  <a:lnTo>
                    <a:pt x="2421775" y="0"/>
                  </a:lnTo>
                  <a:close/>
                </a:path>
                <a:path w="10972800" h="2667000">
                  <a:moveTo>
                    <a:pt x="2509075" y="2647950"/>
                  </a:moveTo>
                  <a:lnTo>
                    <a:pt x="2451925" y="2647950"/>
                  </a:lnTo>
                  <a:lnTo>
                    <a:pt x="2451925" y="2667000"/>
                  </a:lnTo>
                  <a:lnTo>
                    <a:pt x="2509075" y="2667000"/>
                  </a:lnTo>
                  <a:lnTo>
                    <a:pt x="2509075" y="2647950"/>
                  </a:lnTo>
                  <a:close/>
                </a:path>
                <a:path w="10972800" h="2667000">
                  <a:moveTo>
                    <a:pt x="2517127" y="0"/>
                  </a:moveTo>
                  <a:lnTo>
                    <a:pt x="2459977" y="0"/>
                  </a:lnTo>
                  <a:lnTo>
                    <a:pt x="2459977" y="19050"/>
                  </a:lnTo>
                  <a:lnTo>
                    <a:pt x="2517127" y="19050"/>
                  </a:lnTo>
                  <a:lnTo>
                    <a:pt x="2517127" y="0"/>
                  </a:lnTo>
                  <a:close/>
                </a:path>
                <a:path w="10972800" h="2667000">
                  <a:moveTo>
                    <a:pt x="2604439" y="2647950"/>
                  </a:moveTo>
                  <a:lnTo>
                    <a:pt x="2547289" y="2647950"/>
                  </a:lnTo>
                  <a:lnTo>
                    <a:pt x="2547289" y="2667000"/>
                  </a:lnTo>
                  <a:lnTo>
                    <a:pt x="2604439" y="2667000"/>
                  </a:lnTo>
                  <a:lnTo>
                    <a:pt x="2604439" y="2647950"/>
                  </a:lnTo>
                  <a:close/>
                </a:path>
                <a:path w="10972800" h="2667000">
                  <a:moveTo>
                    <a:pt x="2612466" y="0"/>
                  </a:moveTo>
                  <a:lnTo>
                    <a:pt x="2555316" y="0"/>
                  </a:lnTo>
                  <a:lnTo>
                    <a:pt x="2555316" y="19050"/>
                  </a:lnTo>
                  <a:lnTo>
                    <a:pt x="2612466" y="19050"/>
                  </a:lnTo>
                  <a:lnTo>
                    <a:pt x="2612466" y="0"/>
                  </a:lnTo>
                  <a:close/>
                </a:path>
                <a:path w="10972800" h="2667000">
                  <a:moveTo>
                    <a:pt x="2699778" y="2647950"/>
                  </a:moveTo>
                  <a:lnTo>
                    <a:pt x="2642628" y="2647950"/>
                  </a:lnTo>
                  <a:lnTo>
                    <a:pt x="2642628" y="2667000"/>
                  </a:lnTo>
                  <a:lnTo>
                    <a:pt x="2699778" y="2667000"/>
                  </a:lnTo>
                  <a:lnTo>
                    <a:pt x="2699778" y="2647950"/>
                  </a:lnTo>
                  <a:close/>
                </a:path>
                <a:path w="10972800" h="2667000">
                  <a:moveTo>
                    <a:pt x="2707817" y="0"/>
                  </a:moveTo>
                  <a:lnTo>
                    <a:pt x="2650667" y="0"/>
                  </a:lnTo>
                  <a:lnTo>
                    <a:pt x="2650667" y="19050"/>
                  </a:lnTo>
                  <a:lnTo>
                    <a:pt x="2707817" y="19050"/>
                  </a:lnTo>
                  <a:lnTo>
                    <a:pt x="2707817" y="0"/>
                  </a:lnTo>
                  <a:close/>
                </a:path>
                <a:path w="10972800" h="2667000">
                  <a:moveTo>
                    <a:pt x="2795130" y="2647950"/>
                  </a:moveTo>
                  <a:lnTo>
                    <a:pt x="2737980" y="2647950"/>
                  </a:lnTo>
                  <a:lnTo>
                    <a:pt x="2737980" y="2667000"/>
                  </a:lnTo>
                  <a:lnTo>
                    <a:pt x="2795130" y="2667000"/>
                  </a:lnTo>
                  <a:lnTo>
                    <a:pt x="2795130" y="2647950"/>
                  </a:lnTo>
                  <a:close/>
                </a:path>
                <a:path w="10972800" h="2667000">
                  <a:moveTo>
                    <a:pt x="2803169" y="0"/>
                  </a:moveTo>
                  <a:lnTo>
                    <a:pt x="2746019" y="0"/>
                  </a:lnTo>
                  <a:lnTo>
                    <a:pt x="2746019" y="19050"/>
                  </a:lnTo>
                  <a:lnTo>
                    <a:pt x="2803169" y="19050"/>
                  </a:lnTo>
                  <a:lnTo>
                    <a:pt x="2803169" y="0"/>
                  </a:lnTo>
                  <a:close/>
                </a:path>
                <a:path w="10972800" h="2667000">
                  <a:moveTo>
                    <a:pt x="2890482" y="2647950"/>
                  </a:moveTo>
                  <a:lnTo>
                    <a:pt x="2833332" y="2647950"/>
                  </a:lnTo>
                  <a:lnTo>
                    <a:pt x="2833332" y="2667000"/>
                  </a:lnTo>
                  <a:lnTo>
                    <a:pt x="2890482" y="2667000"/>
                  </a:lnTo>
                  <a:lnTo>
                    <a:pt x="2890482" y="2647950"/>
                  </a:lnTo>
                  <a:close/>
                </a:path>
                <a:path w="10972800" h="2667000">
                  <a:moveTo>
                    <a:pt x="2898521" y="0"/>
                  </a:moveTo>
                  <a:lnTo>
                    <a:pt x="2841371" y="0"/>
                  </a:lnTo>
                  <a:lnTo>
                    <a:pt x="2841371" y="19050"/>
                  </a:lnTo>
                  <a:lnTo>
                    <a:pt x="2898521" y="19050"/>
                  </a:lnTo>
                  <a:lnTo>
                    <a:pt x="2898521" y="0"/>
                  </a:lnTo>
                  <a:close/>
                </a:path>
                <a:path w="10972800" h="2667000">
                  <a:moveTo>
                    <a:pt x="2985833" y="2647950"/>
                  </a:moveTo>
                  <a:lnTo>
                    <a:pt x="2928683" y="2647950"/>
                  </a:lnTo>
                  <a:lnTo>
                    <a:pt x="2928683" y="2667000"/>
                  </a:lnTo>
                  <a:lnTo>
                    <a:pt x="2985833" y="2667000"/>
                  </a:lnTo>
                  <a:lnTo>
                    <a:pt x="2985833" y="2647950"/>
                  </a:lnTo>
                  <a:close/>
                </a:path>
                <a:path w="10972800" h="2667000">
                  <a:moveTo>
                    <a:pt x="2993872" y="0"/>
                  </a:moveTo>
                  <a:lnTo>
                    <a:pt x="2936722" y="0"/>
                  </a:lnTo>
                  <a:lnTo>
                    <a:pt x="2936722" y="19050"/>
                  </a:lnTo>
                  <a:lnTo>
                    <a:pt x="2993872" y="19050"/>
                  </a:lnTo>
                  <a:lnTo>
                    <a:pt x="2993872" y="0"/>
                  </a:lnTo>
                  <a:close/>
                </a:path>
                <a:path w="10972800" h="2667000">
                  <a:moveTo>
                    <a:pt x="3081185" y="2647950"/>
                  </a:moveTo>
                  <a:lnTo>
                    <a:pt x="3024035" y="2647950"/>
                  </a:lnTo>
                  <a:lnTo>
                    <a:pt x="3024035" y="2667000"/>
                  </a:lnTo>
                  <a:lnTo>
                    <a:pt x="3081185" y="2667000"/>
                  </a:lnTo>
                  <a:lnTo>
                    <a:pt x="3081185" y="2647950"/>
                  </a:lnTo>
                  <a:close/>
                </a:path>
                <a:path w="10972800" h="2667000">
                  <a:moveTo>
                    <a:pt x="3089224" y="0"/>
                  </a:moveTo>
                  <a:lnTo>
                    <a:pt x="3032074" y="0"/>
                  </a:lnTo>
                  <a:lnTo>
                    <a:pt x="3032074" y="19050"/>
                  </a:lnTo>
                  <a:lnTo>
                    <a:pt x="3089224" y="19050"/>
                  </a:lnTo>
                  <a:lnTo>
                    <a:pt x="3089224" y="0"/>
                  </a:lnTo>
                  <a:close/>
                </a:path>
                <a:path w="10972800" h="2667000">
                  <a:moveTo>
                    <a:pt x="3176536" y="2647950"/>
                  </a:moveTo>
                  <a:lnTo>
                    <a:pt x="3119386" y="2647950"/>
                  </a:lnTo>
                  <a:lnTo>
                    <a:pt x="3119386" y="2667000"/>
                  </a:lnTo>
                  <a:lnTo>
                    <a:pt x="3176536" y="2667000"/>
                  </a:lnTo>
                  <a:lnTo>
                    <a:pt x="3176536" y="2647950"/>
                  </a:lnTo>
                  <a:close/>
                </a:path>
                <a:path w="10972800" h="2667000">
                  <a:moveTo>
                    <a:pt x="3184575" y="0"/>
                  </a:moveTo>
                  <a:lnTo>
                    <a:pt x="3127425" y="0"/>
                  </a:lnTo>
                  <a:lnTo>
                    <a:pt x="3127425" y="19050"/>
                  </a:lnTo>
                  <a:lnTo>
                    <a:pt x="3184575" y="19050"/>
                  </a:lnTo>
                  <a:lnTo>
                    <a:pt x="3184575" y="0"/>
                  </a:lnTo>
                  <a:close/>
                </a:path>
                <a:path w="10972800" h="2667000">
                  <a:moveTo>
                    <a:pt x="3271888" y="2647950"/>
                  </a:moveTo>
                  <a:lnTo>
                    <a:pt x="3214738" y="2647950"/>
                  </a:lnTo>
                  <a:lnTo>
                    <a:pt x="3214738" y="2667000"/>
                  </a:lnTo>
                  <a:lnTo>
                    <a:pt x="3271888" y="2667000"/>
                  </a:lnTo>
                  <a:lnTo>
                    <a:pt x="3271888" y="2647950"/>
                  </a:lnTo>
                  <a:close/>
                </a:path>
                <a:path w="10972800" h="2667000">
                  <a:moveTo>
                    <a:pt x="3279927" y="0"/>
                  </a:moveTo>
                  <a:lnTo>
                    <a:pt x="3222777" y="0"/>
                  </a:lnTo>
                  <a:lnTo>
                    <a:pt x="3222777" y="19050"/>
                  </a:lnTo>
                  <a:lnTo>
                    <a:pt x="3279927" y="19050"/>
                  </a:lnTo>
                  <a:lnTo>
                    <a:pt x="3279927" y="0"/>
                  </a:lnTo>
                  <a:close/>
                </a:path>
                <a:path w="10972800" h="2667000">
                  <a:moveTo>
                    <a:pt x="3367240" y="2647950"/>
                  </a:moveTo>
                  <a:lnTo>
                    <a:pt x="3310090" y="2647950"/>
                  </a:lnTo>
                  <a:lnTo>
                    <a:pt x="3310090" y="2667000"/>
                  </a:lnTo>
                  <a:lnTo>
                    <a:pt x="3367240" y="2667000"/>
                  </a:lnTo>
                  <a:lnTo>
                    <a:pt x="3367240" y="2647950"/>
                  </a:lnTo>
                  <a:close/>
                </a:path>
                <a:path w="10972800" h="2667000">
                  <a:moveTo>
                    <a:pt x="3375279" y="0"/>
                  </a:moveTo>
                  <a:lnTo>
                    <a:pt x="3318129" y="0"/>
                  </a:lnTo>
                  <a:lnTo>
                    <a:pt x="3318129" y="19050"/>
                  </a:lnTo>
                  <a:lnTo>
                    <a:pt x="3375279" y="19050"/>
                  </a:lnTo>
                  <a:lnTo>
                    <a:pt x="3375279" y="0"/>
                  </a:lnTo>
                  <a:close/>
                </a:path>
                <a:path w="10972800" h="2667000">
                  <a:moveTo>
                    <a:pt x="3462591" y="2647950"/>
                  </a:moveTo>
                  <a:lnTo>
                    <a:pt x="3405441" y="2647950"/>
                  </a:lnTo>
                  <a:lnTo>
                    <a:pt x="3405441" y="2667000"/>
                  </a:lnTo>
                  <a:lnTo>
                    <a:pt x="3462591" y="2667000"/>
                  </a:lnTo>
                  <a:lnTo>
                    <a:pt x="3462591" y="2647950"/>
                  </a:lnTo>
                  <a:close/>
                </a:path>
                <a:path w="10972800" h="2667000">
                  <a:moveTo>
                    <a:pt x="3470630" y="0"/>
                  </a:moveTo>
                  <a:lnTo>
                    <a:pt x="3413480" y="0"/>
                  </a:lnTo>
                  <a:lnTo>
                    <a:pt x="3413480" y="19050"/>
                  </a:lnTo>
                  <a:lnTo>
                    <a:pt x="3470630" y="19050"/>
                  </a:lnTo>
                  <a:lnTo>
                    <a:pt x="3470630" y="0"/>
                  </a:lnTo>
                  <a:close/>
                </a:path>
                <a:path w="10972800" h="2667000">
                  <a:moveTo>
                    <a:pt x="3557943" y="2647950"/>
                  </a:moveTo>
                  <a:lnTo>
                    <a:pt x="3500793" y="2647950"/>
                  </a:lnTo>
                  <a:lnTo>
                    <a:pt x="3500793" y="2667000"/>
                  </a:lnTo>
                  <a:lnTo>
                    <a:pt x="3557943" y="2667000"/>
                  </a:lnTo>
                  <a:lnTo>
                    <a:pt x="3557943" y="2647950"/>
                  </a:lnTo>
                  <a:close/>
                </a:path>
                <a:path w="10972800" h="2667000">
                  <a:moveTo>
                    <a:pt x="3565982" y="0"/>
                  </a:moveTo>
                  <a:lnTo>
                    <a:pt x="3508832" y="0"/>
                  </a:lnTo>
                  <a:lnTo>
                    <a:pt x="3508832" y="19050"/>
                  </a:lnTo>
                  <a:lnTo>
                    <a:pt x="3565982" y="19050"/>
                  </a:lnTo>
                  <a:lnTo>
                    <a:pt x="3565982" y="0"/>
                  </a:lnTo>
                  <a:close/>
                </a:path>
                <a:path w="10972800" h="2667000">
                  <a:moveTo>
                    <a:pt x="3653294" y="2647950"/>
                  </a:moveTo>
                  <a:lnTo>
                    <a:pt x="3596144" y="2647950"/>
                  </a:lnTo>
                  <a:lnTo>
                    <a:pt x="3596144" y="2667000"/>
                  </a:lnTo>
                  <a:lnTo>
                    <a:pt x="3653294" y="2667000"/>
                  </a:lnTo>
                  <a:lnTo>
                    <a:pt x="3653294" y="2647950"/>
                  </a:lnTo>
                  <a:close/>
                </a:path>
                <a:path w="10972800" h="2667000">
                  <a:moveTo>
                    <a:pt x="3661333" y="0"/>
                  </a:moveTo>
                  <a:lnTo>
                    <a:pt x="3604183" y="0"/>
                  </a:lnTo>
                  <a:lnTo>
                    <a:pt x="3604183" y="19050"/>
                  </a:lnTo>
                  <a:lnTo>
                    <a:pt x="3661333" y="19050"/>
                  </a:lnTo>
                  <a:lnTo>
                    <a:pt x="3661333" y="0"/>
                  </a:lnTo>
                  <a:close/>
                </a:path>
                <a:path w="10972800" h="2667000">
                  <a:moveTo>
                    <a:pt x="3748646" y="2647950"/>
                  </a:moveTo>
                  <a:lnTo>
                    <a:pt x="3691483" y="2647950"/>
                  </a:lnTo>
                  <a:lnTo>
                    <a:pt x="3691483" y="2667000"/>
                  </a:lnTo>
                  <a:lnTo>
                    <a:pt x="3748646" y="2667000"/>
                  </a:lnTo>
                  <a:lnTo>
                    <a:pt x="3748646" y="2647950"/>
                  </a:lnTo>
                  <a:close/>
                </a:path>
                <a:path w="10972800" h="2667000">
                  <a:moveTo>
                    <a:pt x="3756685" y="0"/>
                  </a:moveTo>
                  <a:lnTo>
                    <a:pt x="3699535" y="0"/>
                  </a:lnTo>
                  <a:lnTo>
                    <a:pt x="3699535" y="19050"/>
                  </a:lnTo>
                  <a:lnTo>
                    <a:pt x="3756685" y="19050"/>
                  </a:lnTo>
                  <a:lnTo>
                    <a:pt x="3756685" y="0"/>
                  </a:lnTo>
                  <a:close/>
                </a:path>
                <a:path w="10972800" h="2667000">
                  <a:moveTo>
                    <a:pt x="3843985" y="2647950"/>
                  </a:moveTo>
                  <a:lnTo>
                    <a:pt x="3786835" y="2647950"/>
                  </a:lnTo>
                  <a:lnTo>
                    <a:pt x="3786835" y="2667000"/>
                  </a:lnTo>
                  <a:lnTo>
                    <a:pt x="3843985" y="2667000"/>
                  </a:lnTo>
                  <a:lnTo>
                    <a:pt x="3843985" y="2647950"/>
                  </a:lnTo>
                  <a:close/>
                </a:path>
                <a:path w="10972800" h="2667000">
                  <a:moveTo>
                    <a:pt x="3852024" y="0"/>
                  </a:moveTo>
                  <a:lnTo>
                    <a:pt x="3794874" y="0"/>
                  </a:lnTo>
                  <a:lnTo>
                    <a:pt x="3794874" y="19050"/>
                  </a:lnTo>
                  <a:lnTo>
                    <a:pt x="3852024" y="19050"/>
                  </a:lnTo>
                  <a:lnTo>
                    <a:pt x="3852024" y="0"/>
                  </a:lnTo>
                  <a:close/>
                </a:path>
                <a:path w="10972800" h="2667000">
                  <a:moveTo>
                    <a:pt x="3939336" y="2647950"/>
                  </a:moveTo>
                  <a:lnTo>
                    <a:pt x="3882186" y="2647950"/>
                  </a:lnTo>
                  <a:lnTo>
                    <a:pt x="3882186" y="2667000"/>
                  </a:lnTo>
                  <a:lnTo>
                    <a:pt x="3939336" y="2667000"/>
                  </a:lnTo>
                  <a:lnTo>
                    <a:pt x="3939336" y="2647950"/>
                  </a:lnTo>
                  <a:close/>
                </a:path>
                <a:path w="10972800" h="2667000">
                  <a:moveTo>
                    <a:pt x="3947376" y="0"/>
                  </a:moveTo>
                  <a:lnTo>
                    <a:pt x="3890226" y="0"/>
                  </a:lnTo>
                  <a:lnTo>
                    <a:pt x="3890226" y="19050"/>
                  </a:lnTo>
                  <a:lnTo>
                    <a:pt x="3947376" y="19050"/>
                  </a:lnTo>
                  <a:lnTo>
                    <a:pt x="3947376" y="0"/>
                  </a:lnTo>
                  <a:close/>
                </a:path>
                <a:path w="10972800" h="2667000">
                  <a:moveTo>
                    <a:pt x="4034688" y="2647950"/>
                  </a:moveTo>
                  <a:lnTo>
                    <a:pt x="3977538" y="2647950"/>
                  </a:lnTo>
                  <a:lnTo>
                    <a:pt x="3977538" y="2667000"/>
                  </a:lnTo>
                  <a:lnTo>
                    <a:pt x="4034688" y="2667000"/>
                  </a:lnTo>
                  <a:lnTo>
                    <a:pt x="4034688" y="2647950"/>
                  </a:lnTo>
                  <a:close/>
                </a:path>
                <a:path w="10972800" h="2667000">
                  <a:moveTo>
                    <a:pt x="4042727" y="0"/>
                  </a:moveTo>
                  <a:lnTo>
                    <a:pt x="3985577" y="0"/>
                  </a:lnTo>
                  <a:lnTo>
                    <a:pt x="3985577" y="19050"/>
                  </a:lnTo>
                  <a:lnTo>
                    <a:pt x="4042727" y="19050"/>
                  </a:lnTo>
                  <a:lnTo>
                    <a:pt x="4042727" y="0"/>
                  </a:lnTo>
                  <a:close/>
                </a:path>
                <a:path w="10972800" h="2667000">
                  <a:moveTo>
                    <a:pt x="4130040" y="2647950"/>
                  </a:moveTo>
                  <a:lnTo>
                    <a:pt x="4072890" y="2647950"/>
                  </a:lnTo>
                  <a:lnTo>
                    <a:pt x="4072890" y="2667000"/>
                  </a:lnTo>
                  <a:lnTo>
                    <a:pt x="4130040" y="2667000"/>
                  </a:lnTo>
                  <a:lnTo>
                    <a:pt x="4130040" y="2647950"/>
                  </a:lnTo>
                  <a:close/>
                </a:path>
                <a:path w="10972800" h="2667000">
                  <a:moveTo>
                    <a:pt x="4138079" y="0"/>
                  </a:moveTo>
                  <a:lnTo>
                    <a:pt x="4080929" y="0"/>
                  </a:lnTo>
                  <a:lnTo>
                    <a:pt x="4080929" y="19050"/>
                  </a:lnTo>
                  <a:lnTo>
                    <a:pt x="4138079" y="19050"/>
                  </a:lnTo>
                  <a:lnTo>
                    <a:pt x="4138079" y="0"/>
                  </a:lnTo>
                  <a:close/>
                </a:path>
                <a:path w="10972800" h="2667000">
                  <a:moveTo>
                    <a:pt x="4225391" y="2647950"/>
                  </a:moveTo>
                  <a:lnTo>
                    <a:pt x="4168241" y="2647950"/>
                  </a:lnTo>
                  <a:lnTo>
                    <a:pt x="4168241" y="2667000"/>
                  </a:lnTo>
                  <a:lnTo>
                    <a:pt x="4225391" y="2667000"/>
                  </a:lnTo>
                  <a:lnTo>
                    <a:pt x="4225391" y="2647950"/>
                  </a:lnTo>
                  <a:close/>
                </a:path>
                <a:path w="10972800" h="2667000">
                  <a:moveTo>
                    <a:pt x="4233430" y="0"/>
                  </a:moveTo>
                  <a:lnTo>
                    <a:pt x="4176280" y="0"/>
                  </a:lnTo>
                  <a:lnTo>
                    <a:pt x="4176280" y="19050"/>
                  </a:lnTo>
                  <a:lnTo>
                    <a:pt x="4233430" y="19050"/>
                  </a:lnTo>
                  <a:lnTo>
                    <a:pt x="4233430" y="0"/>
                  </a:lnTo>
                  <a:close/>
                </a:path>
                <a:path w="10972800" h="2667000">
                  <a:moveTo>
                    <a:pt x="4320743" y="2647950"/>
                  </a:moveTo>
                  <a:lnTo>
                    <a:pt x="4263593" y="2647950"/>
                  </a:lnTo>
                  <a:lnTo>
                    <a:pt x="4263593" y="2667000"/>
                  </a:lnTo>
                  <a:lnTo>
                    <a:pt x="4320743" y="2667000"/>
                  </a:lnTo>
                  <a:lnTo>
                    <a:pt x="4320743" y="2647950"/>
                  </a:lnTo>
                  <a:close/>
                </a:path>
                <a:path w="10972800" h="2667000">
                  <a:moveTo>
                    <a:pt x="4328782" y="0"/>
                  </a:moveTo>
                  <a:lnTo>
                    <a:pt x="4271632" y="0"/>
                  </a:lnTo>
                  <a:lnTo>
                    <a:pt x="4271632" y="19050"/>
                  </a:lnTo>
                  <a:lnTo>
                    <a:pt x="4328782" y="19050"/>
                  </a:lnTo>
                  <a:lnTo>
                    <a:pt x="4328782" y="0"/>
                  </a:lnTo>
                  <a:close/>
                </a:path>
                <a:path w="10972800" h="2667000">
                  <a:moveTo>
                    <a:pt x="4416095" y="2647950"/>
                  </a:moveTo>
                  <a:lnTo>
                    <a:pt x="4358945" y="2647950"/>
                  </a:lnTo>
                  <a:lnTo>
                    <a:pt x="4358945" y="2667000"/>
                  </a:lnTo>
                  <a:lnTo>
                    <a:pt x="4416095" y="2667000"/>
                  </a:lnTo>
                  <a:lnTo>
                    <a:pt x="4416095" y="2647950"/>
                  </a:lnTo>
                  <a:close/>
                </a:path>
                <a:path w="10972800" h="2667000">
                  <a:moveTo>
                    <a:pt x="4424134" y="0"/>
                  </a:moveTo>
                  <a:lnTo>
                    <a:pt x="4366984" y="0"/>
                  </a:lnTo>
                  <a:lnTo>
                    <a:pt x="4366984" y="19050"/>
                  </a:lnTo>
                  <a:lnTo>
                    <a:pt x="4424134" y="19050"/>
                  </a:lnTo>
                  <a:lnTo>
                    <a:pt x="4424134" y="0"/>
                  </a:lnTo>
                  <a:close/>
                </a:path>
                <a:path w="10972800" h="2667000">
                  <a:moveTo>
                    <a:pt x="4511446" y="2647950"/>
                  </a:moveTo>
                  <a:lnTo>
                    <a:pt x="4454296" y="2647950"/>
                  </a:lnTo>
                  <a:lnTo>
                    <a:pt x="4454296" y="2667000"/>
                  </a:lnTo>
                  <a:lnTo>
                    <a:pt x="4511446" y="2667000"/>
                  </a:lnTo>
                  <a:lnTo>
                    <a:pt x="4511446" y="2647950"/>
                  </a:lnTo>
                  <a:close/>
                </a:path>
                <a:path w="10972800" h="2667000">
                  <a:moveTo>
                    <a:pt x="4519485" y="0"/>
                  </a:moveTo>
                  <a:lnTo>
                    <a:pt x="4462335" y="0"/>
                  </a:lnTo>
                  <a:lnTo>
                    <a:pt x="4462335" y="19050"/>
                  </a:lnTo>
                  <a:lnTo>
                    <a:pt x="4519485" y="19050"/>
                  </a:lnTo>
                  <a:lnTo>
                    <a:pt x="4519485" y="0"/>
                  </a:lnTo>
                  <a:close/>
                </a:path>
                <a:path w="10972800" h="2667000">
                  <a:moveTo>
                    <a:pt x="4606798" y="2647950"/>
                  </a:moveTo>
                  <a:lnTo>
                    <a:pt x="4549648" y="2647950"/>
                  </a:lnTo>
                  <a:lnTo>
                    <a:pt x="4549648" y="2667000"/>
                  </a:lnTo>
                  <a:lnTo>
                    <a:pt x="4606798" y="2667000"/>
                  </a:lnTo>
                  <a:lnTo>
                    <a:pt x="4606798" y="2647950"/>
                  </a:lnTo>
                  <a:close/>
                </a:path>
                <a:path w="10972800" h="2667000">
                  <a:moveTo>
                    <a:pt x="4614837" y="0"/>
                  </a:moveTo>
                  <a:lnTo>
                    <a:pt x="4557687" y="0"/>
                  </a:lnTo>
                  <a:lnTo>
                    <a:pt x="4557687" y="19050"/>
                  </a:lnTo>
                  <a:lnTo>
                    <a:pt x="4614837" y="19050"/>
                  </a:lnTo>
                  <a:lnTo>
                    <a:pt x="4614837" y="0"/>
                  </a:lnTo>
                  <a:close/>
                </a:path>
                <a:path w="10972800" h="2667000">
                  <a:moveTo>
                    <a:pt x="4702149" y="2647950"/>
                  </a:moveTo>
                  <a:lnTo>
                    <a:pt x="4644999" y="2647950"/>
                  </a:lnTo>
                  <a:lnTo>
                    <a:pt x="4644999" y="2667000"/>
                  </a:lnTo>
                  <a:lnTo>
                    <a:pt x="4702149" y="2667000"/>
                  </a:lnTo>
                  <a:lnTo>
                    <a:pt x="4702149" y="2647950"/>
                  </a:lnTo>
                  <a:close/>
                </a:path>
                <a:path w="10972800" h="2667000">
                  <a:moveTo>
                    <a:pt x="4710188" y="0"/>
                  </a:moveTo>
                  <a:lnTo>
                    <a:pt x="4653038" y="0"/>
                  </a:lnTo>
                  <a:lnTo>
                    <a:pt x="4653038" y="19050"/>
                  </a:lnTo>
                  <a:lnTo>
                    <a:pt x="4710188" y="19050"/>
                  </a:lnTo>
                  <a:lnTo>
                    <a:pt x="4710188" y="0"/>
                  </a:lnTo>
                  <a:close/>
                </a:path>
                <a:path w="10972800" h="2667000">
                  <a:moveTo>
                    <a:pt x="4797501" y="2647950"/>
                  </a:moveTo>
                  <a:lnTo>
                    <a:pt x="4740351" y="2647950"/>
                  </a:lnTo>
                  <a:lnTo>
                    <a:pt x="4740351" y="2667000"/>
                  </a:lnTo>
                  <a:lnTo>
                    <a:pt x="4797501" y="2667000"/>
                  </a:lnTo>
                  <a:lnTo>
                    <a:pt x="4797501" y="2647950"/>
                  </a:lnTo>
                  <a:close/>
                </a:path>
                <a:path w="10972800" h="2667000">
                  <a:moveTo>
                    <a:pt x="4805540" y="0"/>
                  </a:moveTo>
                  <a:lnTo>
                    <a:pt x="4748390" y="0"/>
                  </a:lnTo>
                  <a:lnTo>
                    <a:pt x="4748390" y="19050"/>
                  </a:lnTo>
                  <a:lnTo>
                    <a:pt x="4805540" y="19050"/>
                  </a:lnTo>
                  <a:lnTo>
                    <a:pt x="4805540" y="0"/>
                  </a:lnTo>
                  <a:close/>
                </a:path>
                <a:path w="10972800" h="2667000">
                  <a:moveTo>
                    <a:pt x="4892853" y="2647950"/>
                  </a:moveTo>
                  <a:lnTo>
                    <a:pt x="4835703" y="2647950"/>
                  </a:lnTo>
                  <a:lnTo>
                    <a:pt x="4835703" y="2667000"/>
                  </a:lnTo>
                  <a:lnTo>
                    <a:pt x="4892853" y="2667000"/>
                  </a:lnTo>
                  <a:lnTo>
                    <a:pt x="4892853" y="2647950"/>
                  </a:lnTo>
                  <a:close/>
                </a:path>
                <a:path w="10972800" h="2667000">
                  <a:moveTo>
                    <a:pt x="4900892" y="0"/>
                  </a:moveTo>
                  <a:lnTo>
                    <a:pt x="4843742" y="0"/>
                  </a:lnTo>
                  <a:lnTo>
                    <a:pt x="4843742" y="19050"/>
                  </a:lnTo>
                  <a:lnTo>
                    <a:pt x="4900892" y="19050"/>
                  </a:lnTo>
                  <a:lnTo>
                    <a:pt x="4900892" y="0"/>
                  </a:lnTo>
                  <a:close/>
                </a:path>
                <a:path w="10972800" h="2667000">
                  <a:moveTo>
                    <a:pt x="4988204" y="2647950"/>
                  </a:moveTo>
                  <a:lnTo>
                    <a:pt x="4931041" y="2647950"/>
                  </a:lnTo>
                  <a:lnTo>
                    <a:pt x="4931041" y="2667000"/>
                  </a:lnTo>
                  <a:lnTo>
                    <a:pt x="4988204" y="2667000"/>
                  </a:lnTo>
                  <a:lnTo>
                    <a:pt x="4988204" y="2647950"/>
                  </a:lnTo>
                  <a:close/>
                </a:path>
                <a:path w="10972800" h="2667000">
                  <a:moveTo>
                    <a:pt x="4996243" y="0"/>
                  </a:moveTo>
                  <a:lnTo>
                    <a:pt x="4939081" y="0"/>
                  </a:lnTo>
                  <a:lnTo>
                    <a:pt x="4939081" y="19050"/>
                  </a:lnTo>
                  <a:lnTo>
                    <a:pt x="4996243" y="19050"/>
                  </a:lnTo>
                  <a:lnTo>
                    <a:pt x="4996243" y="0"/>
                  </a:lnTo>
                  <a:close/>
                </a:path>
                <a:path w="10972800" h="2667000">
                  <a:moveTo>
                    <a:pt x="5083543" y="2647950"/>
                  </a:moveTo>
                  <a:lnTo>
                    <a:pt x="5026393" y="2647950"/>
                  </a:lnTo>
                  <a:lnTo>
                    <a:pt x="5026393" y="2667000"/>
                  </a:lnTo>
                  <a:lnTo>
                    <a:pt x="5083543" y="2667000"/>
                  </a:lnTo>
                  <a:lnTo>
                    <a:pt x="5083543" y="2647950"/>
                  </a:lnTo>
                  <a:close/>
                </a:path>
                <a:path w="10972800" h="2667000">
                  <a:moveTo>
                    <a:pt x="5091582" y="0"/>
                  </a:moveTo>
                  <a:lnTo>
                    <a:pt x="5034432" y="0"/>
                  </a:lnTo>
                  <a:lnTo>
                    <a:pt x="5034432" y="19050"/>
                  </a:lnTo>
                  <a:lnTo>
                    <a:pt x="5091582" y="19050"/>
                  </a:lnTo>
                  <a:lnTo>
                    <a:pt x="5091582" y="0"/>
                  </a:lnTo>
                  <a:close/>
                </a:path>
                <a:path w="10972800" h="2667000">
                  <a:moveTo>
                    <a:pt x="5178895" y="2647950"/>
                  </a:moveTo>
                  <a:lnTo>
                    <a:pt x="5121745" y="2647950"/>
                  </a:lnTo>
                  <a:lnTo>
                    <a:pt x="5121745" y="2667000"/>
                  </a:lnTo>
                  <a:lnTo>
                    <a:pt x="5178895" y="2667000"/>
                  </a:lnTo>
                  <a:lnTo>
                    <a:pt x="5178895" y="2647950"/>
                  </a:lnTo>
                  <a:close/>
                </a:path>
                <a:path w="10972800" h="2667000">
                  <a:moveTo>
                    <a:pt x="5186934" y="0"/>
                  </a:moveTo>
                  <a:lnTo>
                    <a:pt x="5129784" y="0"/>
                  </a:lnTo>
                  <a:lnTo>
                    <a:pt x="5129784" y="19050"/>
                  </a:lnTo>
                  <a:lnTo>
                    <a:pt x="5186934" y="19050"/>
                  </a:lnTo>
                  <a:lnTo>
                    <a:pt x="5186934" y="0"/>
                  </a:lnTo>
                  <a:close/>
                </a:path>
                <a:path w="10972800" h="2667000">
                  <a:moveTo>
                    <a:pt x="5274246" y="2647950"/>
                  </a:moveTo>
                  <a:lnTo>
                    <a:pt x="5217096" y="2647950"/>
                  </a:lnTo>
                  <a:lnTo>
                    <a:pt x="5217096" y="2667000"/>
                  </a:lnTo>
                  <a:lnTo>
                    <a:pt x="5274246" y="2667000"/>
                  </a:lnTo>
                  <a:lnTo>
                    <a:pt x="5274246" y="2647950"/>
                  </a:lnTo>
                  <a:close/>
                </a:path>
                <a:path w="10972800" h="2667000">
                  <a:moveTo>
                    <a:pt x="5282285" y="0"/>
                  </a:moveTo>
                  <a:lnTo>
                    <a:pt x="5225135" y="0"/>
                  </a:lnTo>
                  <a:lnTo>
                    <a:pt x="5225135" y="19050"/>
                  </a:lnTo>
                  <a:lnTo>
                    <a:pt x="5282285" y="19050"/>
                  </a:lnTo>
                  <a:lnTo>
                    <a:pt x="5282285" y="0"/>
                  </a:lnTo>
                  <a:close/>
                </a:path>
                <a:path w="10972800" h="2667000">
                  <a:moveTo>
                    <a:pt x="5369598" y="2647950"/>
                  </a:moveTo>
                  <a:lnTo>
                    <a:pt x="5312448" y="2647950"/>
                  </a:lnTo>
                  <a:lnTo>
                    <a:pt x="5312448" y="2667000"/>
                  </a:lnTo>
                  <a:lnTo>
                    <a:pt x="5369598" y="2667000"/>
                  </a:lnTo>
                  <a:lnTo>
                    <a:pt x="5369598" y="2647950"/>
                  </a:lnTo>
                  <a:close/>
                </a:path>
                <a:path w="10972800" h="2667000">
                  <a:moveTo>
                    <a:pt x="5377637" y="0"/>
                  </a:moveTo>
                  <a:lnTo>
                    <a:pt x="5320487" y="0"/>
                  </a:lnTo>
                  <a:lnTo>
                    <a:pt x="5320487" y="19050"/>
                  </a:lnTo>
                  <a:lnTo>
                    <a:pt x="5377637" y="19050"/>
                  </a:lnTo>
                  <a:lnTo>
                    <a:pt x="5377637" y="0"/>
                  </a:lnTo>
                  <a:close/>
                </a:path>
                <a:path w="10972800" h="2667000">
                  <a:moveTo>
                    <a:pt x="5464949" y="2647950"/>
                  </a:moveTo>
                  <a:lnTo>
                    <a:pt x="5407799" y="2647950"/>
                  </a:lnTo>
                  <a:lnTo>
                    <a:pt x="5407799" y="2667000"/>
                  </a:lnTo>
                  <a:lnTo>
                    <a:pt x="5464949" y="2667000"/>
                  </a:lnTo>
                  <a:lnTo>
                    <a:pt x="5464949" y="2647950"/>
                  </a:lnTo>
                  <a:close/>
                </a:path>
                <a:path w="10972800" h="2667000">
                  <a:moveTo>
                    <a:pt x="5472989" y="0"/>
                  </a:moveTo>
                  <a:lnTo>
                    <a:pt x="5415839" y="0"/>
                  </a:lnTo>
                  <a:lnTo>
                    <a:pt x="5415839" y="19050"/>
                  </a:lnTo>
                  <a:lnTo>
                    <a:pt x="5472989" y="19050"/>
                  </a:lnTo>
                  <a:lnTo>
                    <a:pt x="5472989" y="0"/>
                  </a:lnTo>
                  <a:close/>
                </a:path>
                <a:path w="10972800" h="2667000">
                  <a:moveTo>
                    <a:pt x="5560301" y="2647950"/>
                  </a:moveTo>
                  <a:lnTo>
                    <a:pt x="5503151" y="2647950"/>
                  </a:lnTo>
                  <a:lnTo>
                    <a:pt x="5503151" y="2667000"/>
                  </a:lnTo>
                  <a:lnTo>
                    <a:pt x="5560301" y="2667000"/>
                  </a:lnTo>
                  <a:lnTo>
                    <a:pt x="5560301" y="2647950"/>
                  </a:lnTo>
                  <a:close/>
                </a:path>
                <a:path w="10972800" h="2667000">
                  <a:moveTo>
                    <a:pt x="5568340" y="0"/>
                  </a:moveTo>
                  <a:lnTo>
                    <a:pt x="5511190" y="0"/>
                  </a:lnTo>
                  <a:lnTo>
                    <a:pt x="5511190" y="19050"/>
                  </a:lnTo>
                  <a:lnTo>
                    <a:pt x="5568340" y="19050"/>
                  </a:lnTo>
                  <a:lnTo>
                    <a:pt x="5568340" y="0"/>
                  </a:lnTo>
                  <a:close/>
                </a:path>
                <a:path w="10972800" h="2667000">
                  <a:moveTo>
                    <a:pt x="5655653" y="2647950"/>
                  </a:moveTo>
                  <a:lnTo>
                    <a:pt x="5598503" y="2647950"/>
                  </a:lnTo>
                  <a:lnTo>
                    <a:pt x="5598503" y="2667000"/>
                  </a:lnTo>
                  <a:lnTo>
                    <a:pt x="5655653" y="2667000"/>
                  </a:lnTo>
                  <a:lnTo>
                    <a:pt x="5655653" y="2647950"/>
                  </a:lnTo>
                  <a:close/>
                </a:path>
                <a:path w="10972800" h="2667000">
                  <a:moveTo>
                    <a:pt x="5663692" y="0"/>
                  </a:moveTo>
                  <a:lnTo>
                    <a:pt x="5606542" y="0"/>
                  </a:lnTo>
                  <a:lnTo>
                    <a:pt x="5606542" y="19050"/>
                  </a:lnTo>
                  <a:lnTo>
                    <a:pt x="5663692" y="19050"/>
                  </a:lnTo>
                  <a:lnTo>
                    <a:pt x="5663692" y="0"/>
                  </a:lnTo>
                  <a:close/>
                </a:path>
                <a:path w="10972800" h="2667000">
                  <a:moveTo>
                    <a:pt x="5751004" y="2647950"/>
                  </a:moveTo>
                  <a:lnTo>
                    <a:pt x="5693854" y="2647950"/>
                  </a:lnTo>
                  <a:lnTo>
                    <a:pt x="5693854" y="2667000"/>
                  </a:lnTo>
                  <a:lnTo>
                    <a:pt x="5751004" y="2667000"/>
                  </a:lnTo>
                  <a:lnTo>
                    <a:pt x="5751004" y="2647950"/>
                  </a:lnTo>
                  <a:close/>
                </a:path>
                <a:path w="10972800" h="2667000">
                  <a:moveTo>
                    <a:pt x="5759043" y="0"/>
                  </a:moveTo>
                  <a:lnTo>
                    <a:pt x="5701893" y="0"/>
                  </a:lnTo>
                  <a:lnTo>
                    <a:pt x="5701893" y="19050"/>
                  </a:lnTo>
                  <a:lnTo>
                    <a:pt x="5759043" y="19050"/>
                  </a:lnTo>
                  <a:lnTo>
                    <a:pt x="5759043" y="0"/>
                  </a:lnTo>
                  <a:close/>
                </a:path>
                <a:path w="10972800" h="2667000">
                  <a:moveTo>
                    <a:pt x="5846356" y="2647950"/>
                  </a:moveTo>
                  <a:lnTo>
                    <a:pt x="5789206" y="2647950"/>
                  </a:lnTo>
                  <a:lnTo>
                    <a:pt x="5789206" y="2667000"/>
                  </a:lnTo>
                  <a:lnTo>
                    <a:pt x="5846356" y="2667000"/>
                  </a:lnTo>
                  <a:lnTo>
                    <a:pt x="5846356" y="2647950"/>
                  </a:lnTo>
                  <a:close/>
                </a:path>
                <a:path w="10972800" h="2667000">
                  <a:moveTo>
                    <a:pt x="5854395" y="0"/>
                  </a:moveTo>
                  <a:lnTo>
                    <a:pt x="5797245" y="0"/>
                  </a:lnTo>
                  <a:lnTo>
                    <a:pt x="5797245" y="19050"/>
                  </a:lnTo>
                  <a:lnTo>
                    <a:pt x="5854395" y="19050"/>
                  </a:lnTo>
                  <a:lnTo>
                    <a:pt x="5854395" y="0"/>
                  </a:lnTo>
                  <a:close/>
                </a:path>
                <a:path w="10972800" h="2667000">
                  <a:moveTo>
                    <a:pt x="5941707" y="2647950"/>
                  </a:moveTo>
                  <a:lnTo>
                    <a:pt x="5884557" y="2647950"/>
                  </a:lnTo>
                  <a:lnTo>
                    <a:pt x="5884557" y="2667000"/>
                  </a:lnTo>
                  <a:lnTo>
                    <a:pt x="5941707" y="2667000"/>
                  </a:lnTo>
                  <a:lnTo>
                    <a:pt x="5941707" y="2647950"/>
                  </a:lnTo>
                  <a:close/>
                </a:path>
                <a:path w="10972800" h="2667000">
                  <a:moveTo>
                    <a:pt x="5949747" y="0"/>
                  </a:moveTo>
                  <a:lnTo>
                    <a:pt x="5892597" y="0"/>
                  </a:lnTo>
                  <a:lnTo>
                    <a:pt x="5892597" y="19050"/>
                  </a:lnTo>
                  <a:lnTo>
                    <a:pt x="5949747" y="19050"/>
                  </a:lnTo>
                  <a:lnTo>
                    <a:pt x="5949747" y="0"/>
                  </a:lnTo>
                  <a:close/>
                </a:path>
                <a:path w="10972800" h="2667000">
                  <a:moveTo>
                    <a:pt x="6037059" y="2647950"/>
                  </a:moveTo>
                  <a:lnTo>
                    <a:pt x="5979909" y="2647950"/>
                  </a:lnTo>
                  <a:lnTo>
                    <a:pt x="5979909" y="2667000"/>
                  </a:lnTo>
                  <a:lnTo>
                    <a:pt x="6037059" y="2667000"/>
                  </a:lnTo>
                  <a:lnTo>
                    <a:pt x="6037059" y="2647950"/>
                  </a:lnTo>
                  <a:close/>
                </a:path>
                <a:path w="10972800" h="2667000">
                  <a:moveTo>
                    <a:pt x="6045098" y="0"/>
                  </a:moveTo>
                  <a:lnTo>
                    <a:pt x="5987948" y="0"/>
                  </a:lnTo>
                  <a:lnTo>
                    <a:pt x="5987948" y="19050"/>
                  </a:lnTo>
                  <a:lnTo>
                    <a:pt x="6045098" y="19050"/>
                  </a:lnTo>
                  <a:lnTo>
                    <a:pt x="6045098" y="0"/>
                  </a:lnTo>
                  <a:close/>
                </a:path>
                <a:path w="10972800" h="2667000">
                  <a:moveTo>
                    <a:pt x="6132411" y="2647950"/>
                  </a:moveTo>
                  <a:lnTo>
                    <a:pt x="6075261" y="2647950"/>
                  </a:lnTo>
                  <a:lnTo>
                    <a:pt x="6075261" y="2667000"/>
                  </a:lnTo>
                  <a:lnTo>
                    <a:pt x="6132411" y="2667000"/>
                  </a:lnTo>
                  <a:lnTo>
                    <a:pt x="6132411" y="2647950"/>
                  </a:lnTo>
                  <a:close/>
                </a:path>
                <a:path w="10972800" h="2667000">
                  <a:moveTo>
                    <a:pt x="6140450" y="0"/>
                  </a:moveTo>
                  <a:lnTo>
                    <a:pt x="6083300" y="0"/>
                  </a:lnTo>
                  <a:lnTo>
                    <a:pt x="6083300" y="19050"/>
                  </a:lnTo>
                  <a:lnTo>
                    <a:pt x="6140450" y="19050"/>
                  </a:lnTo>
                  <a:lnTo>
                    <a:pt x="6140450" y="0"/>
                  </a:lnTo>
                  <a:close/>
                </a:path>
                <a:path w="10972800" h="2667000">
                  <a:moveTo>
                    <a:pt x="6227762" y="2647950"/>
                  </a:moveTo>
                  <a:lnTo>
                    <a:pt x="6170612" y="2647950"/>
                  </a:lnTo>
                  <a:lnTo>
                    <a:pt x="6170612" y="2667000"/>
                  </a:lnTo>
                  <a:lnTo>
                    <a:pt x="6227762" y="2667000"/>
                  </a:lnTo>
                  <a:lnTo>
                    <a:pt x="6227762" y="2647950"/>
                  </a:lnTo>
                  <a:close/>
                </a:path>
                <a:path w="10972800" h="2667000">
                  <a:moveTo>
                    <a:pt x="6235789" y="0"/>
                  </a:moveTo>
                  <a:lnTo>
                    <a:pt x="6178639" y="0"/>
                  </a:lnTo>
                  <a:lnTo>
                    <a:pt x="6178639" y="19050"/>
                  </a:lnTo>
                  <a:lnTo>
                    <a:pt x="6235789" y="19050"/>
                  </a:lnTo>
                  <a:lnTo>
                    <a:pt x="6235789" y="0"/>
                  </a:lnTo>
                  <a:close/>
                </a:path>
                <a:path w="10972800" h="2667000">
                  <a:moveTo>
                    <a:pt x="6323101" y="2647950"/>
                  </a:moveTo>
                  <a:lnTo>
                    <a:pt x="6265951" y="2647950"/>
                  </a:lnTo>
                  <a:lnTo>
                    <a:pt x="6265951" y="2667000"/>
                  </a:lnTo>
                  <a:lnTo>
                    <a:pt x="6323101" y="2667000"/>
                  </a:lnTo>
                  <a:lnTo>
                    <a:pt x="6323101" y="2647950"/>
                  </a:lnTo>
                  <a:close/>
                </a:path>
                <a:path w="10972800" h="2667000">
                  <a:moveTo>
                    <a:pt x="6331140" y="0"/>
                  </a:moveTo>
                  <a:lnTo>
                    <a:pt x="6273990" y="0"/>
                  </a:lnTo>
                  <a:lnTo>
                    <a:pt x="6273990" y="19050"/>
                  </a:lnTo>
                  <a:lnTo>
                    <a:pt x="6331140" y="19050"/>
                  </a:lnTo>
                  <a:lnTo>
                    <a:pt x="6331140" y="0"/>
                  </a:lnTo>
                  <a:close/>
                </a:path>
                <a:path w="10972800" h="2667000">
                  <a:moveTo>
                    <a:pt x="6418453" y="2647950"/>
                  </a:moveTo>
                  <a:lnTo>
                    <a:pt x="6361303" y="2647950"/>
                  </a:lnTo>
                  <a:lnTo>
                    <a:pt x="6361303" y="2667000"/>
                  </a:lnTo>
                  <a:lnTo>
                    <a:pt x="6418453" y="2667000"/>
                  </a:lnTo>
                  <a:lnTo>
                    <a:pt x="6418453" y="2647950"/>
                  </a:lnTo>
                  <a:close/>
                </a:path>
                <a:path w="10972800" h="2667000">
                  <a:moveTo>
                    <a:pt x="6426492" y="0"/>
                  </a:moveTo>
                  <a:lnTo>
                    <a:pt x="6369342" y="0"/>
                  </a:lnTo>
                  <a:lnTo>
                    <a:pt x="6369342" y="19050"/>
                  </a:lnTo>
                  <a:lnTo>
                    <a:pt x="6426492" y="19050"/>
                  </a:lnTo>
                  <a:lnTo>
                    <a:pt x="6426492" y="0"/>
                  </a:lnTo>
                  <a:close/>
                </a:path>
                <a:path w="10972800" h="2667000">
                  <a:moveTo>
                    <a:pt x="6513804" y="2647950"/>
                  </a:moveTo>
                  <a:lnTo>
                    <a:pt x="6456654" y="2647950"/>
                  </a:lnTo>
                  <a:lnTo>
                    <a:pt x="6456654" y="2667000"/>
                  </a:lnTo>
                  <a:lnTo>
                    <a:pt x="6513804" y="2667000"/>
                  </a:lnTo>
                  <a:lnTo>
                    <a:pt x="6513804" y="2647950"/>
                  </a:lnTo>
                  <a:close/>
                </a:path>
                <a:path w="10972800" h="2667000">
                  <a:moveTo>
                    <a:pt x="6521844" y="0"/>
                  </a:moveTo>
                  <a:lnTo>
                    <a:pt x="6464694" y="0"/>
                  </a:lnTo>
                  <a:lnTo>
                    <a:pt x="6464694" y="19050"/>
                  </a:lnTo>
                  <a:lnTo>
                    <a:pt x="6521844" y="19050"/>
                  </a:lnTo>
                  <a:lnTo>
                    <a:pt x="6521844" y="0"/>
                  </a:lnTo>
                  <a:close/>
                </a:path>
                <a:path w="10972800" h="2667000">
                  <a:moveTo>
                    <a:pt x="6609156" y="2647950"/>
                  </a:moveTo>
                  <a:lnTo>
                    <a:pt x="6552006" y="2647950"/>
                  </a:lnTo>
                  <a:lnTo>
                    <a:pt x="6552006" y="2667000"/>
                  </a:lnTo>
                  <a:lnTo>
                    <a:pt x="6609156" y="2667000"/>
                  </a:lnTo>
                  <a:lnTo>
                    <a:pt x="6609156" y="2647950"/>
                  </a:lnTo>
                  <a:close/>
                </a:path>
                <a:path w="10972800" h="2667000">
                  <a:moveTo>
                    <a:pt x="6617195" y="0"/>
                  </a:moveTo>
                  <a:lnTo>
                    <a:pt x="6560045" y="0"/>
                  </a:lnTo>
                  <a:lnTo>
                    <a:pt x="6560045" y="19050"/>
                  </a:lnTo>
                  <a:lnTo>
                    <a:pt x="6617195" y="19050"/>
                  </a:lnTo>
                  <a:lnTo>
                    <a:pt x="6617195" y="0"/>
                  </a:lnTo>
                  <a:close/>
                </a:path>
                <a:path w="10972800" h="2667000">
                  <a:moveTo>
                    <a:pt x="6704508" y="2647950"/>
                  </a:moveTo>
                  <a:lnTo>
                    <a:pt x="6647358" y="2647950"/>
                  </a:lnTo>
                  <a:lnTo>
                    <a:pt x="6647358" y="2667000"/>
                  </a:lnTo>
                  <a:lnTo>
                    <a:pt x="6704508" y="2667000"/>
                  </a:lnTo>
                  <a:lnTo>
                    <a:pt x="6704508" y="2647950"/>
                  </a:lnTo>
                  <a:close/>
                </a:path>
                <a:path w="10972800" h="2667000">
                  <a:moveTo>
                    <a:pt x="6712547" y="0"/>
                  </a:moveTo>
                  <a:lnTo>
                    <a:pt x="6655397" y="0"/>
                  </a:lnTo>
                  <a:lnTo>
                    <a:pt x="6655397" y="19050"/>
                  </a:lnTo>
                  <a:lnTo>
                    <a:pt x="6712547" y="19050"/>
                  </a:lnTo>
                  <a:lnTo>
                    <a:pt x="6712547" y="0"/>
                  </a:lnTo>
                  <a:close/>
                </a:path>
                <a:path w="10972800" h="2667000">
                  <a:moveTo>
                    <a:pt x="6799859" y="2647950"/>
                  </a:moveTo>
                  <a:lnTo>
                    <a:pt x="6742709" y="2647950"/>
                  </a:lnTo>
                  <a:lnTo>
                    <a:pt x="6742709" y="2667000"/>
                  </a:lnTo>
                  <a:lnTo>
                    <a:pt x="6799859" y="2667000"/>
                  </a:lnTo>
                  <a:lnTo>
                    <a:pt x="6799859" y="2647950"/>
                  </a:lnTo>
                  <a:close/>
                </a:path>
                <a:path w="10972800" h="2667000">
                  <a:moveTo>
                    <a:pt x="6807898" y="0"/>
                  </a:moveTo>
                  <a:lnTo>
                    <a:pt x="6750748" y="0"/>
                  </a:lnTo>
                  <a:lnTo>
                    <a:pt x="6750748" y="19050"/>
                  </a:lnTo>
                  <a:lnTo>
                    <a:pt x="6807898" y="19050"/>
                  </a:lnTo>
                  <a:lnTo>
                    <a:pt x="6807898" y="0"/>
                  </a:lnTo>
                  <a:close/>
                </a:path>
                <a:path w="10972800" h="2667000">
                  <a:moveTo>
                    <a:pt x="6895211" y="2647950"/>
                  </a:moveTo>
                  <a:lnTo>
                    <a:pt x="6838061" y="2647950"/>
                  </a:lnTo>
                  <a:lnTo>
                    <a:pt x="6838061" y="2667000"/>
                  </a:lnTo>
                  <a:lnTo>
                    <a:pt x="6895211" y="2667000"/>
                  </a:lnTo>
                  <a:lnTo>
                    <a:pt x="6895211" y="2647950"/>
                  </a:lnTo>
                  <a:close/>
                </a:path>
                <a:path w="10972800" h="2667000">
                  <a:moveTo>
                    <a:pt x="6903250" y="0"/>
                  </a:moveTo>
                  <a:lnTo>
                    <a:pt x="6846100" y="0"/>
                  </a:lnTo>
                  <a:lnTo>
                    <a:pt x="6846100" y="19050"/>
                  </a:lnTo>
                  <a:lnTo>
                    <a:pt x="6903250" y="19050"/>
                  </a:lnTo>
                  <a:lnTo>
                    <a:pt x="6903250" y="0"/>
                  </a:lnTo>
                  <a:close/>
                </a:path>
                <a:path w="10972800" h="2667000">
                  <a:moveTo>
                    <a:pt x="6990562" y="2647950"/>
                  </a:moveTo>
                  <a:lnTo>
                    <a:pt x="6933412" y="2647950"/>
                  </a:lnTo>
                  <a:lnTo>
                    <a:pt x="6933412" y="2667000"/>
                  </a:lnTo>
                  <a:lnTo>
                    <a:pt x="6990562" y="2667000"/>
                  </a:lnTo>
                  <a:lnTo>
                    <a:pt x="6990562" y="2647950"/>
                  </a:lnTo>
                  <a:close/>
                </a:path>
                <a:path w="10972800" h="2667000">
                  <a:moveTo>
                    <a:pt x="6998602" y="0"/>
                  </a:moveTo>
                  <a:lnTo>
                    <a:pt x="6941452" y="0"/>
                  </a:lnTo>
                  <a:lnTo>
                    <a:pt x="6941452" y="19050"/>
                  </a:lnTo>
                  <a:lnTo>
                    <a:pt x="6998602" y="19050"/>
                  </a:lnTo>
                  <a:lnTo>
                    <a:pt x="6998602" y="0"/>
                  </a:lnTo>
                  <a:close/>
                </a:path>
                <a:path w="10972800" h="2667000">
                  <a:moveTo>
                    <a:pt x="7085914" y="2647950"/>
                  </a:moveTo>
                  <a:lnTo>
                    <a:pt x="7028764" y="2647950"/>
                  </a:lnTo>
                  <a:lnTo>
                    <a:pt x="7028764" y="2667000"/>
                  </a:lnTo>
                  <a:lnTo>
                    <a:pt x="7085914" y="2667000"/>
                  </a:lnTo>
                  <a:lnTo>
                    <a:pt x="7085914" y="2647950"/>
                  </a:lnTo>
                  <a:close/>
                </a:path>
                <a:path w="10972800" h="2667000">
                  <a:moveTo>
                    <a:pt x="7093953" y="0"/>
                  </a:moveTo>
                  <a:lnTo>
                    <a:pt x="7036803" y="0"/>
                  </a:lnTo>
                  <a:lnTo>
                    <a:pt x="7036803" y="19050"/>
                  </a:lnTo>
                  <a:lnTo>
                    <a:pt x="7093953" y="19050"/>
                  </a:lnTo>
                  <a:lnTo>
                    <a:pt x="7093953" y="0"/>
                  </a:lnTo>
                  <a:close/>
                </a:path>
                <a:path w="10972800" h="2667000">
                  <a:moveTo>
                    <a:pt x="7181266" y="2647950"/>
                  </a:moveTo>
                  <a:lnTo>
                    <a:pt x="7124116" y="2647950"/>
                  </a:lnTo>
                  <a:lnTo>
                    <a:pt x="7124116" y="2667000"/>
                  </a:lnTo>
                  <a:lnTo>
                    <a:pt x="7181266" y="2667000"/>
                  </a:lnTo>
                  <a:lnTo>
                    <a:pt x="7181266" y="2647950"/>
                  </a:lnTo>
                  <a:close/>
                </a:path>
                <a:path w="10972800" h="2667000">
                  <a:moveTo>
                    <a:pt x="7189305" y="0"/>
                  </a:moveTo>
                  <a:lnTo>
                    <a:pt x="7132155" y="0"/>
                  </a:lnTo>
                  <a:lnTo>
                    <a:pt x="7132155" y="19050"/>
                  </a:lnTo>
                  <a:lnTo>
                    <a:pt x="7189305" y="19050"/>
                  </a:lnTo>
                  <a:lnTo>
                    <a:pt x="7189305" y="0"/>
                  </a:lnTo>
                  <a:close/>
                </a:path>
                <a:path w="10972800" h="2667000">
                  <a:moveTo>
                    <a:pt x="7276617" y="2647950"/>
                  </a:moveTo>
                  <a:lnTo>
                    <a:pt x="7219467" y="2647950"/>
                  </a:lnTo>
                  <a:lnTo>
                    <a:pt x="7219467" y="2667000"/>
                  </a:lnTo>
                  <a:lnTo>
                    <a:pt x="7276617" y="2667000"/>
                  </a:lnTo>
                  <a:lnTo>
                    <a:pt x="7276617" y="2647950"/>
                  </a:lnTo>
                  <a:close/>
                </a:path>
                <a:path w="10972800" h="2667000">
                  <a:moveTo>
                    <a:pt x="7284656" y="0"/>
                  </a:moveTo>
                  <a:lnTo>
                    <a:pt x="7227506" y="0"/>
                  </a:lnTo>
                  <a:lnTo>
                    <a:pt x="7227506" y="19050"/>
                  </a:lnTo>
                  <a:lnTo>
                    <a:pt x="7284656" y="19050"/>
                  </a:lnTo>
                  <a:lnTo>
                    <a:pt x="7284656" y="0"/>
                  </a:lnTo>
                  <a:close/>
                </a:path>
                <a:path w="10972800" h="2667000">
                  <a:moveTo>
                    <a:pt x="7371969" y="2647950"/>
                  </a:moveTo>
                  <a:lnTo>
                    <a:pt x="7314819" y="2647950"/>
                  </a:lnTo>
                  <a:lnTo>
                    <a:pt x="7314819" y="2667000"/>
                  </a:lnTo>
                  <a:lnTo>
                    <a:pt x="7371969" y="2667000"/>
                  </a:lnTo>
                  <a:lnTo>
                    <a:pt x="7371969" y="2647950"/>
                  </a:lnTo>
                  <a:close/>
                </a:path>
                <a:path w="10972800" h="2667000">
                  <a:moveTo>
                    <a:pt x="7380008" y="0"/>
                  </a:moveTo>
                  <a:lnTo>
                    <a:pt x="7322858" y="0"/>
                  </a:lnTo>
                  <a:lnTo>
                    <a:pt x="7322858" y="19050"/>
                  </a:lnTo>
                  <a:lnTo>
                    <a:pt x="7380008" y="19050"/>
                  </a:lnTo>
                  <a:lnTo>
                    <a:pt x="7380008" y="0"/>
                  </a:lnTo>
                  <a:close/>
                </a:path>
                <a:path w="10972800" h="2667000">
                  <a:moveTo>
                    <a:pt x="7467320" y="2647950"/>
                  </a:moveTo>
                  <a:lnTo>
                    <a:pt x="7410170" y="2647950"/>
                  </a:lnTo>
                  <a:lnTo>
                    <a:pt x="7410170" y="2667000"/>
                  </a:lnTo>
                  <a:lnTo>
                    <a:pt x="7467320" y="2667000"/>
                  </a:lnTo>
                  <a:lnTo>
                    <a:pt x="7467320" y="2647950"/>
                  </a:lnTo>
                  <a:close/>
                </a:path>
                <a:path w="10972800" h="2667000">
                  <a:moveTo>
                    <a:pt x="7475347" y="0"/>
                  </a:moveTo>
                  <a:lnTo>
                    <a:pt x="7418197" y="0"/>
                  </a:lnTo>
                  <a:lnTo>
                    <a:pt x="7418197" y="19050"/>
                  </a:lnTo>
                  <a:lnTo>
                    <a:pt x="7475347" y="19050"/>
                  </a:lnTo>
                  <a:lnTo>
                    <a:pt x="7475347" y="0"/>
                  </a:lnTo>
                  <a:close/>
                </a:path>
                <a:path w="10972800" h="2667000">
                  <a:moveTo>
                    <a:pt x="7562659" y="2647950"/>
                  </a:moveTo>
                  <a:lnTo>
                    <a:pt x="7505509" y="2647950"/>
                  </a:lnTo>
                  <a:lnTo>
                    <a:pt x="7505509" y="2667000"/>
                  </a:lnTo>
                  <a:lnTo>
                    <a:pt x="7562659" y="2667000"/>
                  </a:lnTo>
                  <a:lnTo>
                    <a:pt x="7562659" y="2647950"/>
                  </a:lnTo>
                  <a:close/>
                </a:path>
                <a:path w="10972800" h="2667000">
                  <a:moveTo>
                    <a:pt x="7570698" y="0"/>
                  </a:moveTo>
                  <a:lnTo>
                    <a:pt x="7513548" y="0"/>
                  </a:lnTo>
                  <a:lnTo>
                    <a:pt x="7513548" y="19050"/>
                  </a:lnTo>
                  <a:lnTo>
                    <a:pt x="7570698" y="19050"/>
                  </a:lnTo>
                  <a:lnTo>
                    <a:pt x="7570698" y="0"/>
                  </a:lnTo>
                  <a:close/>
                </a:path>
                <a:path w="10972800" h="2667000">
                  <a:moveTo>
                    <a:pt x="7658011" y="2647950"/>
                  </a:moveTo>
                  <a:lnTo>
                    <a:pt x="7600861" y="2647950"/>
                  </a:lnTo>
                  <a:lnTo>
                    <a:pt x="7600861" y="2667000"/>
                  </a:lnTo>
                  <a:lnTo>
                    <a:pt x="7658011" y="2667000"/>
                  </a:lnTo>
                  <a:lnTo>
                    <a:pt x="7658011" y="2647950"/>
                  </a:lnTo>
                  <a:close/>
                </a:path>
                <a:path w="10972800" h="2667000">
                  <a:moveTo>
                    <a:pt x="7666050" y="0"/>
                  </a:moveTo>
                  <a:lnTo>
                    <a:pt x="7608900" y="0"/>
                  </a:lnTo>
                  <a:lnTo>
                    <a:pt x="7608900" y="19050"/>
                  </a:lnTo>
                  <a:lnTo>
                    <a:pt x="7666050" y="19050"/>
                  </a:lnTo>
                  <a:lnTo>
                    <a:pt x="7666050" y="0"/>
                  </a:lnTo>
                  <a:close/>
                </a:path>
                <a:path w="10972800" h="2667000">
                  <a:moveTo>
                    <a:pt x="7753363" y="2647950"/>
                  </a:moveTo>
                  <a:lnTo>
                    <a:pt x="7696213" y="2647950"/>
                  </a:lnTo>
                  <a:lnTo>
                    <a:pt x="7696213" y="2667000"/>
                  </a:lnTo>
                  <a:lnTo>
                    <a:pt x="7753363" y="2667000"/>
                  </a:lnTo>
                  <a:lnTo>
                    <a:pt x="7753363" y="2647950"/>
                  </a:lnTo>
                  <a:close/>
                </a:path>
                <a:path w="10972800" h="2667000">
                  <a:moveTo>
                    <a:pt x="7761402" y="0"/>
                  </a:moveTo>
                  <a:lnTo>
                    <a:pt x="7704252" y="0"/>
                  </a:lnTo>
                  <a:lnTo>
                    <a:pt x="7704252" y="19050"/>
                  </a:lnTo>
                  <a:lnTo>
                    <a:pt x="7761402" y="19050"/>
                  </a:lnTo>
                  <a:lnTo>
                    <a:pt x="7761402" y="0"/>
                  </a:lnTo>
                  <a:close/>
                </a:path>
                <a:path w="10972800" h="2667000">
                  <a:moveTo>
                    <a:pt x="7848714" y="2647950"/>
                  </a:moveTo>
                  <a:lnTo>
                    <a:pt x="7791564" y="2647950"/>
                  </a:lnTo>
                  <a:lnTo>
                    <a:pt x="7791564" y="2667000"/>
                  </a:lnTo>
                  <a:lnTo>
                    <a:pt x="7848714" y="2667000"/>
                  </a:lnTo>
                  <a:lnTo>
                    <a:pt x="7848714" y="2647950"/>
                  </a:lnTo>
                  <a:close/>
                </a:path>
                <a:path w="10972800" h="2667000">
                  <a:moveTo>
                    <a:pt x="7856753" y="0"/>
                  </a:moveTo>
                  <a:lnTo>
                    <a:pt x="7799603" y="0"/>
                  </a:lnTo>
                  <a:lnTo>
                    <a:pt x="7799603" y="19050"/>
                  </a:lnTo>
                  <a:lnTo>
                    <a:pt x="7856753" y="19050"/>
                  </a:lnTo>
                  <a:lnTo>
                    <a:pt x="7856753" y="0"/>
                  </a:lnTo>
                  <a:close/>
                </a:path>
                <a:path w="10972800" h="2667000">
                  <a:moveTo>
                    <a:pt x="7944066" y="2647950"/>
                  </a:moveTo>
                  <a:lnTo>
                    <a:pt x="7886916" y="2647950"/>
                  </a:lnTo>
                  <a:lnTo>
                    <a:pt x="7886916" y="2667000"/>
                  </a:lnTo>
                  <a:lnTo>
                    <a:pt x="7944066" y="2667000"/>
                  </a:lnTo>
                  <a:lnTo>
                    <a:pt x="7944066" y="2647950"/>
                  </a:lnTo>
                  <a:close/>
                </a:path>
                <a:path w="10972800" h="2667000">
                  <a:moveTo>
                    <a:pt x="7952105" y="0"/>
                  </a:moveTo>
                  <a:lnTo>
                    <a:pt x="7894955" y="0"/>
                  </a:lnTo>
                  <a:lnTo>
                    <a:pt x="7894955" y="19050"/>
                  </a:lnTo>
                  <a:lnTo>
                    <a:pt x="7952105" y="19050"/>
                  </a:lnTo>
                  <a:lnTo>
                    <a:pt x="7952105" y="0"/>
                  </a:lnTo>
                  <a:close/>
                </a:path>
                <a:path w="10972800" h="2667000">
                  <a:moveTo>
                    <a:pt x="8039417" y="2647950"/>
                  </a:moveTo>
                  <a:lnTo>
                    <a:pt x="7982267" y="2647950"/>
                  </a:lnTo>
                  <a:lnTo>
                    <a:pt x="7982267" y="2667000"/>
                  </a:lnTo>
                  <a:lnTo>
                    <a:pt x="8039417" y="2667000"/>
                  </a:lnTo>
                  <a:lnTo>
                    <a:pt x="8039417" y="2647950"/>
                  </a:lnTo>
                  <a:close/>
                </a:path>
                <a:path w="10972800" h="2667000">
                  <a:moveTo>
                    <a:pt x="8047456" y="0"/>
                  </a:moveTo>
                  <a:lnTo>
                    <a:pt x="7990306" y="0"/>
                  </a:lnTo>
                  <a:lnTo>
                    <a:pt x="7990306" y="19050"/>
                  </a:lnTo>
                  <a:lnTo>
                    <a:pt x="8047456" y="19050"/>
                  </a:lnTo>
                  <a:lnTo>
                    <a:pt x="8047456" y="0"/>
                  </a:lnTo>
                  <a:close/>
                </a:path>
                <a:path w="10972800" h="2667000">
                  <a:moveTo>
                    <a:pt x="8134769" y="2647950"/>
                  </a:moveTo>
                  <a:lnTo>
                    <a:pt x="8077619" y="2647950"/>
                  </a:lnTo>
                  <a:lnTo>
                    <a:pt x="8077619" y="2667000"/>
                  </a:lnTo>
                  <a:lnTo>
                    <a:pt x="8134769" y="2667000"/>
                  </a:lnTo>
                  <a:lnTo>
                    <a:pt x="8134769" y="2647950"/>
                  </a:lnTo>
                  <a:close/>
                </a:path>
                <a:path w="10972800" h="2667000">
                  <a:moveTo>
                    <a:pt x="8142808" y="0"/>
                  </a:moveTo>
                  <a:lnTo>
                    <a:pt x="8085658" y="0"/>
                  </a:lnTo>
                  <a:lnTo>
                    <a:pt x="8085658" y="19050"/>
                  </a:lnTo>
                  <a:lnTo>
                    <a:pt x="8142808" y="19050"/>
                  </a:lnTo>
                  <a:lnTo>
                    <a:pt x="8142808" y="0"/>
                  </a:lnTo>
                  <a:close/>
                </a:path>
                <a:path w="10972800" h="2667000">
                  <a:moveTo>
                    <a:pt x="8230121" y="2647950"/>
                  </a:moveTo>
                  <a:lnTo>
                    <a:pt x="8172971" y="2647950"/>
                  </a:lnTo>
                  <a:lnTo>
                    <a:pt x="8172971" y="2667000"/>
                  </a:lnTo>
                  <a:lnTo>
                    <a:pt x="8230121" y="2667000"/>
                  </a:lnTo>
                  <a:lnTo>
                    <a:pt x="8230121" y="2647950"/>
                  </a:lnTo>
                  <a:close/>
                </a:path>
                <a:path w="10972800" h="2667000">
                  <a:moveTo>
                    <a:pt x="8238160" y="0"/>
                  </a:moveTo>
                  <a:lnTo>
                    <a:pt x="8181010" y="0"/>
                  </a:lnTo>
                  <a:lnTo>
                    <a:pt x="8181010" y="19050"/>
                  </a:lnTo>
                  <a:lnTo>
                    <a:pt x="8238160" y="19050"/>
                  </a:lnTo>
                  <a:lnTo>
                    <a:pt x="8238160" y="0"/>
                  </a:lnTo>
                  <a:close/>
                </a:path>
                <a:path w="10972800" h="2667000">
                  <a:moveTo>
                    <a:pt x="8325472" y="2647950"/>
                  </a:moveTo>
                  <a:lnTo>
                    <a:pt x="8268322" y="2647950"/>
                  </a:lnTo>
                  <a:lnTo>
                    <a:pt x="8268322" y="2667000"/>
                  </a:lnTo>
                  <a:lnTo>
                    <a:pt x="8325472" y="2667000"/>
                  </a:lnTo>
                  <a:lnTo>
                    <a:pt x="8325472" y="2647950"/>
                  </a:lnTo>
                  <a:close/>
                </a:path>
                <a:path w="10972800" h="2667000">
                  <a:moveTo>
                    <a:pt x="8333511" y="0"/>
                  </a:moveTo>
                  <a:lnTo>
                    <a:pt x="8276361" y="0"/>
                  </a:lnTo>
                  <a:lnTo>
                    <a:pt x="8276361" y="19050"/>
                  </a:lnTo>
                  <a:lnTo>
                    <a:pt x="8333511" y="19050"/>
                  </a:lnTo>
                  <a:lnTo>
                    <a:pt x="8333511" y="0"/>
                  </a:lnTo>
                  <a:close/>
                </a:path>
                <a:path w="10972800" h="2667000">
                  <a:moveTo>
                    <a:pt x="8420824" y="2647950"/>
                  </a:moveTo>
                  <a:lnTo>
                    <a:pt x="8363674" y="2647950"/>
                  </a:lnTo>
                  <a:lnTo>
                    <a:pt x="8363674" y="2667000"/>
                  </a:lnTo>
                  <a:lnTo>
                    <a:pt x="8420824" y="2667000"/>
                  </a:lnTo>
                  <a:lnTo>
                    <a:pt x="8420824" y="2647950"/>
                  </a:lnTo>
                  <a:close/>
                </a:path>
                <a:path w="10972800" h="2667000">
                  <a:moveTo>
                    <a:pt x="8428863" y="0"/>
                  </a:moveTo>
                  <a:lnTo>
                    <a:pt x="8371713" y="0"/>
                  </a:lnTo>
                  <a:lnTo>
                    <a:pt x="8371713" y="19050"/>
                  </a:lnTo>
                  <a:lnTo>
                    <a:pt x="8428863" y="19050"/>
                  </a:lnTo>
                  <a:lnTo>
                    <a:pt x="8428863" y="0"/>
                  </a:lnTo>
                  <a:close/>
                </a:path>
                <a:path w="10972800" h="2667000">
                  <a:moveTo>
                    <a:pt x="8516175" y="2647950"/>
                  </a:moveTo>
                  <a:lnTo>
                    <a:pt x="8459025" y="2647950"/>
                  </a:lnTo>
                  <a:lnTo>
                    <a:pt x="8459025" y="2667000"/>
                  </a:lnTo>
                  <a:lnTo>
                    <a:pt x="8516175" y="2667000"/>
                  </a:lnTo>
                  <a:lnTo>
                    <a:pt x="8516175" y="2647950"/>
                  </a:lnTo>
                  <a:close/>
                </a:path>
                <a:path w="10972800" h="2667000">
                  <a:moveTo>
                    <a:pt x="8524215" y="0"/>
                  </a:moveTo>
                  <a:lnTo>
                    <a:pt x="8467065" y="0"/>
                  </a:lnTo>
                  <a:lnTo>
                    <a:pt x="8467065" y="19050"/>
                  </a:lnTo>
                  <a:lnTo>
                    <a:pt x="8524215" y="19050"/>
                  </a:lnTo>
                  <a:lnTo>
                    <a:pt x="8524215" y="0"/>
                  </a:lnTo>
                  <a:close/>
                </a:path>
                <a:path w="10972800" h="2667000">
                  <a:moveTo>
                    <a:pt x="8611527" y="2647950"/>
                  </a:moveTo>
                  <a:lnTo>
                    <a:pt x="8554377" y="2647950"/>
                  </a:lnTo>
                  <a:lnTo>
                    <a:pt x="8554377" y="2667000"/>
                  </a:lnTo>
                  <a:lnTo>
                    <a:pt x="8611527" y="2667000"/>
                  </a:lnTo>
                  <a:lnTo>
                    <a:pt x="8611527" y="2647950"/>
                  </a:lnTo>
                  <a:close/>
                </a:path>
                <a:path w="10972800" h="2667000">
                  <a:moveTo>
                    <a:pt x="8619566" y="0"/>
                  </a:moveTo>
                  <a:lnTo>
                    <a:pt x="8562416" y="0"/>
                  </a:lnTo>
                  <a:lnTo>
                    <a:pt x="8562416" y="19050"/>
                  </a:lnTo>
                  <a:lnTo>
                    <a:pt x="8619566" y="19050"/>
                  </a:lnTo>
                  <a:lnTo>
                    <a:pt x="8619566" y="0"/>
                  </a:lnTo>
                  <a:close/>
                </a:path>
                <a:path w="10972800" h="2667000">
                  <a:moveTo>
                    <a:pt x="8706879" y="2647950"/>
                  </a:moveTo>
                  <a:lnTo>
                    <a:pt x="8649729" y="2647950"/>
                  </a:lnTo>
                  <a:lnTo>
                    <a:pt x="8649729" y="2667000"/>
                  </a:lnTo>
                  <a:lnTo>
                    <a:pt x="8706879" y="2667000"/>
                  </a:lnTo>
                  <a:lnTo>
                    <a:pt x="8706879" y="2647950"/>
                  </a:lnTo>
                  <a:close/>
                </a:path>
                <a:path w="10972800" h="2667000">
                  <a:moveTo>
                    <a:pt x="8714905" y="0"/>
                  </a:moveTo>
                  <a:lnTo>
                    <a:pt x="8657755" y="0"/>
                  </a:lnTo>
                  <a:lnTo>
                    <a:pt x="8657755" y="19050"/>
                  </a:lnTo>
                  <a:lnTo>
                    <a:pt x="8714905" y="19050"/>
                  </a:lnTo>
                  <a:lnTo>
                    <a:pt x="8714905" y="0"/>
                  </a:lnTo>
                  <a:close/>
                </a:path>
                <a:path w="10972800" h="2667000">
                  <a:moveTo>
                    <a:pt x="8802218" y="2647950"/>
                  </a:moveTo>
                  <a:lnTo>
                    <a:pt x="8745068" y="2647950"/>
                  </a:lnTo>
                  <a:lnTo>
                    <a:pt x="8745068" y="2667000"/>
                  </a:lnTo>
                  <a:lnTo>
                    <a:pt x="8802218" y="2667000"/>
                  </a:lnTo>
                  <a:lnTo>
                    <a:pt x="8802218" y="2647950"/>
                  </a:lnTo>
                  <a:close/>
                </a:path>
                <a:path w="10972800" h="2667000">
                  <a:moveTo>
                    <a:pt x="8810257" y="0"/>
                  </a:moveTo>
                  <a:lnTo>
                    <a:pt x="8753107" y="0"/>
                  </a:lnTo>
                  <a:lnTo>
                    <a:pt x="8753107" y="19050"/>
                  </a:lnTo>
                  <a:lnTo>
                    <a:pt x="8810257" y="19050"/>
                  </a:lnTo>
                  <a:lnTo>
                    <a:pt x="8810257" y="0"/>
                  </a:lnTo>
                  <a:close/>
                </a:path>
                <a:path w="10972800" h="2667000">
                  <a:moveTo>
                    <a:pt x="8897569" y="2647950"/>
                  </a:moveTo>
                  <a:lnTo>
                    <a:pt x="8840419" y="2647950"/>
                  </a:lnTo>
                  <a:lnTo>
                    <a:pt x="8840419" y="2667000"/>
                  </a:lnTo>
                  <a:lnTo>
                    <a:pt x="8897569" y="2667000"/>
                  </a:lnTo>
                  <a:lnTo>
                    <a:pt x="8897569" y="2647950"/>
                  </a:lnTo>
                  <a:close/>
                </a:path>
                <a:path w="10972800" h="2667000">
                  <a:moveTo>
                    <a:pt x="8905608" y="0"/>
                  </a:moveTo>
                  <a:lnTo>
                    <a:pt x="8848458" y="0"/>
                  </a:lnTo>
                  <a:lnTo>
                    <a:pt x="8848458" y="19050"/>
                  </a:lnTo>
                  <a:lnTo>
                    <a:pt x="8905608" y="19050"/>
                  </a:lnTo>
                  <a:lnTo>
                    <a:pt x="8905608" y="0"/>
                  </a:lnTo>
                  <a:close/>
                </a:path>
                <a:path w="10972800" h="2667000">
                  <a:moveTo>
                    <a:pt x="8992921" y="2647950"/>
                  </a:moveTo>
                  <a:lnTo>
                    <a:pt x="8935771" y="2647950"/>
                  </a:lnTo>
                  <a:lnTo>
                    <a:pt x="8935771" y="2667000"/>
                  </a:lnTo>
                  <a:lnTo>
                    <a:pt x="8992921" y="2667000"/>
                  </a:lnTo>
                  <a:lnTo>
                    <a:pt x="8992921" y="2647950"/>
                  </a:lnTo>
                  <a:close/>
                </a:path>
                <a:path w="10972800" h="2667000">
                  <a:moveTo>
                    <a:pt x="9000960" y="0"/>
                  </a:moveTo>
                  <a:lnTo>
                    <a:pt x="8943810" y="0"/>
                  </a:lnTo>
                  <a:lnTo>
                    <a:pt x="8943810" y="19050"/>
                  </a:lnTo>
                  <a:lnTo>
                    <a:pt x="9000960" y="19050"/>
                  </a:lnTo>
                  <a:lnTo>
                    <a:pt x="9000960" y="0"/>
                  </a:lnTo>
                  <a:close/>
                </a:path>
                <a:path w="10972800" h="2667000">
                  <a:moveTo>
                    <a:pt x="9088272" y="2647950"/>
                  </a:moveTo>
                  <a:lnTo>
                    <a:pt x="9031122" y="2647950"/>
                  </a:lnTo>
                  <a:lnTo>
                    <a:pt x="9031122" y="2667000"/>
                  </a:lnTo>
                  <a:lnTo>
                    <a:pt x="9088272" y="2667000"/>
                  </a:lnTo>
                  <a:lnTo>
                    <a:pt x="9088272" y="2647950"/>
                  </a:lnTo>
                  <a:close/>
                </a:path>
                <a:path w="10972800" h="2667000">
                  <a:moveTo>
                    <a:pt x="9096311" y="0"/>
                  </a:moveTo>
                  <a:lnTo>
                    <a:pt x="9039161" y="0"/>
                  </a:lnTo>
                  <a:lnTo>
                    <a:pt x="9039161" y="19050"/>
                  </a:lnTo>
                  <a:lnTo>
                    <a:pt x="9096311" y="19050"/>
                  </a:lnTo>
                  <a:lnTo>
                    <a:pt x="9096311" y="0"/>
                  </a:lnTo>
                  <a:close/>
                </a:path>
                <a:path w="10972800" h="2667000">
                  <a:moveTo>
                    <a:pt x="9183624" y="2647950"/>
                  </a:moveTo>
                  <a:lnTo>
                    <a:pt x="9126474" y="2647950"/>
                  </a:lnTo>
                  <a:lnTo>
                    <a:pt x="9126474" y="2667000"/>
                  </a:lnTo>
                  <a:lnTo>
                    <a:pt x="9183624" y="2667000"/>
                  </a:lnTo>
                  <a:lnTo>
                    <a:pt x="9183624" y="2647950"/>
                  </a:lnTo>
                  <a:close/>
                </a:path>
                <a:path w="10972800" h="2667000">
                  <a:moveTo>
                    <a:pt x="9191663" y="0"/>
                  </a:moveTo>
                  <a:lnTo>
                    <a:pt x="9134513" y="0"/>
                  </a:lnTo>
                  <a:lnTo>
                    <a:pt x="9134513" y="19050"/>
                  </a:lnTo>
                  <a:lnTo>
                    <a:pt x="9191663" y="19050"/>
                  </a:lnTo>
                  <a:lnTo>
                    <a:pt x="9191663" y="0"/>
                  </a:lnTo>
                  <a:close/>
                </a:path>
                <a:path w="10972800" h="2667000">
                  <a:moveTo>
                    <a:pt x="9278976" y="2647950"/>
                  </a:moveTo>
                  <a:lnTo>
                    <a:pt x="9221826" y="2647950"/>
                  </a:lnTo>
                  <a:lnTo>
                    <a:pt x="9221826" y="2667000"/>
                  </a:lnTo>
                  <a:lnTo>
                    <a:pt x="9278976" y="2667000"/>
                  </a:lnTo>
                  <a:lnTo>
                    <a:pt x="9278976" y="2647950"/>
                  </a:lnTo>
                  <a:close/>
                </a:path>
                <a:path w="10972800" h="2667000">
                  <a:moveTo>
                    <a:pt x="9287015" y="0"/>
                  </a:moveTo>
                  <a:lnTo>
                    <a:pt x="9229865" y="0"/>
                  </a:lnTo>
                  <a:lnTo>
                    <a:pt x="9229865" y="19050"/>
                  </a:lnTo>
                  <a:lnTo>
                    <a:pt x="9287015" y="19050"/>
                  </a:lnTo>
                  <a:lnTo>
                    <a:pt x="9287015" y="0"/>
                  </a:lnTo>
                  <a:close/>
                </a:path>
                <a:path w="10972800" h="2667000">
                  <a:moveTo>
                    <a:pt x="9374327" y="2647950"/>
                  </a:moveTo>
                  <a:lnTo>
                    <a:pt x="9317177" y="2647950"/>
                  </a:lnTo>
                  <a:lnTo>
                    <a:pt x="9317177" y="2667000"/>
                  </a:lnTo>
                  <a:lnTo>
                    <a:pt x="9374327" y="2667000"/>
                  </a:lnTo>
                  <a:lnTo>
                    <a:pt x="9374327" y="2647950"/>
                  </a:lnTo>
                  <a:close/>
                </a:path>
                <a:path w="10972800" h="2667000">
                  <a:moveTo>
                    <a:pt x="9382366" y="0"/>
                  </a:moveTo>
                  <a:lnTo>
                    <a:pt x="9325216" y="0"/>
                  </a:lnTo>
                  <a:lnTo>
                    <a:pt x="9325216" y="19050"/>
                  </a:lnTo>
                  <a:lnTo>
                    <a:pt x="9382366" y="19050"/>
                  </a:lnTo>
                  <a:lnTo>
                    <a:pt x="9382366" y="0"/>
                  </a:lnTo>
                  <a:close/>
                </a:path>
                <a:path w="10972800" h="2667000">
                  <a:moveTo>
                    <a:pt x="9469679" y="2647950"/>
                  </a:moveTo>
                  <a:lnTo>
                    <a:pt x="9412529" y="2647950"/>
                  </a:lnTo>
                  <a:lnTo>
                    <a:pt x="9412529" y="2667000"/>
                  </a:lnTo>
                  <a:lnTo>
                    <a:pt x="9469679" y="2667000"/>
                  </a:lnTo>
                  <a:lnTo>
                    <a:pt x="9469679" y="2647950"/>
                  </a:lnTo>
                  <a:close/>
                </a:path>
                <a:path w="10972800" h="2667000">
                  <a:moveTo>
                    <a:pt x="9477718" y="0"/>
                  </a:moveTo>
                  <a:lnTo>
                    <a:pt x="9420568" y="0"/>
                  </a:lnTo>
                  <a:lnTo>
                    <a:pt x="9420568" y="19050"/>
                  </a:lnTo>
                  <a:lnTo>
                    <a:pt x="9477718" y="19050"/>
                  </a:lnTo>
                  <a:lnTo>
                    <a:pt x="9477718" y="0"/>
                  </a:lnTo>
                  <a:close/>
                </a:path>
                <a:path w="10972800" h="2667000">
                  <a:moveTo>
                    <a:pt x="9565030" y="2647950"/>
                  </a:moveTo>
                  <a:lnTo>
                    <a:pt x="9507880" y="2647950"/>
                  </a:lnTo>
                  <a:lnTo>
                    <a:pt x="9507880" y="2667000"/>
                  </a:lnTo>
                  <a:lnTo>
                    <a:pt x="9565030" y="2667000"/>
                  </a:lnTo>
                  <a:lnTo>
                    <a:pt x="9565030" y="2647950"/>
                  </a:lnTo>
                  <a:close/>
                </a:path>
                <a:path w="10972800" h="2667000">
                  <a:moveTo>
                    <a:pt x="9573069" y="0"/>
                  </a:moveTo>
                  <a:lnTo>
                    <a:pt x="9515919" y="0"/>
                  </a:lnTo>
                  <a:lnTo>
                    <a:pt x="9515919" y="19050"/>
                  </a:lnTo>
                  <a:lnTo>
                    <a:pt x="9573069" y="19050"/>
                  </a:lnTo>
                  <a:lnTo>
                    <a:pt x="9573069" y="0"/>
                  </a:lnTo>
                  <a:close/>
                </a:path>
                <a:path w="10972800" h="2667000">
                  <a:moveTo>
                    <a:pt x="9660382" y="2647950"/>
                  </a:moveTo>
                  <a:lnTo>
                    <a:pt x="9603232" y="2647950"/>
                  </a:lnTo>
                  <a:lnTo>
                    <a:pt x="9603232" y="2667000"/>
                  </a:lnTo>
                  <a:lnTo>
                    <a:pt x="9660382" y="2667000"/>
                  </a:lnTo>
                  <a:lnTo>
                    <a:pt x="9660382" y="2647950"/>
                  </a:lnTo>
                  <a:close/>
                </a:path>
                <a:path w="10972800" h="2667000">
                  <a:moveTo>
                    <a:pt x="9668421" y="0"/>
                  </a:moveTo>
                  <a:lnTo>
                    <a:pt x="9611271" y="0"/>
                  </a:lnTo>
                  <a:lnTo>
                    <a:pt x="9611271" y="19050"/>
                  </a:lnTo>
                  <a:lnTo>
                    <a:pt x="9668421" y="19050"/>
                  </a:lnTo>
                  <a:lnTo>
                    <a:pt x="9668421" y="0"/>
                  </a:lnTo>
                  <a:close/>
                </a:path>
                <a:path w="10972800" h="2667000">
                  <a:moveTo>
                    <a:pt x="9755734" y="2647950"/>
                  </a:moveTo>
                  <a:lnTo>
                    <a:pt x="9698584" y="2647950"/>
                  </a:lnTo>
                  <a:lnTo>
                    <a:pt x="9698584" y="2667000"/>
                  </a:lnTo>
                  <a:lnTo>
                    <a:pt x="9755734" y="2667000"/>
                  </a:lnTo>
                  <a:lnTo>
                    <a:pt x="9755734" y="2647950"/>
                  </a:lnTo>
                  <a:close/>
                </a:path>
                <a:path w="10972800" h="2667000">
                  <a:moveTo>
                    <a:pt x="9763773" y="0"/>
                  </a:moveTo>
                  <a:lnTo>
                    <a:pt x="9706623" y="0"/>
                  </a:lnTo>
                  <a:lnTo>
                    <a:pt x="9706623" y="19050"/>
                  </a:lnTo>
                  <a:lnTo>
                    <a:pt x="9763773" y="19050"/>
                  </a:lnTo>
                  <a:lnTo>
                    <a:pt x="9763773" y="0"/>
                  </a:lnTo>
                  <a:close/>
                </a:path>
                <a:path w="10972800" h="2667000">
                  <a:moveTo>
                    <a:pt x="9851085" y="2647950"/>
                  </a:moveTo>
                  <a:lnTo>
                    <a:pt x="9793935" y="2647950"/>
                  </a:lnTo>
                  <a:lnTo>
                    <a:pt x="9793935" y="2667000"/>
                  </a:lnTo>
                  <a:lnTo>
                    <a:pt x="9851085" y="2667000"/>
                  </a:lnTo>
                  <a:lnTo>
                    <a:pt x="9851085" y="2647950"/>
                  </a:lnTo>
                  <a:close/>
                </a:path>
                <a:path w="10972800" h="2667000">
                  <a:moveTo>
                    <a:pt x="9859124" y="0"/>
                  </a:moveTo>
                  <a:lnTo>
                    <a:pt x="9801962" y="0"/>
                  </a:lnTo>
                  <a:lnTo>
                    <a:pt x="9801962" y="19050"/>
                  </a:lnTo>
                  <a:lnTo>
                    <a:pt x="9859124" y="19050"/>
                  </a:lnTo>
                  <a:lnTo>
                    <a:pt x="9859124" y="0"/>
                  </a:lnTo>
                  <a:close/>
                </a:path>
                <a:path w="10972800" h="2667000">
                  <a:moveTo>
                    <a:pt x="9946437" y="2647950"/>
                  </a:moveTo>
                  <a:lnTo>
                    <a:pt x="9889287" y="2647950"/>
                  </a:lnTo>
                  <a:lnTo>
                    <a:pt x="9889287" y="2667000"/>
                  </a:lnTo>
                  <a:lnTo>
                    <a:pt x="9946437" y="2667000"/>
                  </a:lnTo>
                  <a:lnTo>
                    <a:pt x="9946437" y="2647950"/>
                  </a:lnTo>
                  <a:close/>
                </a:path>
                <a:path w="10972800" h="2667000">
                  <a:moveTo>
                    <a:pt x="9954463" y="0"/>
                  </a:moveTo>
                  <a:lnTo>
                    <a:pt x="9897313" y="0"/>
                  </a:lnTo>
                  <a:lnTo>
                    <a:pt x="9897313" y="19050"/>
                  </a:lnTo>
                  <a:lnTo>
                    <a:pt x="9954463" y="19050"/>
                  </a:lnTo>
                  <a:lnTo>
                    <a:pt x="9954463" y="0"/>
                  </a:lnTo>
                  <a:close/>
                </a:path>
                <a:path w="10972800" h="2667000">
                  <a:moveTo>
                    <a:pt x="10041776" y="2647950"/>
                  </a:moveTo>
                  <a:lnTo>
                    <a:pt x="9984626" y="2647950"/>
                  </a:lnTo>
                  <a:lnTo>
                    <a:pt x="9984626" y="2667000"/>
                  </a:lnTo>
                  <a:lnTo>
                    <a:pt x="10041776" y="2667000"/>
                  </a:lnTo>
                  <a:lnTo>
                    <a:pt x="10041776" y="2647950"/>
                  </a:lnTo>
                  <a:close/>
                </a:path>
                <a:path w="10972800" h="2667000">
                  <a:moveTo>
                    <a:pt x="10049815" y="0"/>
                  </a:moveTo>
                  <a:lnTo>
                    <a:pt x="9992665" y="0"/>
                  </a:lnTo>
                  <a:lnTo>
                    <a:pt x="9992665" y="19050"/>
                  </a:lnTo>
                  <a:lnTo>
                    <a:pt x="10049815" y="19050"/>
                  </a:lnTo>
                  <a:lnTo>
                    <a:pt x="10049815" y="0"/>
                  </a:lnTo>
                  <a:close/>
                </a:path>
                <a:path w="10972800" h="2667000">
                  <a:moveTo>
                    <a:pt x="10137127" y="2647950"/>
                  </a:moveTo>
                  <a:lnTo>
                    <a:pt x="10079977" y="2647950"/>
                  </a:lnTo>
                  <a:lnTo>
                    <a:pt x="10079977" y="2667000"/>
                  </a:lnTo>
                  <a:lnTo>
                    <a:pt x="10137127" y="2667000"/>
                  </a:lnTo>
                  <a:lnTo>
                    <a:pt x="10137127" y="2647950"/>
                  </a:lnTo>
                  <a:close/>
                </a:path>
                <a:path w="10972800" h="2667000">
                  <a:moveTo>
                    <a:pt x="10145166" y="0"/>
                  </a:moveTo>
                  <a:lnTo>
                    <a:pt x="10088016" y="0"/>
                  </a:lnTo>
                  <a:lnTo>
                    <a:pt x="10088016" y="19050"/>
                  </a:lnTo>
                  <a:lnTo>
                    <a:pt x="10145166" y="19050"/>
                  </a:lnTo>
                  <a:lnTo>
                    <a:pt x="10145166" y="0"/>
                  </a:lnTo>
                  <a:close/>
                </a:path>
                <a:path w="10972800" h="2667000">
                  <a:moveTo>
                    <a:pt x="10232479" y="2647950"/>
                  </a:moveTo>
                  <a:lnTo>
                    <a:pt x="10175329" y="2647950"/>
                  </a:lnTo>
                  <a:lnTo>
                    <a:pt x="10175329" y="2667000"/>
                  </a:lnTo>
                  <a:lnTo>
                    <a:pt x="10232479" y="2667000"/>
                  </a:lnTo>
                  <a:lnTo>
                    <a:pt x="10232479" y="2647950"/>
                  </a:lnTo>
                  <a:close/>
                </a:path>
                <a:path w="10972800" h="2667000">
                  <a:moveTo>
                    <a:pt x="10240518" y="0"/>
                  </a:moveTo>
                  <a:lnTo>
                    <a:pt x="10183368" y="0"/>
                  </a:lnTo>
                  <a:lnTo>
                    <a:pt x="10183368" y="19050"/>
                  </a:lnTo>
                  <a:lnTo>
                    <a:pt x="10240518" y="19050"/>
                  </a:lnTo>
                  <a:lnTo>
                    <a:pt x="10240518" y="0"/>
                  </a:lnTo>
                  <a:close/>
                </a:path>
                <a:path w="10972800" h="2667000">
                  <a:moveTo>
                    <a:pt x="10327830" y="2647950"/>
                  </a:moveTo>
                  <a:lnTo>
                    <a:pt x="10270680" y="2647950"/>
                  </a:lnTo>
                  <a:lnTo>
                    <a:pt x="10270680" y="2667000"/>
                  </a:lnTo>
                  <a:lnTo>
                    <a:pt x="10327830" y="2667000"/>
                  </a:lnTo>
                  <a:lnTo>
                    <a:pt x="10327830" y="2647950"/>
                  </a:lnTo>
                  <a:close/>
                </a:path>
                <a:path w="10972800" h="2667000">
                  <a:moveTo>
                    <a:pt x="10335870" y="0"/>
                  </a:moveTo>
                  <a:lnTo>
                    <a:pt x="10278720" y="0"/>
                  </a:lnTo>
                  <a:lnTo>
                    <a:pt x="10278720" y="19050"/>
                  </a:lnTo>
                  <a:lnTo>
                    <a:pt x="10335870" y="19050"/>
                  </a:lnTo>
                  <a:lnTo>
                    <a:pt x="10335870" y="0"/>
                  </a:lnTo>
                  <a:close/>
                </a:path>
                <a:path w="10972800" h="2667000">
                  <a:moveTo>
                    <a:pt x="10423182" y="2647950"/>
                  </a:moveTo>
                  <a:lnTo>
                    <a:pt x="10366032" y="2647950"/>
                  </a:lnTo>
                  <a:lnTo>
                    <a:pt x="10366032" y="2667000"/>
                  </a:lnTo>
                  <a:lnTo>
                    <a:pt x="10423182" y="2667000"/>
                  </a:lnTo>
                  <a:lnTo>
                    <a:pt x="10423182" y="2647950"/>
                  </a:lnTo>
                  <a:close/>
                </a:path>
                <a:path w="10972800" h="2667000">
                  <a:moveTo>
                    <a:pt x="10431221" y="0"/>
                  </a:moveTo>
                  <a:lnTo>
                    <a:pt x="10374071" y="0"/>
                  </a:lnTo>
                  <a:lnTo>
                    <a:pt x="10374071" y="19050"/>
                  </a:lnTo>
                  <a:lnTo>
                    <a:pt x="10431221" y="19050"/>
                  </a:lnTo>
                  <a:lnTo>
                    <a:pt x="10431221" y="0"/>
                  </a:lnTo>
                  <a:close/>
                </a:path>
                <a:path w="10972800" h="2667000">
                  <a:moveTo>
                    <a:pt x="10518534" y="2647950"/>
                  </a:moveTo>
                  <a:lnTo>
                    <a:pt x="10461384" y="2647950"/>
                  </a:lnTo>
                  <a:lnTo>
                    <a:pt x="10461384" y="2667000"/>
                  </a:lnTo>
                  <a:lnTo>
                    <a:pt x="10518534" y="2667000"/>
                  </a:lnTo>
                  <a:lnTo>
                    <a:pt x="10518534" y="2647950"/>
                  </a:lnTo>
                  <a:close/>
                </a:path>
                <a:path w="10972800" h="2667000">
                  <a:moveTo>
                    <a:pt x="10526573" y="0"/>
                  </a:moveTo>
                  <a:lnTo>
                    <a:pt x="10469423" y="0"/>
                  </a:lnTo>
                  <a:lnTo>
                    <a:pt x="10469423" y="19050"/>
                  </a:lnTo>
                  <a:lnTo>
                    <a:pt x="10526573" y="19050"/>
                  </a:lnTo>
                  <a:lnTo>
                    <a:pt x="10526573" y="0"/>
                  </a:lnTo>
                  <a:close/>
                </a:path>
                <a:path w="10972800" h="2667000">
                  <a:moveTo>
                    <a:pt x="10613885" y="2647950"/>
                  </a:moveTo>
                  <a:lnTo>
                    <a:pt x="10556735" y="2647950"/>
                  </a:lnTo>
                  <a:lnTo>
                    <a:pt x="10556735" y="2667000"/>
                  </a:lnTo>
                  <a:lnTo>
                    <a:pt x="10613885" y="2667000"/>
                  </a:lnTo>
                  <a:lnTo>
                    <a:pt x="10613885" y="2647950"/>
                  </a:lnTo>
                  <a:close/>
                </a:path>
                <a:path w="10972800" h="2667000">
                  <a:moveTo>
                    <a:pt x="10621924" y="0"/>
                  </a:moveTo>
                  <a:lnTo>
                    <a:pt x="10564774" y="0"/>
                  </a:lnTo>
                  <a:lnTo>
                    <a:pt x="10564774" y="19050"/>
                  </a:lnTo>
                  <a:lnTo>
                    <a:pt x="10621924" y="19050"/>
                  </a:lnTo>
                  <a:lnTo>
                    <a:pt x="10621924" y="0"/>
                  </a:lnTo>
                  <a:close/>
                </a:path>
                <a:path w="10972800" h="2667000">
                  <a:moveTo>
                    <a:pt x="10709237" y="2647950"/>
                  </a:moveTo>
                  <a:lnTo>
                    <a:pt x="10652087" y="2647950"/>
                  </a:lnTo>
                  <a:lnTo>
                    <a:pt x="10652087" y="2667000"/>
                  </a:lnTo>
                  <a:lnTo>
                    <a:pt x="10709237" y="2667000"/>
                  </a:lnTo>
                  <a:lnTo>
                    <a:pt x="10709237" y="2647950"/>
                  </a:lnTo>
                  <a:close/>
                </a:path>
                <a:path w="10972800" h="2667000">
                  <a:moveTo>
                    <a:pt x="10717276" y="0"/>
                  </a:moveTo>
                  <a:lnTo>
                    <a:pt x="10660126" y="0"/>
                  </a:lnTo>
                  <a:lnTo>
                    <a:pt x="10660126" y="19050"/>
                  </a:lnTo>
                  <a:lnTo>
                    <a:pt x="10717276" y="19050"/>
                  </a:lnTo>
                  <a:lnTo>
                    <a:pt x="10717276" y="0"/>
                  </a:lnTo>
                  <a:close/>
                </a:path>
                <a:path w="10972800" h="2667000">
                  <a:moveTo>
                    <a:pt x="10804589" y="2647950"/>
                  </a:moveTo>
                  <a:lnTo>
                    <a:pt x="10747439" y="2647950"/>
                  </a:lnTo>
                  <a:lnTo>
                    <a:pt x="10747439" y="2667000"/>
                  </a:lnTo>
                  <a:lnTo>
                    <a:pt x="10804589" y="2667000"/>
                  </a:lnTo>
                  <a:lnTo>
                    <a:pt x="10804589" y="2647950"/>
                  </a:lnTo>
                  <a:close/>
                </a:path>
                <a:path w="10972800" h="2667000">
                  <a:moveTo>
                    <a:pt x="10812628" y="0"/>
                  </a:moveTo>
                  <a:lnTo>
                    <a:pt x="10755478" y="0"/>
                  </a:lnTo>
                  <a:lnTo>
                    <a:pt x="10755478" y="19050"/>
                  </a:lnTo>
                  <a:lnTo>
                    <a:pt x="10812628" y="19050"/>
                  </a:lnTo>
                  <a:lnTo>
                    <a:pt x="10812628" y="0"/>
                  </a:lnTo>
                  <a:close/>
                </a:path>
                <a:path w="10972800" h="2667000">
                  <a:moveTo>
                    <a:pt x="10900220" y="2666835"/>
                  </a:moveTo>
                  <a:lnTo>
                    <a:pt x="10899331" y="2647950"/>
                  </a:lnTo>
                  <a:lnTo>
                    <a:pt x="10842790" y="2647950"/>
                  </a:lnTo>
                  <a:lnTo>
                    <a:pt x="10842790" y="2667000"/>
                  </a:lnTo>
                  <a:lnTo>
                    <a:pt x="10896600" y="2667000"/>
                  </a:lnTo>
                  <a:lnTo>
                    <a:pt x="10900220" y="2666835"/>
                  </a:lnTo>
                  <a:close/>
                </a:path>
                <a:path w="10972800" h="2667000">
                  <a:moveTo>
                    <a:pt x="10909186" y="1117"/>
                  </a:moveTo>
                  <a:lnTo>
                    <a:pt x="10904106" y="368"/>
                  </a:lnTo>
                  <a:lnTo>
                    <a:pt x="10896600" y="0"/>
                  </a:lnTo>
                  <a:lnTo>
                    <a:pt x="10850829" y="0"/>
                  </a:lnTo>
                  <a:lnTo>
                    <a:pt x="10850829" y="19050"/>
                  </a:lnTo>
                  <a:lnTo>
                    <a:pt x="10904182" y="19050"/>
                  </a:lnTo>
                  <a:lnTo>
                    <a:pt x="10906112" y="19443"/>
                  </a:lnTo>
                  <a:lnTo>
                    <a:pt x="10906176" y="19050"/>
                  </a:lnTo>
                  <a:lnTo>
                    <a:pt x="10909186" y="1117"/>
                  </a:lnTo>
                  <a:close/>
                </a:path>
                <a:path w="10972800" h="2667000">
                  <a:moveTo>
                    <a:pt x="10972521" y="2596680"/>
                  </a:moveTo>
                  <a:lnTo>
                    <a:pt x="10953750" y="2595232"/>
                  </a:lnTo>
                  <a:lnTo>
                    <a:pt x="10953750" y="2598318"/>
                  </a:lnTo>
                  <a:lnTo>
                    <a:pt x="10952302" y="2605671"/>
                  </a:lnTo>
                  <a:lnTo>
                    <a:pt x="10946498" y="2619679"/>
                  </a:lnTo>
                  <a:lnTo>
                    <a:pt x="10942371" y="2625852"/>
                  </a:lnTo>
                  <a:lnTo>
                    <a:pt x="10937011" y="2631211"/>
                  </a:lnTo>
                  <a:lnTo>
                    <a:pt x="10931652" y="2636570"/>
                  </a:lnTo>
                  <a:lnTo>
                    <a:pt x="10930280" y="2637498"/>
                  </a:lnTo>
                  <a:lnTo>
                    <a:pt x="10941139" y="2652547"/>
                  </a:lnTo>
                  <a:lnTo>
                    <a:pt x="10944924" y="2649740"/>
                  </a:lnTo>
                  <a:lnTo>
                    <a:pt x="10967110" y="2619679"/>
                  </a:lnTo>
                  <a:lnTo>
                    <a:pt x="10969549" y="2612898"/>
                  </a:lnTo>
                  <a:lnTo>
                    <a:pt x="10971352" y="2605671"/>
                  </a:lnTo>
                  <a:lnTo>
                    <a:pt x="10972444" y="2598318"/>
                  </a:lnTo>
                  <a:lnTo>
                    <a:pt x="10972521" y="2596680"/>
                  </a:lnTo>
                  <a:close/>
                </a:path>
                <a:path w="10972800" h="2667000">
                  <a:moveTo>
                    <a:pt x="10972800" y="2500833"/>
                  </a:moveTo>
                  <a:lnTo>
                    <a:pt x="10953750" y="2500833"/>
                  </a:lnTo>
                  <a:lnTo>
                    <a:pt x="10953750" y="2557983"/>
                  </a:lnTo>
                  <a:lnTo>
                    <a:pt x="10972800" y="2557983"/>
                  </a:lnTo>
                  <a:lnTo>
                    <a:pt x="10972800" y="2500833"/>
                  </a:lnTo>
                  <a:close/>
                </a:path>
                <a:path w="10972800" h="2667000">
                  <a:moveTo>
                    <a:pt x="10972800" y="2405481"/>
                  </a:moveTo>
                  <a:lnTo>
                    <a:pt x="10953750" y="2405481"/>
                  </a:lnTo>
                  <a:lnTo>
                    <a:pt x="10953750" y="2462631"/>
                  </a:lnTo>
                  <a:lnTo>
                    <a:pt x="10972800" y="2462631"/>
                  </a:lnTo>
                  <a:lnTo>
                    <a:pt x="10972800" y="2405481"/>
                  </a:lnTo>
                  <a:close/>
                </a:path>
                <a:path w="10972800" h="2667000">
                  <a:moveTo>
                    <a:pt x="10972800" y="2310130"/>
                  </a:moveTo>
                  <a:lnTo>
                    <a:pt x="10953750" y="2310130"/>
                  </a:lnTo>
                  <a:lnTo>
                    <a:pt x="10953750" y="2367280"/>
                  </a:lnTo>
                  <a:lnTo>
                    <a:pt x="10972800" y="2367280"/>
                  </a:lnTo>
                  <a:lnTo>
                    <a:pt x="10972800" y="2310130"/>
                  </a:lnTo>
                  <a:close/>
                </a:path>
                <a:path w="10972800" h="2667000">
                  <a:moveTo>
                    <a:pt x="10972800" y="2214778"/>
                  </a:moveTo>
                  <a:lnTo>
                    <a:pt x="10953750" y="2214778"/>
                  </a:lnTo>
                  <a:lnTo>
                    <a:pt x="10953750" y="2271928"/>
                  </a:lnTo>
                  <a:lnTo>
                    <a:pt x="10972800" y="2271928"/>
                  </a:lnTo>
                  <a:lnTo>
                    <a:pt x="10972800" y="2214778"/>
                  </a:lnTo>
                  <a:close/>
                </a:path>
                <a:path w="10972800" h="2667000">
                  <a:moveTo>
                    <a:pt x="10972800" y="2119426"/>
                  </a:moveTo>
                  <a:lnTo>
                    <a:pt x="10953750" y="2119426"/>
                  </a:lnTo>
                  <a:lnTo>
                    <a:pt x="10953750" y="2176576"/>
                  </a:lnTo>
                  <a:lnTo>
                    <a:pt x="10972800" y="2176576"/>
                  </a:lnTo>
                  <a:lnTo>
                    <a:pt x="10972800" y="2119426"/>
                  </a:lnTo>
                  <a:close/>
                </a:path>
                <a:path w="10972800" h="2667000">
                  <a:moveTo>
                    <a:pt x="10972800" y="2024075"/>
                  </a:moveTo>
                  <a:lnTo>
                    <a:pt x="10953750" y="2024075"/>
                  </a:lnTo>
                  <a:lnTo>
                    <a:pt x="10953750" y="2081225"/>
                  </a:lnTo>
                  <a:lnTo>
                    <a:pt x="10972800" y="2081225"/>
                  </a:lnTo>
                  <a:lnTo>
                    <a:pt x="10972800" y="2024075"/>
                  </a:lnTo>
                  <a:close/>
                </a:path>
                <a:path w="10972800" h="2667000">
                  <a:moveTo>
                    <a:pt x="10972800" y="1928723"/>
                  </a:moveTo>
                  <a:lnTo>
                    <a:pt x="10953750" y="1928723"/>
                  </a:lnTo>
                  <a:lnTo>
                    <a:pt x="10953750" y="1985873"/>
                  </a:lnTo>
                  <a:lnTo>
                    <a:pt x="10972800" y="1985873"/>
                  </a:lnTo>
                  <a:lnTo>
                    <a:pt x="10972800" y="1928723"/>
                  </a:lnTo>
                  <a:close/>
                </a:path>
                <a:path w="10972800" h="2667000">
                  <a:moveTo>
                    <a:pt x="10972800" y="1833372"/>
                  </a:moveTo>
                  <a:lnTo>
                    <a:pt x="10953750" y="1833372"/>
                  </a:lnTo>
                  <a:lnTo>
                    <a:pt x="10953750" y="1890522"/>
                  </a:lnTo>
                  <a:lnTo>
                    <a:pt x="10972800" y="1890522"/>
                  </a:lnTo>
                  <a:lnTo>
                    <a:pt x="10972800" y="1833372"/>
                  </a:lnTo>
                  <a:close/>
                </a:path>
                <a:path w="10972800" h="2667000">
                  <a:moveTo>
                    <a:pt x="10972800" y="1738033"/>
                  </a:moveTo>
                  <a:lnTo>
                    <a:pt x="10953750" y="1738033"/>
                  </a:lnTo>
                  <a:lnTo>
                    <a:pt x="10953750" y="1795183"/>
                  </a:lnTo>
                  <a:lnTo>
                    <a:pt x="10972800" y="1795183"/>
                  </a:lnTo>
                  <a:lnTo>
                    <a:pt x="10972800" y="1738033"/>
                  </a:lnTo>
                  <a:close/>
                </a:path>
                <a:path w="10972800" h="2667000">
                  <a:moveTo>
                    <a:pt x="10972800" y="1642681"/>
                  </a:moveTo>
                  <a:lnTo>
                    <a:pt x="10953750" y="1642681"/>
                  </a:lnTo>
                  <a:lnTo>
                    <a:pt x="10953750" y="1699831"/>
                  </a:lnTo>
                  <a:lnTo>
                    <a:pt x="10972800" y="1699831"/>
                  </a:lnTo>
                  <a:lnTo>
                    <a:pt x="10972800" y="1642681"/>
                  </a:lnTo>
                  <a:close/>
                </a:path>
                <a:path w="10972800" h="2667000">
                  <a:moveTo>
                    <a:pt x="10972800" y="1547329"/>
                  </a:moveTo>
                  <a:lnTo>
                    <a:pt x="10953750" y="1547329"/>
                  </a:lnTo>
                  <a:lnTo>
                    <a:pt x="10953750" y="1604479"/>
                  </a:lnTo>
                  <a:lnTo>
                    <a:pt x="10972800" y="1604479"/>
                  </a:lnTo>
                  <a:lnTo>
                    <a:pt x="10972800" y="1547329"/>
                  </a:lnTo>
                  <a:close/>
                </a:path>
                <a:path w="10972800" h="2667000">
                  <a:moveTo>
                    <a:pt x="10972800" y="1451978"/>
                  </a:moveTo>
                  <a:lnTo>
                    <a:pt x="10953750" y="1451978"/>
                  </a:lnTo>
                  <a:lnTo>
                    <a:pt x="10953750" y="1509128"/>
                  </a:lnTo>
                  <a:lnTo>
                    <a:pt x="10972800" y="1509128"/>
                  </a:lnTo>
                  <a:lnTo>
                    <a:pt x="10972800" y="1451978"/>
                  </a:lnTo>
                  <a:close/>
                </a:path>
                <a:path w="10972800" h="2667000">
                  <a:moveTo>
                    <a:pt x="10972800" y="1356626"/>
                  </a:moveTo>
                  <a:lnTo>
                    <a:pt x="10953750" y="1356626"/>
                  </a:lnTo>
                  <a:lnTo>
                    <a:pt x="10953750" y="1413776"/>
                  </a:lnTo>
                  <a:lnTo>
                    <a:pt x="10972800" y="1413776"/>
                  </a:lnTo>
                  <a:lnTo>
                    <a:pt x="10972800" y="1356626"/>
                  </a:lnTo>
                  <a:close/>
                </a:path>
                <a:path w="10972800" h="2667000">
                  <a:moveTo>
                    <a:pt x="10972800" y="1261275"/>
                  </a:moveTo>
                  <a:lnTo>
                    <a:pt x="10953750" y="1261275"/>
                  </a:lnTo>
                  <a:lnTo>
                    <a:pt x="10953750" y="1318425"/>
                  </a:lnTo>
                  <a:lnTo>
                    <a:pt x="10972800" y="1318425"/>
                  </a:lnTo>
                  <a:lnTo>
                    <a:pt x="10972800" y="1261275"/>
                  </a:lnTo>
                  <a:close/>
                </a:path>
                <a:path w="10972800" h="2667000">
                  <a:moveTo>
                    <a:pt x="10972800" y="1165923"/>
                  </a:moveTo>
                  <a:lnTo>
                    <a:pt x="10953750" y="1165923"/>
                  </a:lnTo>
                  <a:lnTo>
                    <a:pt x="10953750" y="1223073"/>
                  </a:lnTo>
                  <a:lnTo>
                    <a:pt x="10972800" y="1223073"/>
                  </a:lnTo>
                  <a:lnTo>
                    <a:pt x="10972800" y="1165923"/>
                  </a:lnTo>
                  <a:close/>
                </a:path>
                <a:path w="10972800" h="2667000">
                  <a:moveTo>
                    <a:pt x="10972800" y="1070571"/>
                  </a:moveTo>
                  <a:lnTo>
                    <a:pt x="10953750" y="1070571"/>
                  </a:lnTo>
                  <a:lnTo>
                    <a:pt x="10953750" y="1127721"/>
                  </a:lnTo>
                  <a:lnTo>
                    <a:pt x="10972800" y="1127721"/>
                  </a:lnTo>
                  <a:lnTo>
                    <a:pt x="10972800" y="1070571"/>
                  </a:lnTo>
                  <a:close/>
                </a:path>
                <a:path w="10972800" h="2667000">
                  <a:moveTo>
                    <a:pt x="10972800" y="975220"/>
                  </a:moveTo>
                  <a:lnTo>
                    <a:pt x="10953750" y="975220"/>
                  </a:lnTo>
                  <a:lnTo>
                    <a:pt x="10953750" y="1032370"/>
                  </a:lnTo>
                  <a:lnTo>
                    <a:pt x="10972800" y="1032370"/>
                  </a:lnTo>
                  <a:lnTo>
                    <a:pt x="10972800" y="975220"/>
                  </a:lnTo>
                  <a:close/>
                </a:path>
                <a:path w="10972800" h="2667000">
                  <a:moveTo>
                    <a:pt x="10972800" y="879868"/>
                  </a:moveTo>
                  <a:lnTo>
                    <a:pt x="10953750" y="879868"/>
                  </a:lnTo>
                  <a:lnTo>
                    <a:pt x="10953750" y="937018"/>
                  </a:lnTo>
                  <a:lnTo>
                    <a:pt x="10972800" y="937018"/>
                  </a:lnTo>
                  <a:lnTo>
                    <a:pt x="10972800" y="879868"/>
                  </a:lnTo>
                  <a:close/>
                </a:path>
                <a:path w="10972800" h="2667000">
                  <a:moveTo>
                    <a:pt x="10972800" y="784517"/>
                  </a:moveTo>
                  <a:lnTo>
                    <a:pt x="10953750" y="784517"/>
                  </a:lnTo>
                  <a:lnTo>
                    <a:pt x="10953750" y="841667"/>
                  </a:lnTo>
                  <a:lnTo>
                    <a:pt x="10972800" y="841667"/>
                  </a:lnTo>
                  <a:lnTo>
                    <a:pt x="10972800" y="784517"/>
                  </a:lnTo>
                  <a:close/>
                </a:path>
                <a:path w="10972800" h="2667000">
                  <a:moveTo>
                    <a:pt x="10972800" y="689165"/>
                  </a:moveTo>
                  <a:lnTo>
                    <a:pt x="10953750" y="689165"/>
                  </a:lnTo>
                  <a:lnTo>
                    <a:pt x="10953750" y="746315"/>
                  </a:lnTo>
                  <a:lnTo>
                    <a:pt x="10972800" y="746315"/>
                  </a:lnTo>
                  <a:lnTo>
                    <a:pt x="10972800" y="689165"/>
                  </a:lnTo>
                  <a:close/>
                </a:path>
                <a:path w="10972800" h="2667000">
                  <a:moveTo>
                    <a:pt x="10972800" y="593813"/>
                  </a:moveTo>
                  <a:lnTo>
                    <a:pt x="10953750" y="593813"/>
                  </a:lnTo>
                  <a:lnTo>
                    <a:pt x="10953750" y="650963"/>
                  </a:lnTo>
                  <a:lnTo>
                    <a:pt x="10972800" y="650963"/>
                  </a:lnTo>
                  <a:lnTo>
                    <a:pt x="10972800" y="593813"/>
                  </a:lnTo>
                  <a:close/>
                </a:path>
                <a:path w="10972800" h="2667000">
                  <a:moveTo>
                    <a:pt x="10972800" y="498475"/>
                  </a:moveTo>
                  <a:lnTo>
                    <a:pt x="10953750" y="498475"/>
                  </a:lnTo>
                  <a:lnTo>
                    <a:pt x="10953750" y="555625"/>
                  </a:lnTo>
                  <a:lnTo>
                    <a:pt x="10972800" y="555625"/>
                  </a:lnTo>
                  <a:lnTo>
                    <a:pt x="10972800" y="498475"/>
                  </a:lnTo>
                  <a:close/>
                </a:path>
                <a:path w="10972800" h="2667000">
                  <a:moveTo>
                    <a:pt x="10972800" y="403123"/>
                  </a:moveTo>
                  <a:lnTo>
                    <a:pt x="10953750" y="403123"/>
                  </a:lnTo>
                  <a:lnTo>
                    <a:pt x="10953750" y="460273"/>
                  </a:lnTo>
                  <a:lnTo>
                    <a:pt x="10972800" y="460273"/>
                  </a:lnTo>
                  <a:lnTo>
                    <a:pt x="10972800" y="403123"/>
                  </a:lnTo>
                  <a:close/>
                </a:path>
                <a:path w="10972800" h="2667000">
                  <a:moveTo>
                    <a:pt x="10972800" y="307771"/>
                  </a:moveTo>
                  <a:lnTo>
                    <a:pt x="10953750" y="307771"/>
                  </a:lnTo>
                  <a:lnTo>
                    <a:pt x="10953750" y="364921"/>
                  </a:lnTo>
                  <a:lnTo>
                    <a:pt x="10972800" y="364921"/>
                  </a:lnTo>
                  <a:lnTo>
                    <a:pt x="10972800" y="307771"/>
                  </a:lnTo>
                  <a:close/>
                </a:path>
                <a:path w="10972800" h="2667000">
                  <a:moveTo>
                    <a:pt x="10972800" y="212420"/>
                  </a:moveTo>
                  <a:lnTo>
                    <a:pt x="10953750" y="212420"/>
                  </a:lnTo>
                  <a:lnTo>
                    <a:pt x="10953750" y="269570"/>
                  </a:lnTo>
                  <a:lnTo>
                    <a:pt x="10972800" y="269570"/>
                  </a:lnTo>
                  <a:lnTo>
                    <a:pt x="10972800" y="212420"/>
                  </a:lnTo>
                  <a:close/>
                </a:path>
                <a:path w="10972800" h="2667000">
                  <a:moveTo>
                    <a:pt x="10972800" y="117068"/>
                  </a:moveTo>
                  <a:lnTo>
                    <a:pt x="10953750" y="117068"/>
                  </a:lnTo>
                  <a:lnTo>
                    <a:pt x="10953750" y="174218"/>
                  </a:lnTo>
                  <a:lnTo>
                    <a:pt x="10972800" y="174218"/>
                  </a:lnTo>
                  <a:lnTo>
                    <a:pt x="10972800" y="117068"/>
                  </a:lnTo>
                  <a:close/>
                </a:path>
                <a:path w="10972800" h="2667000">
                  <a:moveTo>
                    <a:pt x="10972800" y="76200"/>
                  </a:moveTo>
                  <a:lnTo>
                    <a:pt x="10959973" y="33858"/>
                  </a:lnTo>
                  <a:lnTo>
                    <a:pt x="10948365" y="20396"/>
                  </a:lnTo>
                  <a:lnTo>
                    <a:pt x="10935500" y="34277"/>
                  </a:lnTo>
                  <a:lnTo>
                    <a:pt x="10937011" y="35801"/>
                  </a:lnTo>
                  <a:lnTo>
                    <a:pt x="10942371" y="41148"/>
                  </a:lnTo>
                  <a:lnTo>
                    <a:pt x="10946498" y="47332"/>
                  </a:lnTo>
                  <a:lnTo>
                    <a:pt x="10952302" y="61341"/>
                  </a:lnTo>
                  <a:lnTo>
                    <a:pt x="10953750" y="68630"/>
                  </a:lnTo>
                  <a:lnTo>
                    <a:pt x="10953750" y="78867"/>
                  </a:lnTo>
                  <a:lnTo>
                    <a:pt x="10972800" y="78867"/>
                  </a:lnTo>
                  <a:lnTo>
                    <a:pt x="10972800" y="762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95999" y="6334123"/>
              <a:ext cx="228599" cy="455489"/>
            </a:xfrm>
            <a:custGeom>
              <a:avLst/>
              <a:gdLst/>
              <a:ahLst/>
              <a:cxnLst/>
              <a:rect l="l" t="t" r="r" b="b"/>
              <a:pathLst>
                <a:path w="457200" h="400050">
                  <a:moveTo>
                    <a:pt x="428625" y="400050"/>
                  </a:moveTo>
                  <a:lnTo>
                    <a:pt x="71437" y="400050"/>
                  </a:lnTo>
                  <a:lnTo>
                    <a:pt x="43624" y="394438"/>
                  </a:lnTo>
                  <a:lnTo>
                    <a:pt x="20917" y="379132"/>
                  </a:lnTo>
                  <a:lnTo>
                    <a:pt x="5611" y="356425"/>
                  </a:lnTo>
                  <a:lnTo>
                    <a:pt x="0" y="328612"/>
                  </a:lnTo>
                  <a:lnTo>
                    <a:pt x="0" y="28575"/>
                  </a:lnTo>
                  <a:lnTo>
                    <a:pt x="2242" y="17442"/>
                  </a:lnTo>
                  <a:lnTo>
                    <a:pt x="8360" y="8360"/>
                  </a:lnTo>
                  <a:lnTo>
                    <a:pt x="17442" y="2242"/>
                  </a:lnTo>
                  <a:lnTo>
                    <a:pt x="28575" y="0"/>
                  </a:lnTo>
                  <a:lnTo>
                    <a:pt x="39707" y="2242"/>
                  </a:lnTo>
                  <a:lnTo>
                    <a:pt x="48789" y="8360"/>
                  </a:lnTo>
                  <a:lnTo>
                    <a:pt x="54907" y="17442"/>
                  </a:lnTo>
                  <a:lnTo>
                    <a:pt x="57150" y="28575"/>
                  </a:lnTo>
                  <a:lnTo>
                    <a:pt x="57150" y="336470"/>
                  </a:lnTo>
                  <a:lnTo>
                    <a:pt x="63579" y="342900"/>
                  </a:lnTo>
                  <a:lnTo>
                    <a:pt x="428625" y="342900"/>
                  </a:lnTo>
                  <a:lnTo>
                    <a:pt x="439757" y="345142"/>
                  </a:lnTo>
                  <a:lnTo>
                    <a:pt x="448839" y="351260"/>
                  </a:lnTo>
                  <a:lnTo>
                    <a:pt x="454957" y="360342"/>
                  </a:lnTo>
                  <a:lnTo>
                    <a:pt x="457200" y="371475"/>
                  </a:lnTo>
                  <a:lnTo>
                    <a:pt x="454957" y="382607"/>
                  </a:lnTo>
                  <a:lnTo>
                    <a:pt x="448839" y="391689"/>
                  </a:lnTo>
                  <a:lnTo>
                    <a:pt x="439757" y="397807"/>
                  </a:lnTo>
                  <a:lnTo>
                    <a:pt x="428625" y="400050"/>
                  </a:lnTo>
                  <a:close/>
                </a:path>
                <a:path w="457200" h="400050">
                  <a:moveTo>
                    <a:pt x="314325" y="114300"/>
                  </a:moveTo>
                  <a:lnTo>
                    <a:pt x="142875" y="114300"/>
                  </a:lnTo>
                  <a:lnTo>
                    <a:pt x="131742" y="112057"/>
                  </a:lnTo>
                  <a:lnTo>
                    <a:pt x="122660" y="105939"/>
                  </a:lnTo>
                  <a:lnTo>
                    <a:pt x="116542" y="96857"/>
                  </a:lnTo>
                  <a:lnTo>
                    <a:pt x="114300" y="85725"/>
                  </a:lnTo>
                  <a:lnTo>
                    <a:pt x="116542" y="74592"/>
                  </a:lnTo>
                  <a:lnTo>
                    <a:pt x="122660" y="65510"/>
                  </a:lnTo>
                  <a:lnTo>
                    <a:pt x="131742" y="59392"/>
                  </a:lnTo>
                  <a:lnTo>
                    <a:pt x="142875" y="57150"/>
                  </a:lnTo>
                  <a:lnTo>
                    <a:pt x="314325" y="57150"/>
                  </a:lnTo>
                  <a:lnTo>
                    <a:pt x="325457" y="59392"/>
                  </a:lnTo>
                  <a:lnTo>
                    <a:pt x="334539" y="65510"/>
                  </a:lnTo>
                  <a:lnTo>
                    <a:pt x="340657" y="74592"/>
                  </a:lnTo>
                  <a:lnTo>
                    <a:pt x="342900" y="85725"/>
                  </a:lnTo>
                  <a:lnTo>
                    <a:pt x="340657" y="96857"/>
                  </a:lnTo>
                  <a:lnTo>
                    <a:pt x="334539" y="105939"/>
                  </a:lnTo>
                  <a:lnTo>
                    <a:pt x="325457" y="112057"/>
                  </a:lnTo>
                  <a:lnTo>
                    <a:pt x="314325" y="114300"/>
                  </a:lnTo>
                  <a:close/>
                </a:path>
                <a:path w="457200" h="400050">
                  <a:moveTo>
                    <a:pt x="257175" y="200025"/>
                  </a:moveTo>
                  <a:lnTo>
                    <a:pt x="142875" y="200025"/>
                  </a:lnTo>
                  <a:lnTo>
                    <a:pt x="131742" y="197782"/>
                  </a:lnTo>
                  <a:lnTo>
                    <a:pt x="122660" y="191664"/>
                  </a:lnTo>
                  <a:lnTo>
                    <a:pt x="116542" y="182582"/>
                  </a:lnTo>
                  <a:lnTo>
                    <a:pt x="114300" y="171450"/>
                  </a:lnTo>
                  <a:lnTo>
                    <a:pt x="116542" y="160317"/>
                  </a:lnTo>
                  <a:lnTo>
                    <a:pt x="122660" y="151235"/>
                  </a:lnTo>
                  <a:lnTo>
                    <a:pt x="131742" y="145117"/>
                  </a:lnTo>
                  <a:lnTo>
                    <a:pt x="142875" y="142875"/>
                  </a:lnTo>
                  <a:lnTo>
                    <a:pt x="257175" y="142875"/>
                  </a:lnTo>
                  <a:lnTo>
                    <a:pt x="268307" y="145117"/>
                  </a:lnTo>
                  <a:lnTo>
                    <a:pt x="277389" y="151235"/>
                  </a:lnTo>
                  <a:lnTo>
                    <a:pt x="283507" y="160317"/>
                  </a:lnTo>
                  <a:lnTo>
                    <a:pt x="285750" y="171450"/>
                  </a:lnTo>
                  <a:lnTo>
                    <a:pt x="283507" y="182582"/>
                  </a:lnTo>
                  <a:lnTo>
                    <a:pt x="277389" y="191664"/>
                  </a:lnTo>
                  <a:lnTo>
                    <a:pt x="268307" y="197782"/>
                  </a:lnTo>
                  <a:lnTo>
                    <a:pt x="257175" y="200025"/>
                  </a:lnTo>
                  <a:close/>
                </a:path>
                <a:path w="457200" h="400050">
                  <a:moveTo>
                    <a:pt x="371475" y="285750"/>
                  </a:moveTo>
                  <a:lnTo>
                    <a:pt x="142875" y="285750"/>
                  </a:lnTo>
                  <a:lnTo>
                    <a:pt x="131742" y="283507"/>
                  </a:lnTo>
                  <a:lnTo>
                    <a:pt x="122660" y="277389"/>
                  </a:lnTo>
                  <a:lnTo>
                    <a:pt x="116542" y="268307"/>
                  </a:lnTo>
                  <a:lnTo>
                    <a:pt x="114300" y="257175"/>
                  </a:lnTo>
                  <a:lnTo>
                    <a:pt x="116542" y="246042"/>
                  </a:lnTo>
                  <a:lnTo>
                    <a:pt x="122660" y="236960"/>
                  </a:lnTo>
                  <a:lnTo>
                    <a:pt x="131742" y="230842"/>
                  </a:lnTo>
                  <a:lnTo>
                    <a:pt x="142875" y="228600"/>
                  </a:lnTo>
                  <a:lnTo>
                    <a:pt x="371475" y="228600"/>
                  </a:lnTo>
                  <a:lnTo>
                    <a:pt x="382607" y="230842"/>
                  </a:lnTo>
                  <a:lnTo>
                    <a:pt x="391689" y="236960"/>
                  </a:lnTo>
                  <a:lnTo>
                    <a:pt x="397807" y="246042"/>
                  </a:lnTo>
                  <a:lnTo>
                    <a:pt x="400050" y="257175"/>
                  </a:lnTo>
                  <a:lnTo>
                    <a:pt x="397807" y="268307"/>
                  </a:lnTo>
                  <a:lnTo>
                    <a:pt x="391689" y="277389"/>
                  </a:lnTo>
                  <a:lnTo>
                    <a:pt x="382607" y="283507"/>
                  </a:lnTo>
                  <a:lnTo>
                    <a:pt x="371475" y="285750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129788" y="6324666"/>
            <a:ext cx="7823834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300" spc="-45" dirty="0">
                <a:solidFill>
                  <a:srgbClr val="6A7280"/>
                </a:solidFill>
                <a:latin typeface="Montserrat"/>
                <a:cs typeface="Montserrat"/>
              </a:rPr>
              <a:t>Insert</a:t>
            </a:r>
            <a:r>
              <a:rPr sz="1300" spc="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relevant</a:t>
            </a:r>
            <a:r>
              <a:rPr sz="1300" spc="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6A7280"/>
                </a:solidFill>
                <a:latin typeface="Montserrat"/>
                <a:cs typeface="Montserrat"/>
              </a:rPr>
              <a:t>visualization: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6A7280"/>
                </a:solidFill>
                <a:latin typeface="Montserrat"/>
                <a:cs typeface="Montserrat"/>
              </a:rPr>
              <a:t>market</a:t>
            </a:r>
            <a:r>
              <a:rPr sz="1300" spc="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position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6A7280"/>
                </a:solidFill>
                <a:latin typeface="Montserrat"/>
                <a:cs typeface="Montserrat"/>
              </a:rPr>
              <a:t>chart,</a:t>
            </a:r>
            <a:r>
              <a:rPr sz="1300" spc="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competitive</a:t>
            </a:r>
            <a:r>
              <a:rPr sz="1300" spc="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quadrant,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6A7280"/>
                </a:solidFill>
                <a:latin typeface="Montserrat"/>
                <a:cs typeface="Montserrat"/>
              </a:rPr>
              <a:t>or</a:t>
            </a:r>
            <a:r>
              <a:rPr sz="1300" spc="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feature</a:t>
            </a:r>
            <a:r>
              <a:rPr sz="1300" spc="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comparison</a:t>
            </a:r>
            <a:r>
              <a:rPr sz="1300" spc="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graph</a:t>
            </a:r>
            <a:endParaRPr sz="1300" dirty="0">
              <a:latin typeface="Montserrat"/>
              <a:cs typeface="Montserra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15901" y="6448253"/>
            <a:ext cx="1331595" cy="14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>
              <a:latin typeface="Montserrat SemiBold"/>
              <a:cs typeface="Montserrat SemiBold"/>
            </a:endParaRPr>
          </a:p>
        </p:txBody>
      </p:sp>
      <p:sp>
        <p:nvSpPr>
          <p:cNvPr id="35" name="Slide Number Placeholder 14">
            <a:extLst>
              <a:ext uri="{FF2B5EF4-FFF2-40B4-BE49-F238E27FC236}">
                <a16:creationId xmlns:a16="http://schemas.microsoft.com/office/drawing/2014/main" id="{FC0E1809-FEC9-555A-B454-D6142A4BA9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 algn="ctr">
                <a:lnSpc>
                  <a:spcPts val="1160"/>
                </a:lnSpc>
              </a:pPr>
              <a:t>4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1067657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428640"/>
            <a:ext cx="9025890" cy="521938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210" dirty="0"/>
              <a:t>Cost</a:t>
            </a:r>
            <a:r>
              <a:rPr sz="3300" spc="-45" dirty="0"/>
              <a:t> </a:t>
            </a:r>
            <a:r>
              <a:rPr sz="3300" spc="-180" dirty="0"/>
              <a:t>Structure</a:t>
            </a:r>
            <a:r>
              <a:rPr sz="3300" spc="-45" dirty="0"/>
              <a:t> </a:t>
            </a:r>
            <a:r>
              <a:rPr sz="3300" spc="-204" dirty="0"/>
              <a:t>Template</a:t>
            </a:r>
            <a:endParaRPr sz="3300"/>
          </a:p>
        </p:txBody>
      </p:sp>
      <p:sp>
        <p:nvSpPr>
          <p:cNvPr id="4" name="object 4"/>
          <p:cNvSpPr txBox="1"/>
          <p:nvPr/>
        </p:nvSpPr>
        <p:spPr>
          <a:xfrm>
            <a:off x="596899" y="1431043"/>
            <a:ext cx="6223000" cy="761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00" spc="-114" dirty="0">
                <a:solidFill>
                  <a:srgbClr val="4A5467"/>
                </a:solidFill>
                <a:latin typeface="Montserrat Medium"/>
                <a:cs typeface="Montserrat Medium"/>
              </a:rPr>
              <a:t>Monthly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and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yearly</a:t>
            </a:r>
            <a:r>
              <a:rPr sz="1600" spc="-1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30" dirty="0">
                <a:solidFill>
                  <a:srgbClr val="4A5467"/>
                </a:solidFill>
                <a:latin typeface="Montserrat Medium"/>
                <a:cs typeface="Montserrat Medium"/>
              </a:rPr>
              <a:t>breakdown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of</a:t>
            </a:r>
            <a:r>
              <a:rPr sz="1600" spc="-1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0" dirty="0">
                <a:solidFill>
                  <a:srgbClr val="4A5467"/>
                </a:solidFill>
                <a:latin typeface="Montserrat Medium"/>
                <a:cs typeface="Montserrat Medium"/>
              </a:rPr>
              <a:t>operational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and</a:t>
            </a:r>
            <a:r>
              <a:rPr sz="1600" spc="-1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85" dirty="0">
                <a:solidFill>
                  <a:srgbClr val="4A5467"/>
                </a:solidFill>
                <a:latin typeface="Montserrat Medium"/>
                <a:cs typeface="Montserrat Medium"/>
              </a:rPr>
              <a:t>capital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50" dirty="0">
                <a:solidFill>
                  <a:srgbClr val="4A5467"/>
                </a:solidFill>
                <a:latin typeface="Montserrat Medium"/>
                <a:cs typeface="Montserrat Medium"/>
              </a:rPr>
              <a:t>expenses</a:t>
            </a:r>
            <a:endParaRPr sz="1600">
              <a:latin typeface="Montserrat Medium"/>
              <a:cs typeface="Montserrat Medium"/>
            </a:endParaRPr>
          </a:p>
          <a:p>
            <a:pPr marL="12700">
              <a:spcBef>
                <a:spcPts val="1755"/>
              </a:spcBef>
            </a:pPr>
            <a:r>
              <a:rPr sz="1750" b="1" spc="-120" dirty="0">
                <a:solidFill>
                  <a:srgbClr val="2A6BB0"/>
                </a:solidFill>
                <a:latin typeface="Montserrat SemiBold"/>
                <a:cs typeface="Montserrat SemiBold"/>
              </a:rPr>
              <a:t>Operational</a:t>
            </a:r>
            <a:r>
              <a:rPr sz="1750" b="1" spc="-1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750" b="1" spc="-135" dirty="0">
                <a:solidFill>
                  <a:srgbClr val="2A6BB0"/>
                </a:solidFill>
                <a:latin typeface="Montserrat SemiBold"/>
                <a:cs typeface="Montserrat SemiBold"/>
              </a:rPr>
              <a:t>Expenses</a:t>
            </a:r>
            <a:r>
              <a:rPr sz="1750" b="1" spc="-1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750" b="1" spc="-10" dirty="0">
                <a:solidFill>
                  <a:srgbClr val="2A6BB0"/>
                </a:solidFill>
                <a:latin typeface="Montserrat SemiBold"/>
                <a:cs typeface="Montserrat SemiBold"/>
              </a:rPr>
              <a:t>(Monthly)</a:t>
            </a:r>
            <a:endParaRPr sz="1750">
              <a:latin typeface="Montserrat SemiBold"/>
              <a:cs typeface="Montserrat SemiBold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574507"/>
              </p:ext>
            </p:extLst>
          </p:nvPr>
        </p:nvGraphicFramePr>
        <p:xfrm>
          <a:off x="609599" y="2305843"/>
          <a:ext cx="10974704" cy="3039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8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3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61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Category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47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500" b="1" spc="-114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Monthly</a:t>
                      </a:r>
                      <a:r>
                        <a:rPr sz="150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Cost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47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500" b="1" spc="-12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Annual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Cost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47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Notes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4775" marB="0">
                    <a:solidFill>
                      <a:srgbClr val="1A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350" b="1" spc="-8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Salaries</a:t>
                      </a:r>
                      <a:r>
                        <a:rPr sz="1350" b="1" spc="-3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&amp;</a:t>
                      </a:r>
                      <a:r>
                        <a:rPr sz="1350" b="1" spc="-3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Benefits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857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₹20000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7937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₹240000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7937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Core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6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team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of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employees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7937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4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Office/Workspace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₹10000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₹120000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Rent,</a:t>
                      </a:r>
                      <a:r>
                        <a:rPr sz="1400" spc="-1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8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utilities,</a:t>
                      </a:r>
                      <a:r>
                        <a:rPr sz="1400" spc="-1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maintenance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10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Software</a:t>
                      </a:r>
                      <a:r>
                        <a:rPr sz="1350" b="1" spc="-3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&amp;</a:t>
                      </a:r>
                      <a:r>
                        <a:rPr sz="1350" b="1" spc="-3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Subscriptions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₹30000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₹360000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4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Development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tools,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productivity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apps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10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Marketing</a:t>
                      </a:r>
                      <a:r>
                        <a:rPr sz="1350" b="1" spc="-4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&amp;</a:t>
                      </a:r>
                      <a:r>
                        <a:rPr sz="1350" b="1" spc="-3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Sales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₹20000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₹240000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Digital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advertising,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events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9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Professional</a:t>
                      </a:r>
                      <a:r>
                        <a:rPr sz="1350" b="1" spc="-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Services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₹15000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 smtClean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₹180000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Legal,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accounting,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consulting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Total</a:t>
                      </a:r>
                      <a:r>
                        <a:rPr sz="1400" b="1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Operating</a:t>
                      </a:r>
                      <a:r>
                        <a:rPr sz="1400" b="1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Expenses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b="1" spc="-10" dirty="0" smtClean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₹95000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b="1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b="1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XXX,XXX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Monthly</a:t>
                      </a:r>
                      <a:r>
                        <a:rPr sz="1400" b="1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burn</a:t>
                      </a:r>
                      <a:r>
                        <a:rPr sz="1400" b="1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rate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215901" y="6413283"/>
            <a:ext cx="133159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>
              <a:latin typeface="Montserrat SemiBold"/>
              <a:cs typeface="Montserrat SemiBold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AFE4575B-6F58-9EB2-122A-FD2BE9BE8C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5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7F3B-CB01-8B29-C5ED-089884ED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E4DBFF-6A88-9E43-5135-71B24169BCA4}"/>
              </a:ext>
            </a:extLst>
          </p:cNvPr>
          <p:cNvSpPr/>
          <p:nvPr/>
        </p:nvSpPr>
        <p:spPr>
          <a:xfrm>
            <a:off x="609599" y="677068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257490C-69C9-4CE3-F71C-7C59D101F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899" y="76200"/>
            <a:ext cx="9025890" cy="521938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210" dirty="0"/>
              <a:t>Cost</a:t>
            </a:r>
            <a:r>
              <a:rPr sz="3300" spc="-45" dirty="0"/>
              <a:t> </a:t>
            </a:r>
            <a:r>
              <a:rPr sz="3300" spc="-180" dirty="0"/>
              <a:t>Structure</a:t>
            </a:r>
            <a:r>
              <a:rPr sz="3300" spc="-45" dirty="0"/>
              <a:t> </a:t>
            </a:r>
            <a:r>
              <a:rPr sz="3300" spc="-204" dirty="0"/>
              <a:t>Template</a:t>
            </a:r>
            <a:r>
              <a:rPr lang="en-US" sz="3300" spc="-204" dirty="0"/>
              <a:t> (contd.)</a:t>
            </a:r>
            <a:endParaRPr sz="3300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95731E19-7420-5A15-9253-F5CA955A270A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776729"/>
          <a:ext cx="10972165" cy="1807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240">
                <a:tc gridSpan="3"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3443604" algn="l"/>
                          <a:tab pos="5638165" algn="l"/>
                        </a:tabLst>
                      </a:pPr>
                      <a:r>
                        <a:rPr sz="1350" b="1" spc="-10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Equipment</a:t>
                      </a:r>
                      <a:r>
                        <a:rPr sz="1350" b="1" spc="-3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&amp;</a:t>
                      </a:r>
                      <a:r>
                        <a:rPr sz="1350" b="1" spc="-3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Hardware</a:t>
                      </a:r>
                      <a:r>
                        <a:rPr sz="1350" b="1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	</a:t>
                      </a: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XX,XXX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400" spc="-1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3-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5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years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64769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ts val="1290"/>
                        </a:lnSpc>
                      </a:pPr>
                      <a:r>
                        <a:rPr sz="1400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Computers,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servers,</a:t>
                      </a:r>
                      <a:r>
                        <a:rPr sz="1400" spc="-1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specialized</a:t>
                      </a:r>
                      <a:endParaRPr sz="1400">
                        <a:latin typeface="Montserrat"/>
                        <a:cs typeface="Montserrat"/>
                      </a:endParaRPr>
                    </a:p>
                    <a:p>
                      <a:pPr marL="7810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equipment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0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10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Software</a:t>
                      </a:r>
                      <a:r>
                        <a:rPr sz="1350" b="1" spc="-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Licenses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23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X,XXX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594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1-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years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Enterprise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software,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development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tools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7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Initial</a:t>
                      </a:r>
                      <a:r>
                        <a:rPr sz="1350" b="1" spc="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Setup</a:t>
                      </a:r>
                      <a:r>
                        <a:rPr sz="1350" b="1" spc="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Costs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XX,XXX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94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N/A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spc="-1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Office</a:t>
                      </a:r>
                      <a:r>
                        <a:rPr sz="1400" spc="-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setup,</a:t>
                      </a:r>
                      <a:r>
                        <a:rPr sz="1400" spc="-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8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initial</a:t>
                      </a:r>
                      <a:r>
                        <a:rPr sz="1400" spc="-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inventory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Total</a:t>
                      </a:r>
                      <a:r>
                        <a:rPr sz="1400" b="1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Capital</a:t>
                      </a:r>
                      <a:r>
                        <a:rPr sz="1400" b="1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Expenses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239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US" sz="1400" b="1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b="1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XX,XXX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One-time</a:t>
                      </a:r>
                      <a:r>
                        <a:rPr sz="1400" b="1" spc="-1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investment</a:t>
                      </a:r>
                      <a:r>
                        <a:rPr sz="1400" b="1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needed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838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B14EBA98-28D1-38BD-C192-5F6613A238D8}"/>
              </a:ext>
            </a:extLst>
          </p:cNvPr>
          <p:cNvSpPr txBox="1"/>
          <p:nvPr/>
        </p:nvSpPr>
        <p:spPr>
          <a:xfrm>
            <a:off x="596899" y="752476"/>
            <a:ext cx="357886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750" b="1" spc="-120" dirty="0">
                <a:solidFill>
                  <a:srgbClr val="2A6BB0"/>
                </a:solidFill>
                <a:latin typeface="Montserrat SemiBold"/>
                <a:cs typeface="Montserrat SemiBold"/>
              </a:rPr>
              <a:t>Capital</a:t>
            </a:r>
            <a:r>
              <a:rPr sz="1750" b="1" spc="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750" b="1" spc="-135" dirty="0">
                <a:solidFill>
                  <a:srgbClr val="2A6BB0"/>
                </a:solidFill>
                <a:latin typeface="Montserrat SemiBold"/>
                <a:cs typeface="Montserrat SemiBold"/>
              </a:rPr>
              <a:t>Expenses</a:t>
            </a:r>
            <a:r>
              <a:rPr sz="1750" b="1" spc="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750" b="1" spc="-114" dirty="0">
                <a:solidFill>
                  <a:srgbClr val="2A6BB0"/>
                </a:solidFill>
                <a:latin typeface="Montserrat SemiBold"/>
                <a:cs typeface="Montserrat SemiBold"/>
              </a:rPr>
              <a:t>(One-</a:t>
            </a:r>
            <a:r>
              <a:rPr sz="1750" b="1" spc="-80" dirty="0">
                <a:solidFill>
                  <a:srgbClr val="2A6BB0"/>
                </a:solidFill>
                <a:latin typeface="Montserrat SemiBold"/>
                <a:cs typeface="Montserrat SemiBold"/>
              </a:rPr>
              <a:t>time/Initial)</a:t>
            </a:r>
            <a:endParaRPr sz="1750">
              <a:latin typeface="Montserrat SemiBold"/>
              <a:cs typeface="Montserrat SemiBold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1C6B9B3-25D4-0E1D-FF38-AFC91F684136}"/>
              </a:ext>
            </a:extLst>
          </p:cNvPr>
          <p:cNvSpPr txBox="1"/>
          <p:nvPr/>
        </p:nvSpPr>
        <p:spPr>
          <a:xfrm>
            <a:off x="609599" y="1171625"/>
            <a:ext cx="10972800" cy="336631"/>
          </a:xfrm>
          <a:prstGeom prst="rect">
            <a:avLst/>
          </a:prstGeom>
          <a:solidFill>
            <a:srgbClr val="1A365C"/>
          </a:solidFill>
        </p:spPr>
        <p:txBody>
          <a:bodyPr vert="horz" wrap="square" lIns="0" tIns="104775" rIns="0" bIns="0" rtlCol="0">
            <a:spAutoFit/>
          </a:bodyPr>
          <a:lstStyle/>
          <a:p>
            <a:pPr marL="152400">
              <a:spcBef>
                <a:spcPts val="825"/>
              </a:spcBef>
              <a:tabLst>
                <a:tab pos="3443604" algn="l"/>
                <a:tab pos="5638165" algn="l"/>
                <a:tab pos="7832725" algn="l"/>
              </a:tabLst>
            </a:pPr>
            <a:r>
              <a:rPr sz="1500" b="1" spc="-10" dirty="0">
                <a:solidFill>
                  <a:srgbClr val="FFFFFF"/>
                </a:solidFill>
                <a:latin typeface="Montserrat SemiBold"/>
                <a:cs typeface="Montserrat SemiBold"/>
              </a:rPr>
              <a:t>Category</a:t>
            </a:r>
            <a:r>
              <a:rPr sz="1500" b="1" dirty="0">
                <a:solidFill>
                  <a:srgbClr val="FFFFFF"/>
                </a:solidFill>
                <a:latin typeface="Montserrat SemiBold"/>
                <a:cs typeface="Montserrat SemiBold"/>
              </a:rPr>
              <a:t>	</a:t>
            </a:r>
            <a:r>
              <a:rPr sz="1500" b="1" spc="-20" dirty="0">
                <a:solidFill>
                  <a:srgbClr val="FFFFFF"/>
                </a:solidFill>
                <a:latin typeface="Montserrat SemiBold"/>
                <a:cs typeface="Montserrat SemiBold"/>
              </a:rPr>
              <a:t>Cost</a:t>
            </a:r>
            <a:r>
              <a:rPr sz="1500" b="1" dirty="0">
                <a:solidFill>
                  <a:srgbClr val="FFFFFF"/>
                </a:solidFill>
                <a:latin typeface="Montserrat SemiBold"/>
                <a:cs typeface="Montserrat SemiBold"/>
              </a:rPr>
              <a:t>	</a:t>
            </a:r>
            <a:r>
              <a:rPr sz="1500" b="1" spc="-114" dirty="0">
                <a:solidFill>
                  <a:srgbClr val="FFFFFF"/>
                </a:solidFill>
                <a:latin typeface="Montserrat SemiBold"/>
                <a:cs typeface="Montserrat SemiBold"/>
              </a:rPr>
              <a:t>Depreciation</a:t>
            </a:r>
            <a:r>
              <a:rPr sz="1500" b="1" spc="10" dirty="0">
                <a:solidFill>
                  <a:srgbClr val="FFFFFF"/>
                </a:solidFill>
                <a:latin typeface="Montserrat SemiBold"/>
                <a:cs typeface="Montserrat SemiBold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Montserrat SemiBold"/>
                <a:cs typeface="Montserrat SemiBold"/>
              </a:rPr>
              <a:t>Period</a:t>
            </a:r>
            <a:r>
              <a:rPr sz="1500" b="1" dirty="0">
                <a:solidFill>
                  <a:srgbClr val="FFFFFF"/>
                </a:solidFill>
                <a:latin typeface="Montserrat SemiBold"/>
                <a:cs typeface="Montserrat SemiBold"/>
              </a:rPr>
              <a:t>	</a:t>
            </a:r>
            <a:r>
              <a:rPr sz="1500" b="1" spc="-10" dirty="0">
                <a:solidFill>
                  <a:srgbClr val="FFFFFF"/>
                </a:solidFill>
                <a:latin typeface="Montserrat SemiBold"/>
                <a:cs typeface="Montserrat SemiBold"/>
              </a:rPr>
              <a:t>Notes</a:t>
            </a:r>
            <a:endParaRPr sz="1500">
              <a:latin typeface="Montserrat SemiBold"/>
              <a:cs typeface="Montserrat SemiBold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C4900703-5737-4450-4072-C971CB40B767}"/>
              </a:ext>
            </a:extLst>
          </p:cNvPr>
          <p:cNvGrpSpPr/>
          <p:nvPr/>
        </p:nvGrpSpPr>
        <p:grpSpPr>
          <a:xfrm>
            <a:off x="609599" y="3648076"/>
            <a:ext cx="5391150" cy="2981325"/>
            <a:chOff x="609599" y="8696324"/>
            <a:chExt cx="5391150" cy="298132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0578DFE4-18FF-2AE1-3909-59E41B5D51D4}"/>
                </a:ext>
              </a:extLst>
            </p:cNvPr>
            <p:cNvSpPr/>
            <p:nvPr/>
          </p:nvSpPr>
          <p:spPr>
            <a:xfrm>
              <a:off x="614362" y="8701086"/>
              <a:ext cx="5381625" cy="2971800"/>
            </a:xfrm>
            <a:custGeom>
              <a:avLst/>
              <a:gdLst/>
              <a:ahLst/>
              <a:cxnLst/>
              <a:rect l="l" t="t" r="r" b="b"/>
              <a:pathLst>
                <a:path w="5381625" h="2971800">
                  <a:moveTo>
                    <a:pt x="5314876" y="2971798"/>
                  </a:moveTo>
                  <a:lnTo>
                    <a:pt x="66746" y="2971798"/>
                  </a:lnTo>
                  <a:lnTo>
                    <a:pt x="62101" y="2971341"/>
                  </a:lnTo>
                  <a:lnTo>
                    <a:pt x="24240" y="2954192"/>
                  </a:lnTo>
                  <a:lnTo>
                    <a:pt x="2287" y="2918899"/>
                  </a:lnTo>
                  <a:lnTo>
                    <a:pt x="0" y="2905052"/>
                  </a:lnTo>
                  <a:lnTo>
                    <a:pt x="0" y="2900362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314876" y="0"/>
                  </a:lnTo>
                  <a:lnTo>
                    <a:pt x="5353775" y="14645"/>
                  </a:lnTo>
                  <a:lnTo>
                    <a:pt x="5377981" y="48431"/>
                  </a:lnTo>
                  <a:lnTo>
                    <a:pt x="5381624" y="66746"/>
                  </a:lnTo>
                  <a:lnTo>
                    <a:pt x="5381624" y="2905052"/>
                  </a:lnTo>
                  <a:lnTo>
                    <a:pt x="5366978" y="2943950"/>
                  </a:lnTo>
                  <a:lnTo>
                    <a:pt x="5333190" y="2968154"/>
                  </a:lnTo>
                  <a:lnTo>
                    <a:pt x="5319522" y="2971341"/>
                  </a:lnTo>
                  <a:lnTo>
                    <a:pt x="5314876" y="2971798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A55D61F-2C3F-9ACD-74C2-E4BD353C5633}"/>
                </a:ext>
              </a:extLst>
            </p:cNvPr>
            <p:cNvSpPr/>
            <p:nvPr/>
          </p:nvSpPr>
          <p:spPr>
            <a:xfrm>
              <a:off x="614362" y="8701086"/>
              <a:ext cx="5381625" cy="2971800"/>
            </a:xfrm>
            <a:custGeom>
              <a:avLst/>
              <a:gdLst/>
              <a:ahLst/>
              <a:cxnLst/>
              <a:rect l="l" t="t" r="r" b="b"/>
              <a:pathLst>
                <a:path w="5381625" h="2971800">
                  <a:moveTo>
                    <a:pt x="0" y="29003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7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310187" y="0"/>
                  </a:lnTo>
                  <a:lnTo>
                    <a:pt x="5314876" y="0"/>
                  </a:lnTo>
                  <a:lnTo>
                    <a:pt x="5319522" y="457"/>
                  </a:lnTo>
                  <a:lnTo>
                    <a:pt x="5324122" y="1372"/>
                  </a:lnTo>
                  <a:lnTo>
                    <a:pt x="5328723" y="2287"/>
                  </a:lnTo>
                  <a:lnTo>
                    <a:pt x="5360700" y="20923"/>
                  </a:lnTo>
                  <a:lnTo>
                    <a:pt x="5364017" y="24239"/>
                  </a:lnTo>
                  <a:lnTo>
                    <a:pt x="5376186" y="44098"/>
                  </a:lnTo>
                  <a:lnTo>
                    <a:pt x="5377981" y="48431"/>
                  </a:lnTo>
                  <a:lnTo>
                    <a:pt x="5381624" y="71437"/>
                  </a:lnTo>
                  <a:lnTo>
                    <a:pt x="5381624" y="2900362"/>
                  </a:lnTo>
                  <a:lnTo>
                    <a:pt x="5369585" y="2940049"/>
                  </a:lnTo>
                  <a:lnTo>
                    <a:pt x="5366978" y="2943950"/>
                  </a:lnTo>
                  <a:lnTo>
                    <a:pt x="5364017" y="2947558"/>
                  </a:lnTo>
                  <a:lnTo>
                    <a:pt x="5360700" y="2950875"/>
                  </a:lnTo>
                  <a:lnTo>
                    <a:pt x="5357384" y="2954192"/>
                  </a:lnTo>
                  <a:lnTo>
                    <a:pt x="5337524" y="2966359"/>
                  </a:lnTo>
                  <a:lnTo>
                    <a:pt x="5333190" y="2968154"/>
                  </a:lnTo>
                  <a:lnTo>
                    <a:pt x="5310187" y="2971799"/>
                  </a:lnTo>
                  <a:lnTo>
                    <a:pt x="71437" y="2971799"/>
                  </a:lnTo>
                  <a:lnTo>
                    <a:pt x="44099" y="2966359"/>
                  </a:lnTo>
                  <a:lnTo>
                    <a:pt x="39765" y="2964565"/>
                  </a:lnTo>
                  <a:lnTo>
                    <a:pt x="20923" y="2950875"/>
                  </a:lnTo>
                  <a:lnTo>
                    <a:pt x="17606" y="2947558"/>
                  </a:lnTo>
                  <a:lnTo>
                    <a:pt x="14645" y="2943950"/>
                  </a:lnTo>
                  <a:lnTo>
                    <a:pt x="12039" y="2940049"/>
                  </a:lnTo>
                  <a:lnTo>
                    <a:pt x="9433" y="2936149"/>
                  </a:lnTo>
                  <a:lnTo>
                    <a:pt x="0" y="2905052"/>
                  </a:lnTo>
                  <a:lnTo>
                    <a:pt x="0" y="29003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864C407A-B2CC-6F17-B223-530B30765541}"/>
              </a:ext>
            </a:extLst>
          </p:cNvPr>
          <p:cNvSpPr txBox="1"/>
          <p:nvPr/>
        </p:nvSpPr>
        <p:spPr>
          <a:xfrm>
            <a:off x="1854944" y="3777964"/>
            <a:ext cx="290068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b="1" spc="-114" dirty="0">
                <a:solidFill>
                  <a:srgbClr val="1A365C"/>
                </a:solidFill>
                <a:latin typeface="Montserrat SemiBold"/>
                <a:cs typeface="Montserrat SemiBold"/>
              </a:rPr>
              <a:t>Operational</a:t>
            </a:r>
            <a:r>
              <a:rPr sz="1500" b="1" spc="-35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500" b="1" spc="-125" dirty="0">
                <a:solidFill>
                  <a:srgbClr val="1A365C"/>
                </a:solidFill>
                <a:latin typeface="Montserrat SemiBold"/>
                <a:cs typeface="Montserrat SemiBold"/>
              </a:rPr>
              <a:t>Expense</a:t>
            </a:r>
            <a:r>
              <a:rPr sz="1500" b="1" spc="-4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500" b="1" spc="-85" dirty="0">
                <a:solidFill>
                  <a:srgbClr val="1A365C"/>
                </a:solidFill>
                <a:latin typeface="Montserrat SemiBold"/>
                <a:cs typeface="Montserrat SemiBold"/>
              </a:rPr>
              <a:t>Distribution</a:t>
            </a:r>
            <a:endParaRPr sz="1500">
              <a:latin typeface="Montserrat SemiBold"/>
              <a:cs typeface="Montserrat SemiBold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8C30FBFE-F161-E23C-D128-81C6C724B8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1" y="4191002"/>
            <a:ext cx="5086349" cy="2285999"/>
          </a:xfrm>
          <a:prstGeom prst="rect">
            <a:avLst/>
          </a:prstGeom>
        </p:spPr>
      </p:pic>
      <p:grpSp>
        <p:nvGrpSpPr>
          <p:cNvPr id="14" name="object 14">
            <a:extLst>
              <a:ext uri="{FF2B5EF4-FFF2-40B4-BE49-F238E27FC236}">
                <a16:creationId xmlns:a16="http://schemas.microsoft.com/office/drawing/2014/main" id="{01B4E19A-D224-EB12-FDD8-0A16745FCFE4}"/>
              </a:ext>
            </a:extLst>
          </p:cNvPr>
          <p:cNvGrpSpPr/>
          <p:nvPr/>
        </p:nvGrpSpPr>
        <p:grpSpPr>
          <a:xfrm>
            <a:off x="6191248" y="3648076"/>
            <a:ext cx="5391150" cy="2981325"/>
            <a:chOff x="6191248" y="8696324"/>
            <a:chExt cx="5391150" cy="2981325"/>
          </a:xfrm>
        </p:grpSpPr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3E6254C-CEC8-48F0-D592-C85160DFB7E0}"/>
                </a:ext>
              </a:extLst>
            </p:cNvPr>
            <p:cNvSpPr/>
            <p:nvPr/>
          </p:nvSpPr>
          <p:spPr>
            <a:xfrm>
              <a:off x="6196011" y="8701086"/>
              <a:ext cx="5381625" cy="2971800"/>
            </a:xfrm>
            <a:custGeom>
              <a:avLst/>
              <a:gdLst/>
              <a:ahLst/>
              <a:cxnLst/>
              <a:rect l="l" t="t" r="r" b="b"/>
              <a:pathLst>
                <a:path w="5381625" h="2971800">
                  <a:moveTo>
                    <a:pt x="5314878" y="2971798"/>
                  </a:moveTo>
                  <a:lnTo>
                    <a:pt x="66747" y="2971798"/>
                  </a:lnTo>
                  <a:lnTo>
                    <a:pt x="62100" y="2971341"/>
                  </a:lnTo>
                  <a:lnTo>
                    <a:pt x="24239" y="2954192"/>
                  </a:lnTo>
                  <a:lnTo>
                    <a:pt x="2287" y="2918899"/>
                  </a:lnTo>
                  <a:lnTo>
                    <a:pt x="0" y="2905052"/>
                  </a:lnTo>
                  <a:lnTo>
                    <a:pt x="0" y="2900362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5314878" y="0"/>
                  </a:lnTo>
                  <a:lnTo>
                    <a:pt x="5353774" y="14645"/>
                  </a:lnTo>
                  <a:lnTo>
                    <a:pt x="5377980" y="48431"/>
                  </a:lnTo>
                  <a:lnTo>
                    <a:pt x="5381625" y="66746"/>
                  </a:lnTo>
                  <a:lnTo>
                    <a:pt x="5381625" y="2905052"/>
                  </a:lnTo>
                  <a:lnTo>
                    <a:pt x="5366978" y="2943950"/>
                  </a:lnTo>
                  <a:lnTo>
                    <a:pt x="5333192" y="2968154"/>
                  </a:lnTo>
                  <a:lnTo>
                    <a:pt x="5319523" y="2971341"/>
                  </a:lnTo>
                  <a:lnTo>
                    <a:pt x="5314878" y="2971798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F86579F9-8B54-FDC9-F0FD-BB04DCA53C19}"/>
                </a:ext>
              </a:extLst>
            </p:cNvPr>
            <p:cNvSpPr/>
            <p:nvPr/>
          </p:nvSpPr>
          <p:spPr>
            <a:xfrm>
              <a:off x="6196011" y="8701086"/>
              <a:ext cx="5381625" cy="2971800"/>
            </a:xfrm>
            <a:custGeom>
              <a:avLst/>
              <a:gdLst/>
              <a:ahLst/>
              <a:cxnLst/>
              <a:rect l="l" t="t" r="r" b="b"/>
              <a:pathLst>
                <a:path w="5381625" h="2971800">
                  <a:moveTo>
                    <a:pt x="0" y="29003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2" y="35647"/>
                  </a:lnTo>
                  <a:lnTo>
                    <a:pt x="12038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5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39764" y="7231"/>
                  </a:lnTo>
                  <a:lnTo>
                    <a:pt x="44099" y="5436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310187" y="0"/>
                  </a:lnTo>
                  <a:lnTo>
                    <a:pt x="5314878" y="0"/>
                  </a:lnTo>
                  <a:lnTo>
                    <a:pt x="5319523" y="457"/>
                  </a:lnTo>
                  <a:lnTo>
                    <a:pt x="5324123" y="1372"/>
                  </a:lnTo>
                  <a:lnTo>
                    <a:pt x="5328724" y="2287"/>
                  </a:lnTo>
                  <a:lnTo>
                    <a:pt x="5333192" y="3642"/>
                  </a:lnTo>
                  <a:lnTo>
                    <a:pt x="5366978" y="27847"/>
                  </a:lnTo>
                  <a:lnTo>
                    <a:pt x="5369584" y="31748"/>
                  </a:lnTo>
                  <a:lnTo>
                    <a:pt x="5372189" y="35647"/>
                  </a:lnTo>
                  <a:lnTo>
                    <a:pt x="5374390" y="39764"/>
                  </a:lnTo>
                  <a:lnTo>
                    <a:pt x="5376184" y="44098"/>
                  </a:lnTo>
                  <a:lnTo>
                    <a:pt x="5377980" y="48431"/>
                  </a:lnTo>
                  <a:lnTo>
                    <a:pt x="5379335" y="52899"/>
                  </a:lnTo>
                  <a:lnTo>
                    <a:pt x="5380251" y="57499"/>
                  </a:lnTo>
                  <a:lnTo>
                    <a:pt x="5381166" y="62100"/>
                  </a:lnTo>
                  <a:lnTo>
                    <a:pt x="5381625" y="66746"/>
                  </a:lnTo>
                  <a:lnTo>
                    <a:pt x="5381625" y="71437"/>
                  </a:lnTo>
                  <a:lnTo>
                    <a:pt x="5381625" y="2900362"/>
                  </a:lnTo>
                  <a:lnTo>
                    <a:pt x="5381625" y="2905052"/>
                  </a:lnTo>
                  <a:lnTo>
                    <a:pt x="5381166" y="2909697"/>
                  </a:lnTo>
                  <a:lnTo>
                    <a:pt x="5380251" y="2914298"/>
                  </a:lnTo>
                  <a:lnTo>
                    <a:pt x="5379335" y="2918899"/>
                  </a:lnTo>
                  <a:lnTo>
                    <a:pt x="5377980" y="2923366"/>
                  </a:lnTo>
                  <a:lnTo>
                    <a:pt x="5376184" y="2927700"/>
                  </a:lnTo>
                  <a:lnTo>
                    <a:pt x="5374390" y="2932033"/>
                  </a:lnTo>
                  <a:lnTo>
                    <a:pt x="5372189" y="2936149"/>
                  </a:lnTo>
                  <a:lnTo>
                    <a:pt x="5369584" y="2940049"/>
                  </a:lnTo>
                  <a:lnTo>
                    <a:pt x="5366978" y="2943950"/>
                  </a:lnTo>
                  <a:lnTo>
                    <a:pt x="5337525" y="2966359"/>
                  </a:lnTo>
                  <a:lnTo>
                    <a:pt x="5333192" y="2968154"/>
                  </a:lnTo>
                  <a:lnTo>
                    <a:pt x="5310187" y="2971799"/>
                  </a:lnTo>
                  <a:lnTo>
                    <a:pt x="71438" y="2971799"/>
                  </a:lnTo>
                  <a:lnTo>
                    <a:pt x="44099" y="2966359"/>
                  </a:lnTo>
                  <a:lnTo>
                    <a:pt x="39764" y="2964565"/>
                  </a:lnTo>
                  <a:lnTo>
                    <a:pt x="35648" y="2962364"/>
                  </a:lnTo>
                  <a:lnTo>
                    <a:pt x="31748" y="2959758"/>
                  </a:lnTo>
                  <a:lnTo>
                    <a:pt x="27848" y="2957152"/>
                  </a:lnTo>
                  <a:lnTo>
                    <a:pt x="12038" y="2940049"/>
                  </a:lnTo>
                  <a:lnTo>
                    <a:pt x="9432" y="2936149"/>
                  </a:lnTo>
                  <a:lnTo>
                    <a:pt x="7232" y="2932033"/>
                  </a:lnTo>
                  <a:lnTo>
                    <a:pt x="5437" y="2927700"/>
                  </a:lnTo>
                  <a:lnTo>
                    <a:pt x="3642" y="2923366"/>
                  </a:lnTo>
                  <a:lnTo>
                    <a:pt x="2287" y="2918899"/>
                  </a:lnTo>
                  <a:lnTo>
                    <a:pt x="1372" y="2914298"/>
                  </a:lnTo>
                  <a:lnTo>
                    <a:pt x="457" y="2909697"/>
                  </a:lnTo>
                  <a:lnTo>
                    <a:pt x="0" y="2905052"/>
                  </a:lnTo>
                  <a:lnTo>
                    <a:pt x="0" y="29003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FD5D9178-814A-DCD9-F446-43A060DE31F5}"/>
              </a:ext>
            </a:extLst>
          </p:cNvPr>
          <p:cNvSpPr txBox="1"/>
          <p:nvPr/>
        </p:nvSpPr>
        <p:spPr>
          <a:xfrm>
            <a:off x="7582594" y="3777964"/>
            <a:ext cx="260858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b="1" spc="-114" dirty="0">
                <a:solidFill>
                  <a:srgbClr val="1A365C"/>
                </a:solidFill>
                <a:latin typeface="Montserrat SemiBold"/>
                <a:cs typeface="Montserrat SemiBold"/>
              </a:rPr>
              <a:t>Capital</a:t>
            </a:r>
            <a:r>
              <a:rPr sz="1500" b="1" spc="-15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500" b="1" spc="-95" dirty="0">
                <a:solidFill>
                  <a:srgbClr val="1A365C"/>
                </a:solidFill>
                <a:latin typeface="Montserrat SemiBold"/>
                <a:cs typeface="Montserrat SemiBold"/>
              </a:rPr>
              <a:t>vs.</a:t>
            </a:r>
            <a:r>
              <a:rPr sz="1500" b="1" spc="-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500" b="1" spc="-114" dirty="0">
                <a:solidFill>
                  <a:srgbClr val="1A365C"/>
                </a:solidFill>
                <a:latin typeface="Montserrat SemiBold"/>
                <a:cs typeface="Montserrat SemiBold"/>
              </a:rPr>
              <a:t>Operational</a:t>
            </a:r>
            <a:r>
              <a:rPr sz="1500" b="1" spc="-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500" b="1" spc="-130" dirty="0">
                <a:solidFill>
                  <a:srgbClr val="1A365C"/>
                </a:solidFill>
                <a:latin typeface="Montserrat SemiBold"/>
                <a:cs typeface="Montserrat SemiBold"/>
              </a:rPr>
              <a:t>(Year</a:t>
            </a:r>
            <a:r>
              <a:rPr sz="1500" b="1" spc="-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500" b="1" spc="-25" dirty="0">
                <a:solidFill>
                  <a:srgbClr val="1A365C"/>
                </a:solidFill>
                <a:latin typeface="Montserrat SemiBold"/>
                <a:cs typeface="Montserrat SemiBold"/>
              </a:rPr>
              <a:t>1)</a:t>
            </a:r>
            <a:endParaRPr sz="1500">
              <a:latin typeface="Montserrat SemiBold"/>
              <a:cs typeface="Montserrat SemiBold"/>
            </a:endParaRPr>
          </a:p>
        </p:txBody>
      </p:sp>
      <p:pic>
        <p:nvPicPr>
          <p:cNvPr id="19" name="object 19">
            <a:extLst>
              <a:ext uri="{FF2B5EF4-FFF2-40B4-BE49-F238E27FC236}">
                <a16:creationId xmlns:a16="http://schemas.microsoft.com/office/drawing/2014/main" id="{707E4ACD-5DEB-5740-C576-C697E55D8F5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4106" y="3787331"/>
            <a:ext cx="5086349" cy="2285999"/>
          </a:xfrm>
          <a:prstGeom prst="rect">
            <a:avLst/>
          </a:prstGeom>
        </p:spPr>
      </p:pic>
      <p:sp>
        <p:nvSpPr>
          <p:cNvPr id="24" name="object 24">
            <a:extLst>
              <a:ext uri="{FF2B5EF4-FFF2-40B4-BE49-F238E27FC236}">
                <a16:creationId xmlns:a16="http://schemas.microsoft.com/office/drawing/2014/main" id="{A8D6DCEC-F99B-4C2B-7641-0FA7FD02B521}"/>
              </a:ext>
            </a:extLst>
          </p:cNvPr>
          <p:cNvSpPr txBox="1"/>
          <p:nvPr/>
        </p:nvSpPr>
        <p:spPr>
          <a:xfrm>
            <a:off x="215901" y="6553200"/>
            <a:ext cx="133159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 dirty="0">
              <a:latin typeface="Montserrat SemiBold"/>
              <a:cs typeface="Montserrat SemiBold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0D3FDE8-4075-AFFF-48E1-B9C660C40BEF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42E70354-0F4A-8EF7-89FA-C0464A2709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6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931528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991457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340580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250" dirty="0"/>
              <a:t>Financial</a:t>
            </a:r>
            <a:r>
              <a:rPr sz="3450" spc="-90" dirty="0"/>
              <a:t> </a:t>
            </a:r>
            <a:r>
              <a:rPr sz="3450" spc="-270" dirty="0"/>
              <a:t>Projections</a:t>
            </a:r>
            <a:endParaRPr sz="3450"/>
          </a:p>
        </p:txBody>
      </p:sp>
      <p:sp>
        <p:nvSpPr>
          <p:cNvPr id="4" name="object 4"/>
          <p:cNvSpPr txBox="1"/>
          <p:nvPr/>
        </p:nvSpPr>
        <p:spPr>
          <a:xfrm>
            <a:off x="596899" y="1431042"/>
            <a:ext cx="9502140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Projected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85" dirty="0">
                <a:solidFill>
                  <a:srgbClr val="4A5467"/>
                </a:solidFill>
                <a:latin typeface="Montserrat Medium"/>
                <a:cs typeface="Montserrat Medium"/>
              </a:rPr>
              <a:t>financial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performance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over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the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next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5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years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with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4" dirty="0">
                <a:solidFill>
                  <a:srgbClr val="4A5467"/>
                </a:solidFill>
                <a:latin typeface="Montserrat Medium"/>
                <a:cs typeface="Montserrat Medium"/>
              </a:rPr>
              <a:t>key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5" dirty="0">
                <a:solidFill>
                  <a:srgbClr val="4A5467"/>
                </a:solidFill>
                <a:latin typeface="Montserrat Medium"/>
                <a:cs typeface="Montserrat Medium"/>
              </a:rPr>
              <a:t>revenue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metrics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and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growth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Montserrat Medium"/>
                <a:cs typeface="Montserrat Medium"/>
              </a:rPr>
              <a:t>indicators.</a:t>
            </a:r>
            <a:endParaRPr sz="1600">
              <a:latin typeface="Montserrat Medium"/>
              <a:cs typeface="Montserrat Mediu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9600" y="1828800"/>
            <a:ext cx="2524125" cy="1200150"/>
            <a:chOff x="609599" y="2066924"/>
            <a:chExt cx="2524125" cy="1200150"/>
          </a:xfrm>
        </p:grpSpPr>
        <p:sp>
          <p:nvSpPr>
            <p:cNvPr id="6" name="object 6"/>
            <p:cNvSpPr/>
            <p:nvPr/>
          </p:nvSpPr>
          <p:spPr>
            <a:xfrm>
              <a:off x="628649" y="2066924"/>
              <a:ext cx="2505075" cy="1200150"/>
            </a:xfrm>
            <a:custGeom>
              <a:avLst/>
              <a:gdLst/>
              <a:ahLst/>
              <a:cxnLst/>
              <a:rect l="l" t="t" r="r" b="b"/>
              <a:pathLst>
                <a:path w="2505075" h="1200150">
                  <a:moveTo>
                    <a:pt x="2433878" y="1200149"/>
                  </a:moveTo>
                  <a:lnTo>
                    <a:pt x="53397" y="1200149"/>
                  </a:lnTo>
                  <a:lnTo>
                    <a:pt x="49680" y="1199661"/>
                  </a:lnTo>
                  <a:lnTo>
                    <a:pt x="14085" y="1174293"/>
                  </a:lnTo>
                  <a:lnTo>
                    <a:pt x="366" y="1133908"/>
                  </a:lnTo>
                  <a:lnTo>
                    <a:pt x="0" y="1128953"/>
                  </a:lnTo>
                  <a:lnTo>
                    <a:pt x="0" y="112394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2433878" y="0"/>
                  </a:lnTo>
                  <a:lnTo>
                    <a:pt x="2475369" y="15621"/>
                  </a:lnTo>
                  <a:lnTo>
                    <a:pt x="2501188" y="51661"/>
                  </a:lnTo>
                  <a:lnTo>
                    <a:pt x="2505074" y="71196"/>
                  </a:lnTo>
                  <a:lnTo>
                    <a:pt x="2505074" y="1128953"/>
                  </a:lnTo>
                  <a:lnTo>
                    <a:pt x="2489452" y="1170444"/>
                  </a:lnTo>
                  <a:lnTo>
                    <a:pt x="2453412" y="1196263"/>
                  </a:lnTo>
                  <a:lnTo>
                    <a:pt x="2438833" y="1199661"/>
                  </a:lnTo>
                  <a:lnTo>
                    <a:pt x="2433878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99" y="2067202"/>
              <a:ext cx="70485" cy="1200150"/>
            </a:xfrm>
            <a:custGeom>
              <a:avLst/>
              <a:gdLst/>
              <a:ahLst/>
              <a:cxnLst/>
              <a:rect l="l" t="t" r="r" b="b"/>
              <a:pathLst>
                <a:path w="70484" h="1200150">
                  <a:moveTo>
                    <a:pt x="70450" y="1199594"/>
                  </a:moveTo>
                  <a:lnTo>
                    <a:pt x="33857" y="1187041"/>
                  </a:lnTo>
                  <a:lnTo>
                    <a:pt x="5800" y="1152832"/>
                  </a:lnTo>
                  <a:lnTo>
                    <a:pt x="0" y="112367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123672"/>
                  </a:lnTo>
                  <a:lnTo>
                    <a:pt x="44514" y="1166014"/>
                  </a:lnTo>
                  <a:lnTo>
                    <a:pt x="66287" y="1197938"/>
                  </a:lnTo>
                  <a:lnTo>
                    <a:pt x="70450" y="1199594"/>
                  </a:lnTo>
                  <a:close/>
                </a:path>
              </a:pathLst>
            </a:custGeom>
            <a:solidFill>
              <a:srgbClr val="2A6B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7400" y="1960042"/>
            <a:ext cx="1518285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spc="-90" dirty="0">
                <a:solidFill>
                  <a:srgbClr val="708095"/>
                </a:solidFill>
                <a:latin typeface="Montserrat"/>
                <a:cs typeface="Montserrat"/>
              </a:rPr>
              <a:t>5-</a:t>
            </a:r>
            <a:r>
              <a:rPr sz="1200" spc="-105" dirty="0">
                <a:solidFill>
                  <a:srgbClr val="708095"/>
                </a:solidFill>
                <a:latin typeface="Montserrat"/>
                <a:cs typeface="Montserrat"/>
              </a:rPr>
              <a:t>Year</a:t>
            </a:r>
            <a:r>
              <a:rPr sz="1200" spc="2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200" spc="-100" dirty="0">
                <a:solidFill>
                  <a:srgbClr val="708095"/>
                </a:solidFill>
                <a:latin typeface="Montserrat"/>
                <a:cs typeface="Montserrat"/>
              </a:rPr>
              <a:t>Revenue</a:t>
            </a:r>
            <a:r>
              <a:rPr sz="1200" spc="3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200" spc="-60" dirty="0">
                <a:solidFill>
                  <a:srgbClr val="708095"/>
                </a:solidFill>
                <a:latin typeface="Montserrat"/>
                <a:cs typeface="Montserrat"/>
              </a:rPr>
              <a:t>CAGR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9" y="2218301"/>
            <a:ext cx="61976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300" b="1" spc="-85" dirty="0">
                <a:solidFill>
                  <a:srgbClr val="1A365C"/>
                </a:solidFill>
                <a:latin typeface="Montserrat"/>
                <a:cs typeface="Montserrat"/>
              </a:rPr>
              <a:t>42%</a:t>
            </a:r>
            <a:endParaRPr sz="2300">
              <a:latin typeface="Montserrat"/>
              <a:cs typeface="Montserra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244" y="2703379"/>
            <a:ext cx="104402" cy="12063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024" y="2650604"/>
            <a:ext cx="1228725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200" b="1" spc="-75" dirty="0">
                <a:solidFill>
                  <a:srgbClr val="2E8559"/>
                </a:solidFill>
                <a:latin typeface="Montserrat SemiBold"/>
                <a:cs typeface="Montserrat SemiBold"/>
              </a:rPr>
              <a:t>Industry</a:t>
            </a:r>
            <a:r>
              <a:rPr sz="1200" b="1" spc="-10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85" dirty="0">
                <a:solidFill>
                  <a:srgbClr val="2E8559"/>
                </a:solidFill>
                <a:latin typeface="Montserrat SemiBold"/>
                <a:cs typeface="Montserrat SemiBold"/>
              </a:rPr>
              <a:t>avg:</a:t>
            </a:r>
            <a:r>
              <a:rPr sz="1200" b="1" spc="-5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30" dirty="0">
                <a:solidFill>
                  <a:srgbClr val="2E8559"/>
                </a:solidFill>
                <a:latin typeface="Montserrat SemiBold"/>
                <a:cs typeface="Montserrat SemiBold"/>
              </a:rPr>
              <a:t>15%</a:t>
            </a:r>
            <a:endParaRPr sz="1200">
              <a:latin typeface="Montserrat SemiBold"/>
              <a:cs typeface="Montserrat SemiBold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29000" y="1828800"/>
            <a:ext cx="2524125" cy="1200150"/>
            <a:chOff x="3428999" y="2066924"/>
            <a:chExt cx="2524125" cy="1200150"/>
          </a:xfrm>
        </p:grpSpPr>
        <p:sp>
          <p:nvSpPr>
            <p:cNvPr id="13" name="object 13"/>
            <p:cNvSpPr/>
            <p:nvPr/>
          </p:nvSpPr>
          <p:spPr>
            <a:xfrm>
              <a:off x="3448049" y="2066924"/>
              <a:ext cx="2505075" cy="1200150"/>
            </a:xfrm>
            <a:custGeom>
              <a:avLst/>
              <a:gdLst/>
              <a:ahLst/>
              <a:cxnLst/>
              <a:rect l="l" t="t" r="r" b="b"/>
              <a:pathLst>
                <a:path w="2505075" h="1200150">
                  <a:moveTo>
                    <a:pt x="2433878" y="1200149"/>
                  </a:moveTo>
                  <a:lnTo>
                    <a:pt x="53397" y="1200149"/>
                  </a:lnTo>
                  <a:lnTo>
                    <a:pt x="49680" y="1199661"/>
                  </a:lnTo>
                  <a:lnTo>
                    <a:pt x="14085" y="1174293"/>
                  </a:lnTo>
                  <a:lnTo>
                    <a:pt x="365" y="1133908"/>
                  </a:lnTo>
                  <a:lnTo>
                    <a:pt x="0" y="1128953"/>
                  </a:lnTo>
                  <a:lnTo>
                    <a:pt x="0" y="112394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2433878" y="0"/>
                  </a:lnTo>
                  <a:lnTo>
                    <a:pt x="2475369" y="15621"/>
                  </a:lnTo>
                  <a:lnTo>
                    <a:pt x="2501189" y="51661"/>
                  </a:lnTo>
                  <a:lnTo>
                    <a:pt x="2505075" y="71196"/>
                  </a:lnTo>
                  <a:lnTo>
                    <a:pt x="2505075" y="1128953"/>
                  </a:lnTo>
                  <a:lnTo>
                    <a:pt x="2489452" y="1170444"/>
                  </a:lnTo>
                  <a:lnTo>
                    <a:pt x="2453412" y="1196263"/>
                  </a:lnTo>
                  <a:lnTo>
                    <a:pt x="2438833" y="1199661"/>
                  </a:lnTo>
                  <a:lnTo>
                    <a:pt x="2433878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28999" y="2067202"/>
              <a:ext cx="70485" cy="1200150"/>
            </a:xfrm>
            <a:custGeom>
              <a:avLst/>
              <a:gdLst/>
              <a:ahLst/>
              <a:cxnLst/>
              <a:rect l="l" t="t" r="r" b="b"/>
              <a:pathLst>
                <a:path w="70485" h="1200150">
                  <a:moveTo>
                    <a:pt x="70449" y="1199594"/>
                  </a:moveTo>
                  <a:lnTo>
                    <a:pt x="33857" y="1187041"/>
                  </a:lnTo>
                  <a:lnTo>
                    <a:pt x="5800" y="1152832"/>
                  </a:lnTo>
                  <a:lnTo>
                    <a:pt x="0" y="112367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123672"/>
                  </a:lnTo>
                  <a:lnTo>
                    <a:pt x="44515" y="1166014"/>
                  </a:lnTo>
                  <a:lnTo>
                    <a:pt x="66287" y="1197938"/>
                  </a:lnTo>
                  <a:lnTo>
                    <a:pt x="70449" y="1199594"/>
                  </a:lnTo>
                  <a:close/>
                </a:path>
              </a:pathLst>
            </a:custGeom>
            <a:solidFill>
              <a:srgbClr val="2A6B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03674" y="1960042"/>
            <a:ext cx="1510030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spc="-80" dirty="0">
                <a:solidFill>
                  <a:srgbClr val="708095"/>
                </a:solidFill>
                <a:latin typeface="Montserrat"/>
                <a:cs typeface="Montserrat"/>
              </a:rPr>
              <a:t>Projected</a:t>
            </a:r>
            <a:r>
              <a:rPr sz="1200" spc="3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200" spc="-90" dirty="0">
                <a:solidFill>
                  <a:srgbClr val="708095"/>
                </a:solidFill>
                <a:latin typeface="Montserrat"/>
                <a:cs typeface="Montserrat"/>
              </a:rPr>
              <a:t>Break-</a:t>
            </a:r>
            <a:r>
              <a:rPr sz="1200" spc="-50" dirty="0">
                <a:solidFill>
                  <a:srgbClr val="708095"/>
                </a:solidFill>
                <a:latin typeface="Montserrat"/>
                <a:cs typeface="Montserrat"/>
              </a:rPr>
              <a:t>Even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3675" y="2218301"/>
            <a:ext cx="89090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300" b="1" spc="-130" dirty="0">
                <a:solidFill>
                  <a:srgbClr val="1A365C"/>
                </a:solidFill>
                <a:latin typeface="Montserrat"/>
                <a:cs typeface="Montserrat"/>
              </a:rPr>
              <a:t>Year</a:t>
            </a:r>
            <a:r>
              <a:rPr sz="2300" b="1" spc="-30" dirty="0">
                <a:solidFill>
                  <a:srgbClr val="1A365C"/>
                </a:solidFill>
                <a:latin typeface="Montserrat"/>
                <a:cs typeface="Montserrat"/>
              </a:rPr>
              <a:t> </a:t>
            </a:r>
            <a:r>
              <a:rPr sz="2300" b="1" spc="-60" dirty="0">
                <a:solidFill>
                  <a:srgbClr val="1A365C"/>
                </a:solidFill>
                <a:latin typeface="Montserrat"/>
                <a:cs typeface="Montserrat"/>
              </a:rPr>
              <a:t>3</a:t>
            </a:r>
            <a:endParaRPr sz="2300">
              <a:latin typeface="Montserrat"/>
              <a:cs typeface="Montserra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0" y="2695575"/>
            <a:ext cx="137070" cy="13707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16677" y="2650604"/>
            <a:ext cx="570865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200" b="1" spc="-95" dirty="0">
                <a:solidFill>
                  <a:srgbClr val="2E8559"/>
                </a:solidFill>
                <a:latin typeface="Montserrat SemiBold"/>
                <a:cs typeface="Montserrat SemiBold"/>
              </a:rPr>
              <a:t>Q1</a:t>
            </a:r>
            <a:r>
              <a:rPr sz="1200" b="1" spc="-20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70" dirty="0">
                <a:solidFill>
                  <a:srgbClr val="2E8559"/>
                </a:solidFill>
                <a:latin typeface="Montserrat SemiBold"/>
                <a:cs typeface="Montserrat SemiBold"/>
              </a:rPr>
              <a:t>2028</a:t>
            </a:r>
            <a:endParaRPr sz="1200">
              <a:latin typeface="Montserrat SemiBold"/>
              <a:cs typeface="Montserrat SemiBold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38875" y="1828800"/>
            <a:ext cx="2524125" cy="1200150"/>
            <a:chOff x="6238874" y="2066924"/>
            <a:chExt cx="2524125" cy="1200150"/>
          </a:xfrm>
        </p:grpSpPr>
        <p:sp>
          <p:nvSpPr>
            <p:cNvPr id="20" name="object 20"/>
            <p:cNvSpPr/>
            <p:nvPr/>
          </p:nvSpPr>
          <p:spPr>
            <a:xfrm>
              <a:off x="6257923" y="2066924"/>
              <a:ext cx="2505075" cy="1200150"/>
            </a:xfrm>
            <a:custGeom>
              <a:avLst/>
              <a:gdLst/>
              <a:ahLst/>
              <a:cxnLst/>
              <a:rect l="l" t="t" r="r" b="b"/>
              <a:pathLst>
                <a:path w="2505075" h="1200150">
                  <a:moveTo>
                    <a:pt x="2433878" y="1200149"/>
                  </a:moveTo>
                  <a:lnTo>
                    <a:pt x="53397" y="1200149"/>
                  </a:lnTo>
                  <a:lnTo>
                    <a:pt x="49681" y="1199661"/>
                  </a:lnTo>
                  <a:lnTo>
                    <a:pt x="14085" y="1174293"/>
                  </a:lnTo>
                  <a:lnTo>
                    <a:pt x="365" y="1133908"/>
                  </a:lnTo>
                  <a:lnTo>
                    <a:pt x="0" y="1128953"/>
                  </a:lnTo>
                  <a:lnTo>
                    <a:pt x="0" y="112394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2433878" y="0"/>
                  </a:lnTo>
                  <a:lnTo>
                    <a:pt x="2475369" y="15621"/>
                  </a:lnTo>
                  <a:lnTo>
                    <a:pt x="2501188" y="51661"/>
                  </a:lnTo>
                  <a:lnTo>
                    <a:pt x="2505074" y="71196"/>
                  </a:lnTo>
                  <a:lnTo>
                    <a:pt x="2505074" y="1128953"/>
                  </a:lnTo>
                  <a:lnTo>
                    <a:pt x="2489452" y="1170444"/>
                  </a:lnTo>
                  <a:lnTo>
                    <a:pt x="2453412" y="1196263"/>
                  </a:lnTo>
                  <a:lnTo>
                    <a:pt x="2438834" y="1199661"/>
                  </a:lnTo>
                  <a:lnTo>
                    <a:pt x="2433878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38874" y="2067202"/>
              <a:ext cx="70485" cy="1200150"/>
            </a:xfrm>
            <a:custGeom>
              <a:avLst/>
              <a:gdLst/>
              <a:ahLst/>
              <a:cxnLst/>
              <a:rect l="l" t="t" r="r" b="b"/>
              <a:pathLst>
                <a:path w="70485" h="1200150">
                  <a:moveTo>
                    <a:pt x="70450" y="1199594"/>
                  </a:moveTo>
                  <a:lnTo>
                    <a:pt x="33857" y="1187041"/>
                  </a:lnTo>
                  <a:lnTo>
                    <a:pt x="5800" y="1152832"/>
                  </a:lnTo>
                  <a:lnTo>
                    <a:pt x="0" y="112367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123672"/>
                  </a:lnTo>
                  <a:lnTo>
                    <a:pt x="44515" y="1166014"/>
                  </a:lnTo>
                  <a:lnTo>
                    <a:pt x="66287" y="1197938"/>
                  </a:lnTo>
                  <a:lnTo>
                    <a:pt x="70450" y="1199594"/>
                  </a:lnTo>
                  <a:close/>
                </a:path>
              </a:pathLst>
            </a:custGeom>
            <a:solidFill>
              <a:srgbClr val="2A6B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19949" y="1960042"/>
            <a:ext cx="1463675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spc="-80" dirty="0">
                <a:solidFill>
                  <a:srgbClr val="708095"/>
                </a:solidFill>
                <a:latin typeface="Montserrat"/>
                <a:cs typeface="Montserrat"/>
              </a:rPr>
              <a:t>Gross</a:t>
            </a:r>
            <a:r>
              <a:rPr sz="1200" spc="-2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200" spc="-85" dirty="0">
                <a:solidFill>
                  <a:srgbClr val="708095"/>
                </a:solidFill>
                <a:latin typeface="Montserrat"/>
                <a:cs typeface="Montserrat"/>
              </a:rPr>
              <a:t>Margin</a:t>
            </a:r>
            <a:r>
              <a:rPr sz="1200" spc="-1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200" spc="-95" dirty="0">
                <a:solidFill>
                  <a:srgbClr val="708095"/>
                </a:solidFill>
                <a:latin typeface="Montserrat"/>
                <a:cs typeface="Montserrat"/>
              </a:rPr>
              <a:t>(Year</a:t>
            </a:r>
            <a:r>
              <a:rPr sz="1200" spc="-2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200" spc="-25" dirty="0">
                <a:solidFill>
                  <a:srgbClr val="708095"/>
                </a:solidFill>
                <a:latin typeface="Montserrat"/>
                <a:cs typeface="Montserrat"/>
              </a:rPr>
              <a:t>5)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9949" y="2218301"/>
            <a:ext cx="61912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300" b="1" spc="-95" dirty="0">
                <a:solidFill>
                  <a:srgbClr val="1A365C"/>
                </a:solidFill>
                <a:latin typeface="Montserrat"/>
                <a:cs typeface="Montserrat"/>
              </a:rPr>
              <a:t>68%</a:t>
            </a:r>
            <a:endParaRPr sz="2300">
              <a:latin typeface="Montserrat"/>
              <a:cs typeface="Montserra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8518" y="2703379"/>
            <a:ext cx="104402" cy="12063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598573" y="2650604"/>
            <a:ext cx="1322705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200" b="1" spc="-100" dirty="0">
                <a:solidFill>
                  <a:srgbClr val="2E8559"/>
                </a:solidFill>
                <a:latin typeface="Montserrat SemiBold"/>
                <a:cs typeface="Montserrat SemiBold"/>
              </a:rPr>
              <a:t>From</a:t>
            </a:r>
            <a:r>
              <a:rPr sz="1200" b="1" spc="-15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90" dirty="0">
                <a:solidFill>
                  <a:srgbClr val="2E8559"/>
                </a:solidFill>
                <a:latin typeface="Montserrat SemiBold"/>
                <a:cs typeface="Montserrat SemiBold"/>
              </a:rPr>
              <a:t>52%</a:t>
            </a:r>
            <a:r>
              <a:rPr sz="1200" b="1" spc="-10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70" dirty="0">
                <a:solidFill>
                  <a:srgbClr val="2E8559"/>
                </a:solidFill>
                <a:latin typeface="Montserrat SemiBold"/>
                <a:cs typeface="Montserrat SemiBold"/>
              </a:rPr>
              <a:t>in</a:t>
            </a:r>
            <a:r>
              <a:rPr sz="1200" b="1" spc="-15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105" dirty="0">
                <a:solidFill>
                  <a:srgbClr val="2E8559"/>
                </a:solidFill>
                <a:latin typeface="Montserrat SemiBold"/>
                <a:cs typeface="Montserrat SemiBold"/>
              </a:rPr>
              <a:t>Year</a:t>
            </a:r>
            <a:r>
              <a:rPr sz="1200" b="1" spc="-10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50" dirty="0">
                <a:solidFill>
                  <a:srgbClr val="2E8559"/>
                </a:solidFill>
                <a:latin typeface="Montserrat SemiBold"/>
                <a:cs typeface="Montserrat SemiBold"/>
              </a:rPr>
              <a:t>1</a:t>
            </a:r>
            <a:endParaRPr sz="1200">
              <a:latin typeface="Montserrat SemiBold"/>
              <a:cs typeface="Montserrat SemiBold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58274" y="1828800"/>
            <a:ext cx="2524125" cy="1200150"/>
            <a:chOff x="9058273" y="2066924"/>
            <a:chExt cx="2524125" cy="1200150"/>
          </a:xfrm>
        </p:grpSpPr>
        <p:sp>
          <p:nvSpPr>
            <p:cNvPr id="27" name="object 27"/>
            <p:cNvSpPr/>
            <p:nvPr/>
          </p:nvSpPr>
          <p:spPr>
            <a:xfrm>
              <a:off x="9077323" y="2066924"/>
              <a:ext cx="2505075" cy="1200150"/>
            </a:xfrm>
            <a:custGeom>
              <a:avLst/>
              <a:gdLst/>
              <a:ahLst/>
              <a:cxnLst/>
              <a:rect l="l" t="t" r="r" b="b"/>
              <a:pathLst>
                <a:path w="2505075" h="1200150">
                  <a:moveTo>
                    <a:pt x="2433878" y="1200149"/>
                  </a:moveTo>
                  <a:lnTo>
                    <a:pt x="53397" y="1200149"/>
                  </a:lnTo>
                  <a:lnTo>
                    <a:pt x="49681" y="1199661"/>
                  </a:lnTo>
                  <a:lnTo>
                    <a:pt x="14085" y="1174293"/>
                  </a:lnTo>
                  <a:lnTo>
                    <a:pt x="366" y="1133908"/>
                  </a:lnTo>
                  <a:lnTo>
                    <a:pt x="0" y="1128953"/>
                  </a:lnTo>
                  <a:lnTo>
                    <a:pt x="0" y="112394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2433878" y="0"/>
                  </a:lnTo>
                  <a:lnTo>
                    <a:pt x="2475367" y="15621"/>
                  </a:lnTo>
                  <a:lnTo>
                    <a:pt x="2501187" y="51661"/>
                  </a:lnTo>
                  <a:lnTo>
                    <a:pt x="2505074" y="71196"/>
                  </a:lnTo>
                  <a:lnTo>
                    <a:pt x="2505074" y="1128953"/>
                  </a:lnTo>
                  <a:lnTo>
                    <a:pt x="2489451" y="1170444"/>
                  </a:lnTo>
                  <a:lnTo>
                    <a:pt x="2453412" y="1196263"/>
                  </a:lnTo>
                  <a:lnTo>
                    <a:pt x="2438832" y="1199661"/>
                  </a:lnTo>
                  <a:lnTo>
                    <a:pt x="2433878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058273" y="2067202"/>
              <a:ext cx="70485" cy="1200150"/>
            </a:xfrm>
            <a:custGeom>
              <a:avLst/>
              <a:gdLst/>
              <a:ahLst/>
              <a:cxnLst/>
              <a:rect l="l" t="t" r="r" b="b"/>
              <a:pathLst>
                <a:path w="70484" h="1200150">
                  <a:moveTo>
                    <a:pt x="70449" y="1199594"/>
                  </a:moveTo>
                  <a:lnTo>
                    <a:pt x="33856" y="1187041"/>
                  </a:lnTo>
                  <a:lnTo>
                    <a:pt x="5798" y="1152832"/>
                  </a:lnTo>
                  <a:lnTo>
                    <a:pt x="0" y="1123672"/>
                  </a:lnTo>
                  <a:lnTo>
                    <a:pt x="0" y="75922"/>
                  </a:lnTo>
                  <a:lnTo>
                    <a:pt x="12828" y="33579"/>
                  </a:lnTo>
                  <a:lnTo>
                    <a:pt x="47038" y="5522"/>
                  </a:lnTo>
                  <a:lnTo>
                    <a:pt x="70448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123672"/>
                  </a:lnTo>
                  <a:lnTo>
                    <a:pt x="44514" y="1166014"/>
                  </a:lnTo>
                  <a:lnTo>
                    <a:pt x="66287" y="1197938"/>
                  </a:lnTo>
                  <a:lnTo>
                    <a:pt x="70449" y="1199594"/>
                  </a:lnTo>
                  <a:close/>
                </a:path>
              </a:pathLst>
            </a:custGeom>
            <a:solidFill>
              <a:srgbClr val="2A6B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236224" y="1960042"/>
            <a:ext cx="1519555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spc="-60" dirty="0">
                <a:solidFill>
                  <a:srgbClr val="708095"/>
                </a:solidFill>
                <a:latin typeface="Montserrat"/>
                <a:cs typeface="Montserrat"/>
              </a:rPr>
              <a:t>Initial</a:t>
            </a:r>
            <a:r>
              <a:rPr sz="1200" spc="-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200" spc="-85" dirty="0">
                <a:solidFill>
                  <a:srgbClr val="708095"/>
                </a:solidFill>
                <a:latin typeface="Montserrat"/>
                <a:cs typeface="Montserrat"/>
              </a:rPr>
              <a:t>Investment</a:t>
            </a:r>
            <a:r>
              <a:rPr sz="120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200" spc="-25" dirty="0">
                <a:solidFill>
                  <a:srgbClr val="708095"/>
                </a:solidFill>
                <a:latin typeface="Montserrat"/>
                <a:cs typeface="Montserrat"/>
              </a:rPr>
              <a:t>ROI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224" y="2218301"/>
            <a:ext cx="60769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300" b="1" spc="-75" dirty="0">
                <a:solidFill>
                  <a:srgbClr val="1A365C"/>
                </a:solidFill>
                <a:latin typeface="Montserrat"/>
                <a:cs typeface="Montserrat"/>
              </a:rPr>
              <a:t>3.4x</a:t>
            </a:r>
            <a:endParaRPr sz="2300">
              <a:latin typeface="Montserrat"/>
              <a:cs typeface="Montserra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7919" y="2703379"/>
            <a:ext cx="104402" cy="12063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9414847" y="2650604"/>
            <a:ext cx="671195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200" b="1" spc="-100" dirty="0">
                <a:solidFill>
                  <a:srgbClr val="2E8559"/>
                </a:solidFill>
                <a:latin typeface="Montserrat SemiBold"/>
                <a:cs typeface="Montserrat SemiBold"/>
              </a:rPr>
              <a:t>By</a:t>
            </a:r>
            <a:r>
              <a:rPr sz="1200" b="1" spc="-10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105" dirty="0">
                <a:solidFill>
                  <a:srgbClr val="2E8559"/>
                </a:solidFill>
                <a:latin typeface="Montserrat SemiBold"/>
                <a:cs typeface="Montserrat SemiBold"/>
              </a:rPr>
              <a:t>Year</a:t>
            </a:r>
            <a:r>
              <a:rPr sz="1200" b="1" spc="-10" dirty="0">
                <a:solidFill>
                  <a:srgbClr val="2E8559"/>
                </a:solidFill>
                <a:latin typeface="Montserrat SemiBold"/>
                <a:cs typeface="Montserrat SemiBold"/>
              </a:rPr>
              <a:t> </a:t>
            </a:r>
            <a:r>
              <a:rPr sz="1200" b="1" spc="-50" dirty="0">
                <a:solidFill>
                  <a:srgbClr val="2E8559"/>
                </a:solidFill>
                <a:latin typeface="Montserrat SemiBold"/>
                <a:cs typeface="Montserrat SemiBold"/>
              </a:rPr>
              <a:t>5</a:t>
            </a:r>
            <a:endParaRPr sz="1200">
              <a:latin typeface="Montserrat SemiBold"/>
              <a:cs typeface="Montserrat SemiBold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609600" y="3124201"/>
          <a:ext cx="10973433" cy="3315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7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4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Metric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($000s)</a:t>
                      </a:r>
                      <a:endParaRPr sz="15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1</a:t>
                      </a:r>
                      <a:endParaRPr sz="15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2</a:t>
                      </a:r>
                      <a:endParaRPr sz="15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3</a:t>
                      </a:r>
                      <a:endParaRPr sz="15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4</a:t>
                      </a:r>
                      <a:endParaRPr sz="15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5</a:t>
                      </a:r>
                      <a:endParaRPr sz="15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Revenue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477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750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1,850</a:t>
                      </a:r>
                      <a:r>
                        <a:rPr sz="1400" spc="-5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(+147%)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4,200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(+127%)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8,400</a:t>
                      </a:r>
                      <a:r>
                        <a:rPr sz="1400" spc="-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(+100%)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15,600</a:t>
                      </a:r>
                      <a:r>
                        <a:rPr sz="1400" spc="-4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(+86%)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Cost</a:t>
                      </a:r>
                      <a:r>
                        <a:rPr sz="1350" b="1" spc="-3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8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of</a:t>
                      </a:r>
                      <a:r>
                        <a:rPr sz="1350" b="1" spc="-2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Revenue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360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814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1,680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3,024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4,992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9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Gross</a:t>
                      </a:r>
                      <a:r>
                        <a:rPr sz="1350" b="1" spc="-4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Profit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390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1,036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(+166%)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2,520</a:t>
                      </a:r>
                      <a:r>
                        <a:rPr sz="1400" spc="-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(+143%)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5,376</a:t>
                      </a:r>
                      <a:r>
                        <a:rPr sz="1400" spc="-4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(+113%)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10,608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(+97%)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0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Operating</a:t>
                      </a:r>
                      <a:r>
                        <a:rPr sz="1350" b="1" spc="-4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Expenses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1,200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1,650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2,200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3,100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4,800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EBITDA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20" dirty="0">
                          <a:solidFill>
                            <a:srgbClr val="DB2525"/>
                          </a:solidFill>
                          <a:latin typeface="Montserrat"/>
                          <a:cs typeface="Montserrat"/>
                        </a:rPr>
                        <a:t>-</a:t>
                      </a:r>
                      <a:r>
                        <a:rPr lang="en-US" sz="1400" spc="-20" dirty="0">
                          <a:solidFill>
                            <a:srgbClr val="DB2525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DB2525"/>
                          </a:solidFill>
                          <a:latin typeface="Montserrat"/>
                          <a:cs typeface="Montserrat"/>
                        </a:rPr>
                        <a:t>810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20" dirty="0">
                          <a:solidFill>
                            <a:srgbClr val="DB2525"/>
                          </a:solidFill>
                          <a:latin typeface="Montserrat"/>
                          <a:cs typeface="Montserrat"/>
                        </a:rPr>
                        <a:t>-</a:t>
                      </a:r>
                      <a:r>
                        <a:rPr lang="en-US" sz="1400" spc="-20" dirty="0">
                          <a:solidFill>
                            <a:srgbClr val="DB2525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DB2525"/>
                          </a:solidFill>
                          <a:latin typeface="Montserrat"/>
                          <a:cs typeface="Montserrat"/>
                        </a:rPr>
                        <a:t>614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b="1" spc="-2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320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₹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2,276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₹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5,808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9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Gross</a:t>
                      </a:r>
                      <a:r>
                        <a:rPr sz="1350" b="1" spc="-4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Margin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52%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56%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60%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64%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68%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object 52"/>
          <p:cNvSpPr/>
          <p:nvPr/>
        </p:nvSpPr>
        <p:spPr>
          <a:xfrm>
            <a:off x="0" y="6801022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15901" y="6553200"/>
            <a:ext cx="1331595" cy="14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>
              <a:latin typeface="Montserrat SemiBold"/>
              <a:cs typeface="Montserrat SemiBold"/>
            </a:endParaRPr>
          </a:p>
        </p:txBody>
      </p:sp>
      <p:sp>
        <p:nvSpPr>
          <p:cNvPr id="35" name="Slide Number Placeholder 14">
            <a:extLst>
              <a:ext uri="{FF2B5EF4-FFF2-40B4-BE49-F238E27FC236}">
                <a16:creationId xmlns:a16="http://schemas.microsoft.com/office/drawing/2014/main" id="{7353677F-501B-3B5F-8DA9-FE60F2292D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7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9633-1842-BE29-72D5-20C9B8C72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6184211-D900-E105-EF44-1BA79C21EC42}"/>
              </a:ext>
            </a:extLst>
          </p:cNvPr>
          <p:cNvSpPr/>
          <p:nvPr/>
        </p:nvSpPr>
        <p:spPr>
          <a:xfrm>
            <a:off x="609599" y="991457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4738737-1A46-A91C-11B7-771A3CBFF4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899" y="304801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250" dirty="0"/>
              <a:t>Financial</a:t>
            </a:r>
            <a:r>
              <a:rPr sz="3450" spc="-90" dirty="0"/>
              <a:t> </a:t>
            </a:r>
            <a:r>
              <a:rPr sz="3450" spc="-270" dirty="0"/>
              <a:t>Projections</a:t>
            </a:r>
            <a:r>
              <a:rPr lang="en-US" sz="3450" spc="-270" dirty="0"/>
              <a:t> (contd.)</a:t>
            </a:r>
            <a:endParaRPr sz="3450" dirty="0"/>
          </a:p>
        </p:txBody>
      </p:sp>
      <p:graphicFrame>
        <p:nvGraphicFramePr>
          <p:cNvPr id="33" name="object 33">
            <a:extLst>
              <a:ext uri="{FF2B5EF4-FFF2-40B4-BE49-F238E27FC236}">
                <a16:creationId xmlns:a16="http://schemas.microsoft.com/office/drawing/2014/main" id="{7FD3F5F0-ACFA-7C11-BF49-142795C6E9A4}"/>
              </a:ext>
            </a:extLst>
          </p:cNvPr>
          <p:cNvGraphicFramePr>
            <a:graphicFrameLocks noGrp="1"/>
          </p:cNvGraphicFramePr>
          <p:nvPr/>
        </p:nvGraphicFramePr>
        <p:xfrm>
          <a:off x="622163" y="1397000"/>
          <a:ext cx="10973433" cy="1917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7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4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Metric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($000s)</a:t>
                      </a:r>
                      <a:endParaRPr sz="155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447040" algn="l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1</a:t>
                      </a:r>
                      <a:endParaRPr sz="155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275590" algn="l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2</a:t>
                      </a:r>
                      <a:endParaRPr sz="155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67665" algn="l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3</a:t>
                      </a:r>
                      <a:endParaRPr sz="155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74650" algn="l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4</a:t>
                      </a:r>
                      <a:endParaRPr sz="155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79095" algn="l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550" b="1" spc="-17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Year</a:t>
                      </a:r>
                      <a:r>
                        <a:rPr sz="1550" b="1" spc="-4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50" b="1" spc="-5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5</a:t>
                      </a:r>
                      <a:endParaRPr sz="155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17475" marB="0">
                    <a:solidFill>
                      <a:srgbClr val="1A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Revenue</a:t>
                      </a:r>
                      <a:endParaRPr sz="135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477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040" algn="l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750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 algn="l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1,850</a:t>
                      </a:r>
                      <a:r>
                        <a:rPr sz="1400" spc="-5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(+147%)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 algn="l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4,200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(+127%)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0" algn="l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8,400</a:t>
                      </a:r>
                      <a:r>
                        <a:rPr sz="1400" spc="-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(+100%)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095" algn="l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15,600</a:t>
                      </a:r>
                      <a:r>
                        <a:rPr sz="1400" spc="-4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(+86%)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Cost</a:t>
                      </a:r>
                      <a:r>
                        <a:rPr sz="1350" b="1" spc="-3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8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of</a:t>
                      </a:r>
                      <a:r>
                        <a:rPr sz="1350" b="1" spc="-2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Revenue</a:t>
                      </a:r>
                      <a:endParaRPr sz="135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447040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360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275590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814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67665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1,680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4650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3,024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9095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4,992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9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Gross</a:t>
                      </a:r>
                      <a:r>
                        <a:rPr sz="1350" b="1" spc="-4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Profit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040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390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1,036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(+166%)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2,520</a:t>
                      </a:r>
                      <a:r>
                        <a:rPr sz="1400" spc="-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(+143%)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0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5,376</a:t>
                      </a:r>
                      <a:r>
                        <a:rPr sz="1400" spc="-4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(+113%)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095" algn="l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lang="en-US" sz="1400" spc="-155" dirty="0">
                          <a:solidFill>
                            <a:srgbClr val="374050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10,608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E8559"/>
                          </a:solidFill>
                          <a:latin typeface="Montserrat SemiBold"/>
                          <a:cs typeface="Montserrat SemiBold"/>
                        </a:rPr>
                        <a:t>(+97%)</a:t>
                      </a:r>
                      <a:endParaRPr sz="1400" dirty="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4" name="object 34">
            <a:extLst>
              <a:ext uri="{FF2B5EF4-FFF2-40B4-BE49-F238E27FC236}">
                <a16:creationId xmlns:a16="http://schemas.microsoft.com/office/drawing/2014/main" id="{A1ADCA0A-67F8-3B0A-B6E1-8FB6E090FBDB}"/>
              </a:ext>
            </a:extLst>
          </p:cNvPr>
          <p:cNvGrpSpPr/>
          <p:nvPr/>
        </p:nvGrpSpPr>
        <p:grpSpPr>
          <a:xfrm>
            <a:off x="596887" y="3733800"/>
            <a:ext cx="10972800" cy="2667000"/>
            <a:chOff x="609599" y="7105649"/>
            <a:chExt cx="10972800" cy="2667000"/>
          </a:xfrm>
        </p:grpSpPr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D38D63EA-A2CE-94DE-6866-6FD4515D9990}"/>
                </a:ext>
              </a:extLst>
            </p:cNvPr>
            <p:cNvSpPr/>
            <p:nvPr/>
          </p:nvSpPr>
          <p:spPr>
            <a:xfrm>
              <a:off x="609599" y="7105649"/>
              <a:ext cx="10972800" cy="2667000"/>
            </a:xfrm>
            <a:custGeom>
              <a:avLst/>
              <a:gdLst/>
              <a:ahLst/>
              <a:cxnLst/>
              <a:rect l="l" t="t" r="r" b="b"/>
              <a:pathLst>
                <a:path w="10972800" h="2667000">
                  <a:moveTo>
                    <a:pt x="10896599" y="2666999"/>
                  </a:moveTo>
                  <a:lnTo>
                    <a:pt x="76199" y="2666999"/>
                  </a:lnTo>
                  <a:lnTo>
                    <a:pt x="68693" y="2666636"/>
                  </a:lnTo>
                  <a:lnTo>
                    <a:pt x="27882" y="2649731"/>
                  </a:lnTo>
                  <a:lnTo>
                    <a:pt x="3262" y="2612886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10896599" y="0"/>
                  </a:lnTo>
                  <a:lnTo>
                    <a:pt x="10938940" y="12829"/>
                  </a:lnTo>
                  <a:lnTo>
                    <a:pt x="10966997" y="47039"/>
                  </a:lnTo>
                  <a:lnTo>
                    <a:pt x="10972799" y="76199"/>
                  </a:lnTo>
                  <a:lnTo>
                    <a:pt x="10972799" y="2590799"/>
                  </a:lnTo>
                  <a:lnTo>
                    <a:pt x="10959968" y="2633141"/>
                  </a:lnTo>
                  <a:lnTo>
                    <a:pt x="10925759" y="2661198"/>
                  </a:lnTo>
                  <a:lnTo>
                    <a:pt x="10896599" y="2666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2D9C9264-9B24-2E88-52FE-C4F843CFC965}"/>
                </a:ext>
              </a:extLst>
            </p:cNvPr>
            <p:cNvSpPr/>
            <p:nvPr/>
          </p:nvSpPr>
          <p:spPr>
            <a:xfrm>
              <a:off x="609587" y="7105649"/>
              <a:ext cx="10972800" cy="2667000"/>
            </a:xfrm>
            <a:custGeom>
              <a:avLst/>
              <a:gdLst/>
              <a:ahLst/>
              <a:cxnLst/>
              <a:rect l="l" t="t" r="r" b="b"/>
              <a:pathLst>
                <a:path w="10972800" h="2667000">
                  <a:moveTo>
                    <a:pt x="19050" y="2496121"/>
                  </a:moveTo>
                  <a:lnTo>
                    <a:pt x="0" y="2496121"/>
                  </a:lnTo>
                  <a:lnTo>
                    <a:pt x="0" y="2553271"/>
                  </a:lnTo>
                  <a:lnTo>
                    <a:pt x="19050" y="2553271"/>
                  </a:lnTo>
                  <a:lnTo>
                    <a:pt x="19050" y="2496121"/>
                  </a:lnTo>
                  <a:close/>
                </a:path>
                <a:path w="10972800" h="2667000">
                  <a:moveTo>
                    <a:pt x="19050" y="2400770"/>
                  </a:moveTo>
                  <a:lnTo>
                    <a:pt x="0" y="2400770"/>
                  </a:lnTo>
                  <a:lnTo>
                    <a:pt x="0" y="2457920"/>
                  </a:lnTo>
                  <a:lnTo>
                    <a:pt x="19050" y="2457920"/>
                  </a:lnTo>
                  <a:lnTo>
                    <a:pt x="19050" y="2400770"/>
                  </a:lnTo>
                  <a:close/>
                </a:path>
                <a:path w="10972800" h="2667000">
                  <a:moveTo>
                    <a:pt x="19050" y="2305418"/>
                  </a:moveTo>
                  <a:lnTo>
                    <a:pt x="0" y="2305418"/>
                  </a:lnTo>
                  <a:lnTo>
                    <a:pt x="0" y="2362568"/>
                  </a:lnTo>
                  <a:lnTo>
                    <a:pt x="19050" y="2362568"/>
                  </a:lnTo>
                  <a:lnTo>
                    <a:pt x="19050" y="2305418"/>
                  </a:lnTo>
                  <a:close/>
                </a:path>
                <a:path w="10972800" h="2667000">
                  <a:moveTo>
                    <a:pt x="19050" y="2210066"/>
                  </a:moveTo>
                  <a:lnTo>
                    <a:pt x="0" y="2210066"/>
                  </a:lnTo>
                  <a:lnTo>
                    <a:pt x="0" y="2267216"/>
                  </a:lnTo>
                  <a:lnTo>
                    <a:pt x="19050" y="2267216"/>
                  </a:lnTo>
                  <a:lnTo>
                    <a:pt x="19050" y="2210066"/>
                  </a:lnTo>
                  <a:close/>
                </a:path>
                <a:path w="10972800" h="2667000">
                  <a:moveTo>
                    <a:pt x="19050" y="2114715"/>
                  </a:moveTo>
                  <a:lnTo>
                    <a:pt x="0" y="2114715"/>
                  </a:lnTo>
                  <a:lnTo>
                    <a:pt x="0" y="2171865"/>
                  </a:lnTo>
                  <a:lnTo>
                    <a:pt x="19050" y="2171865"/>
                  </a:lnTo>
                  <a:lnTo>
                    <a:pt x="19050" y="2114715"/>
                  </a:lnTo>
                  <a:close/>
                </a:path>
                <a:path w="10972800" h="2667000">
                  <a:moveTo>
                    <a:pt x="19050" y="2019376"/>
                  </a:moveTo>
                  <a:lnTo>
                    <a:pt x="0" y="2019376"/>
                  </a:lnTo>
                  <a:lnTo>
                    <a:pt x="0" y="2076526"/>
                  </a:lnTo>
                  <a:lnTo>
                    <a:pt x="19050" y="2076526"/>
                  </a:lnTo>
                  <a:lnTo>
                    <a:pt x="19050" y="2019376"/>
                  </a:lnTo>
                  <a:close/>
                </a:path>
                <a:path w="10972800" h="2667000">
                  <a:moveTo>
                    <a:pt x="19050" y="1924024"/>
                  </a:moveTo>
                  <a:lnTo>
                    <a:pt x="0" y="1924024"/>
                  </a:lnTo>
                  <a:lnTo>
                    <a:pt x="0" y="1981174"/>
                  </a:lnTo>
                  <a:lnTo>
                    <a:pt x="19050" y="1981174"/>
                  </a:lnTo>
                  <a:lnTo>
                    <a:pt x="19050" y="1924024"/>
                  </a:lnTo>
                  <a:close/>
                </a:path>
                <a:path w="10972800" h="2667000">
                  <a:moveTo>
                    <a:pt x="19050" y="1828673"/>
                  </a:moveTo>
                  <a:lnTo>
                    <a:pt x="0" y="1828673"/>
                  </a:lnTo>
                  <a:lnTo>
                    <a:pt x="0" y="1885823"/>
                  </a:lnTo>
                  <a:lnTo>
                    <a:pt x="19050" y="1885823"/>
                  </a:lnTo>
                  <a:lnTo>
                    <a:pt x="19050" y="1828673"/>
                  </a:lnTo>
                  <a:close/>
                </a:path>
                <a:path w="10972800" h="2667000">
                  <a:moveTo>
                    <a:pt x="19050" y="1733321"/>
                  </a:moveTo>
                  <a:lnTo>
                    <a:pt x="0" y="1733321"/>
                  </a:lnTo>
                  <a:lnTo>
                    <a:pt x="0" y="1790471"/>
                  </a:lnTo>
                  <a:lnTo>
                    <a:pt x="19050" y="1790471"/>
                  </a:lnTo>
                  <a:lnTo>
                    <a:pt x="19050" y="1733321"/>
                  </a:lnTo>
                  <a:close/>
                </a:path>
                <a:path w="10972800" h="2667000">
                  <a:moveTo>
                    <a:pt x="19050" y="1637969"/>
                  </a:moveTo>
                  <a:lnTo>
                    <a:pt x="0" y="1637969"/>
                  </a:lnTo>
                  <a:lnTo>
                    <a:pt x="0" y="1695119"/>
                  </a:lnTo>
                  <a:lnTo>
                    <a:pt x="19050" y="1695119"/>
                  </a:lnTo>
                  <a:lnTo>
                    <a:pt x="19050" y="1637969"/>
                  </a:lnTo>
                  <a:close/>
                </a:path>
                <a:path w="10972800" h="2667000">
                  <a:moveTo>
                    <a:pt x="19050" y="1542618"/>
                  </a:moveTo>
                  <a:lnTo>
                    <a:pt x="0" y="1542618"/>
                  </a:lnTo>
                  <a:lnTo>
                    <a:pt x="0" y="1599768"/>
                  </a:lnTo>
                  <a:lnTo>
                    <a:pt x="19050" y="1599768"/>
                  </a:lnTo>
                  <a:lnTo>
                    <a:pt x="19050" y="1542618"/>
                  </a:lnTo>
                  <a:close/>
                </a:path>
                <a:path w="10972800" h="2667000">
                  <a:moveTo>
                    <a:pt x="19050" y="1447266"/>
                  </a:moveTo>
                  <a:lnTo>
                    <a:pt x="0" y="1447266"/>
                  </a:lnTo>
                  <a:lnTo>
                    <a:pt x="0" y="1504416"/>
                  </a:lnTo>
                  <a:lnTo>
                    <a:pt x="19050" y="1504416"/>
                  </a:lnTo>
                  <a:lnTo>
                    <a:pt x="19050" y="1447266"/>
                  </a:lnTo>
                  <a:close/>
                </a:path>
                <a:path w="10972800" h="2667000">
                  <a:moveTo>
                    <a:pt x="19050" y="1351915"/>
                  </a:moveTo>
                  <a:lnTo>
                    <a:pt x="0" y="1351915"/>
                  </a:lnTo>
                  <a:lnTo>
                    <a:pt x="0" y="1409065"/>
                  </a:lnTo>
                  <a:lnTo>
                    <a:pt x="19050" y="1409065"/>
                  </a:lnTo>
                  <a:lnTo>
                    <a:pt x="19050" y="1351915"/>
                  </a:lnTo>
                  <a:close/>
                </a:path>
                <a:path w="10972800" h="2667000">
                  <a:moveTo>
                    <a:pt x="19050" y="1256563"/>
                  </a:moveTo>
                  <a:lnTo>
                    <a:pt x="0" y="1256563"/>
                  </a:lnTo>
                  <a:lnTo>
                    <a:pt x="0" y="1313713"/>
                  </a:lnTo>
                  <a:lnTo>
                    <a:pt x="19050" y="1313713"/>
                  </a:lnTo>
                  <a:lnTo>
                    <a:pt x="19050" y="1256563"/>
                  </a:lnTo>
                  <a:close/>
                </a:path>
                <a:path w="10972800" h="2667000">
                  <a:moveTo>
                    <a:pt x="19050" y="1161211"/>
                  </a:moveTo>
                  <a:lnTo>
                    <a:pt x="0" y="1161211"/>
                  </a:lnTo>
                  <a:lnTo>
                    <a:pt x="0" y="1218361"/>
                  </a:lnTo>
                  <a:lnTo>
                    <a:pt x="19050" y="1218361"/>
                  </a:lnTo>
                  <a:lnTo>
                    <a:pt x="19050" y="1161211"/>
                  </a:lnTo>
                  <a:close/>
                </a:path>
                <a:path w="10972800" h="2667000">
                  <a:moveTo>
                    <a:pt x="19050" y="1065860"/>
                  </a:moveTo>
                  <a:lnTo>
                    <a:pt x="0" y="1065860"/>
                  </a:lnTo>
                  <a:lnTo>
                    <a:pt x="0" y="1123010"/>
                  </a:lnTo>
                  <a:lnTo>
                    <a:pt x="19050" y="1123010"/>
                  </a:lnTo>
                  <a:lnTo>
                    <a:pt x="19050" y="1065860"/>
                  </a:lnTo>
                  <a:close/>
                </a:path>
                <a:path w="10972800" h="2667000">
                  <a:moveTo>
                    <a:pt x="19050" y="970508"/>
                  </a:moveTo>
                  <a:lnTo>
                    <a:pt x="0" y="970508"/>
                  </a:lnTo>
                  <a:lnTo>
                    <a:pt x="0" y="1027658"/>
                  </a:lnTo>
                  <a:lnTo>
                    <a:pt x="19050" y="1027658"/>
                  </a:lnTo>
                  <a:lnTo>
                    <a:pt x="19050" y="970508"/>
                  </a:lnTo>
                  <a:close/>
                </a:path>
                <a:path w="10972800" h="2667000">
                  <a:moveTo>
                    <a:pt x="19050" y="875169"/>
                  </a:moveTo>
                  <a:lnTo>
                    <a:pt x="0" y="875169"/>
                  </a:lnTo>
                  <a:lnTo>
                    <a:pt x="0" y="932319"/>
                  </a:lnTo>
                  <a:lnTo>
                    <a:pt x="19050" y="932319"/>
                  </a:lnTo>
                  <a:lnTo>
                    <a:pt x="19050" y="875169"/>
                  </a:lnTo>
                  <a:close/>
                </a:path>
                <a:path w="10972800" h="2667000">
                  <a:moveTo>
                    <a:pt x="19050" y="779818"/>
                  </a:moveTo>
                  <a:lnTo>
                    <a:pt x="0" y="779818"/>
                  </a:lnTo>
                  <a:lnTo>
                    <a:pt x="0" y="836968"/>
                  </a:lnTo>
                  <a:lnTo>
                    <a:pt x="19050" y="836968"/>
                  </a:lnTo>
                  <a:lnTo>
                    <a:pt x="19050" y="779818"/>
                  </a:lnTo>
                  <a:close/>
                </a:path>
                <a:path w="10972800" h="2667000">
                  <a:moveTo>
                    <a:pt x="19050" y="684466"/>
                  </a:moveTo>
                  <a:lnTo>
                    <a:pt x="0" y="684466"/>
                  </a:lnTo>
                  <a:lnTo>
                    <a:pt x="0" y="741616"/>
                  </a:lnTo>
                  <a:lnTo>
                    <a:pt x="19050" y="741616"/>
                  </a:lnTo>
                  <a:lnTo>
                    <a:pt x="19050" y="684466"/>
                  </a:lnTo>
                  <a:close/>
                </a:path>
                <a:path w="10972800" h="2667000">
                  <a:moveTo>
                    <a:pt x="19050" y="589114"/>
                  </a:moveTo>
                  <a:lnTo>
                    <a:pt x="0" y="589114"/>
                  </a:lnTo>
                  <a:lnTo>
                    <a:pt x="0" y="646264"/>
                  </a:lnTo>
                  <a:lnTo>
                    <a:pt x="19050" y="646264"/>
                  </a:lnTo>
                  <a:lnTo>
                    <a:pt x="19050" y="589114"/>
                  </a:lnTo>
                  <a:close/>
                </a:path>
                <a:path w="10972800" h="2667000">
                  <a:moveTo>
                    <a:pt x="19050" y="493763"/>
                  </a:moveTo>
                  <a:lnTo>
                    <a:pt x="0" y="493763"/>
                  </a:lnTo>
                  <a:lnTo>
                    <a:pt x="0" y="550913"/>
                  </a:lnTo>
                  <a:lnTo>
                    <a:pt x="19050" y="550913"/>
                  </a:lnTo>
                  <a:lnTo>
                    <a:pt x="19050" y="493763"/>
                  </a:lnTo>
                  <a:close/>
                </a:path>
                <a:path w="10972800" h="2667000">
                  <a:moveTo>
                    <a:pt x="19050" y="398411"/>
                  </a:moveTo>
                  <a:lnTo>
                    <a:pt x="0" y="398411"/>
                  </a:lnTo>
                  <a:lnTo>
                    <a:pt x="0" y="455561"/>
                  </a:lnTo>
                  <a:lnTo>
                    <a:pt x="19050" y="455561"/>
                  </a:lnTo>
                  <a:lnTo>
                    <a:pt x="19050" y="398411"/>
                  </a:lnTo>
                  <a:close/>
                </a:path>
                <a:path w="10972800" h="2667000">
                  <a:moveTo>
                    <a:pt x="19050" y="303060"/>
                  </a:moveTo>
                  <a:lnTo>
                    <a:pt x="0" y="303060"/>
                  </a:lnTo>
                  <a:lnTo>
                    <a:pt x="0" y="360210"/>
                  </a:lnTo>
                  <a:lnTo>
                    <a:pt x="19050" y="360210"/>
                  </a:lnTo>
                  <a:lnTo>
                    <a:pt x="19050" y="303060"/>
                  </a:lnTo>
                  <a:close/>
                </a:path>
                <a:path w="10972800" h="2667000">
                  <a:moveTo>
                    <a:pt x="19050" y="207708"/>
                  </a:moveTo>
                  <a:lnTo>
                    <a:pt x="0" y="207708"/>
                  </a:lnTo>
                  <a:lnTo>
                    <a:pt x="0" y="264858"/>
                  </a:lnTo>
                  <a:lnTo>
                    <a:pt x="19050" y="264858"/>
                  </a:lnTo>
                  <a:lnTo>
                    <a:pt x="19050" y="207708"/>
                  </a:lnTo>
                  <a:close/>
                </a:path>
                <a:path w="10972800" h="2667000">
                  <a:moveTo>
                    <a:pt x="19050" y="112356"/>
                  </a:moveTo>
                  <a:lnTo>
                    <a:pt x="0" y="112356"/>
                  </a:lnTo>
                  <a:lnTo>
                    <a:pt x="0" y="169506"/>
                  </a:lnTo>
                  <a:lnTo>
                    <a:pt x="19050" y="169506"/>
                  </a:lnTo>
                  <a:lnTo>
                    <a:pt x="19050" y="112356"/>
                  </a:lnTo>
                  <a:close/>
                </a:path>
                <a:path w="10972800" h="2667000">
                  <a:moveTo>
                    <a:pt x="39382" y="2634805"/>
                  </a:moveTo>
                  <a:lnTo>
                    <a:pt x="35801" y="2631211"/>
                  </a:lnTo>
                  <a:lnTo>
                    <a:pt x="30441" y="2625864"/>
                  </a:lnTo>
                  <a:lnTo>
                    <a:pt x="26301" y="2619679"/>
                  </a:lnTo>
                  <a:lnTo>
                    <a:pt x="20510" y="2605671"/>
                  </a:lnTo>
                  <a:lnTo>
                    <a:pt x="19050" y="2598318"/>
                  </a:lnTo>
                  <a:lnTo>
                    <a:pt x="19050" y="2591346"/>
                  </a:lnTo>
                  <a:lnTo>
                    <a:pt x="38" y="2591524"/>
                  </a:lnTo>
                  <a:lnTo>
                    <a:pt x="12839" y="2633141"/>
                  </a:lnTo>
                  <a:lnTo>
                    <a:pt x="27317" y="2649220"/>
                  </a:lnTo>
                  <a:lnTo>
                    <a:pt x="39382" y="2634805"/>
                  </a:lnTo>
                  <a:close/>
                </a:path>
                <a:path w="10972800" h="2667000">
                  <a:moveTo>
                    <a:pt x="40246" y="31343"/>
                  </a:moveTo>
                  <a:lnTo>
                    <a:pt x="28562" y="16776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14" y="73990"/>
                  </a:lnTo>
                  <a:lnTo>
                    <a:pt x="19050" y="74536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801" y="35801"/>
                  </a:lnTo>
                  <a:lnTo>
                    <a:pt x="40246" y="31343"/>
                  </a:lnTo>
                  <a:close/>
                </a:path>
                <a:path w="10972800" h="2667000">
                  <a:moveTo>
                    <a:pt x="125310" y="2647950"/>
                  </a:moveTo>
                  <a:lnTo>
                    <a:pt x="69519" y="2647950"/>
                  </a:lnTo>
                  <a:lnTo>
                    <a:pt x="67360" y="2666441"/>
                  </a:lnTo>
                  <a:lnTo>
                    <a:pt x="68694" y="2666644"/>
                  </a:lnTo>
                  <a:lnTo>
                    <a:pt x="76200" y="2667000"/>
                  </a:lnTo>
                  <a:lnTo>
                    <a:pt x="125310" y="2667000"/>
                  </a:lnTo>
                  <a:lnTo>
                    <a:pt x="125310" y="2647950"/>
                  </a:lnTo>
                  <a:close/>
                </a:path>
                <a:path w="10972800" h="266700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w="10972800" h="2667000">
                  <a:moveTo>
                    <a:pt x="220662" y="2647950"/>
                  </a:moveTo>
                  <a:lnTo>
                    <a:pt x="163512" y="2647950"/>
                  </a:lnTo>
                  <a:lnTo>
                    <a:pt x="163512" y="2667000"/>
                  </a:lnTo>
                  <a:lnTo>
                    <a:pt x="220662" y="2667000"/>
                  </a:lnTo>
                  <a:lnTo>
                    <a:pt x="220662" y="2647950"/>
                  </a:lnTo>
                  <a:close/>
                </a:path>
                <a:path w="10972800" h="2667000">
                  <a:moveTo>
                    <a:pt x="228701" y="0"/>
                  </a:moveTo>
                  <a:lnTo>
                    <a:pt x="171551" y="0"/>
                  </a:lnTo>
                  <a:lnTo>
                    <a:pt x="171551" y="19050"/>
                  </a:lnTo>
                  <a:lnTo>
                    <a:pt x="228701" y="19050"/>
                  </a:lnTo>
                  <a:lnTo>
                    <a:pt x="228701" y="0"/>
                  </a:lnTo>
                  <a:close/>
                </a:path>
                <a:path w="10972800" h="2667000">
                  <a:moveTo>
                    <a:pt x="316014" y="2647950"/>
                  </a:moveTo>
                  <a:lnTo>
                    <a:pt x="258864" y="2647950"/>
                  </a:lnTo>
                  <a:lnTo>
                    <a:pt x="258864" y="2667000"/>
                  </a:lnTo>
                  <a:lnTo>
                    <a:pt x="316014" y="2667000"/>
                  </a:lnTo>
                  <a:lnTo>
                    <a:pt x="316014" y="2647950"/>
                  </a:lnTo>
                  <a:close/>
                </a:path>
                <a:path w="10972800" h="2667000">
                  <a:moveTo>
                    <a:pt x="324053" y="0"/>
                  </a:moveTo>
                  <a:lnTo>
                    <a:pt x="266903" y="0"/>
                  </a:lnTo>
                  <a:lnTo>
                    <a:pt x="266903" y="19050"/>
                  </a:lnTo>
                  <a:lnTo>
                    <a:pt x="324053" y="19050"/>
                  </a:lnTo>
                  <a:lnTo>
                    <a:pt x="324053" y="0"/>
                  </a:lnTo>
                  <a:close/>
                </a:path>
                <a:path w="10972800" h="2667000">
                  <a:moveTo>
                    <a:pt x="411365" y="2647950"/>
                  </a:moveTo>
                  <a:lnTo>
                    <a:pt x="354215" y="2647950"/>
                  </a:lnTo>
                  <a:lnTo>
                    <a:pt x="354215" y="2667000"/>
                  </a:lnTo>
                  <a:lnTo>
                    <a:pt x="411365" y="2667000"/>
                  </a:lnTo>
                  <a:lnTo>
                    <a:pt x="411365" y="2647950"/>
                  </a:lnTo>
                  <a:close/>
                </a:path>
                <a:path w="10972800" h="2667000">
                  <a:moveTo>
                    <a:pt x="419404" y="0"/>
                  </a:moveTo>
                  <a:lnTo>
                    <a:pt x="362254" y="0"/>
                  </a:lnTo>
                  <a:lnTo>
                    <a:pt x="362254" y="19050"/>
                  </a:lnTo>
                  <a:lnTo>
                    <a:pt x="419404" y="19050"/>
                  </a:lnTo>
                  <a:lnTo>
                    <a:pt x="419404" y="0"/>
                  </a:lnTo>
                  <a:close/>
                </a:path>
                <a:path w="10972800" h="2667000">
                  <a:moveTo>
                    <a:pt x="506717" y="2647950"/>
                  </a:moveTo>
                  <a:lnTo>
                    <a:pt x="449567" y="2647950"/>
                  </a:lnTo>
                  <a:lnTo>
                    <a:pt x="449567" y="2667000"/>
                  </a:lnTo>
                  <a:lnTo>
                    <a:pt x="506717" y="2667000"/>
                  </a:lnTo>
                  <a:lnTo>
                    <a:pt x="506717" y="2647950"/>
                  </a:lnTo>
                  <a:close/>
                </a:path>
                <a:path w="10972800" h="2667000">
                  <a:moveTo>
                    <a:pt x="514756" y="0"/>
                  </a:moveTo>
                  <a:lnTo>
                    <a:pt x="457606" y="0"/>
                  </a:lnTo>
                  <a:lnTo>
                    <a:pt x="457606" y="19050"/>
                  </a:lnTo>
                  <a:lnTo>
                    <a:pt x="514756" y="19050"/>
                  </a:lnTo>
                  <a:lnTo>
                    <a:pt x="514756" y="0"/>
                  </a:lnTo>
                  <a:close/>
                </a:path>
                <a:path w="10972800" h="2667000">
                  <a:moveTo>
                    <a:pt x="602068" y="2647950"/>
                  </a:moveTo>
                  <a:lnTo>
                    <a:pt x="544918" y="2647950"/>
                  </a:lnTo>
                  <a:lnTo>
                    <a:pt x="544918" y="2667000"/>
                  </a:lnTo>
                  <a:lnTo>
                    <a:pt x="602068" y="2667000"/>
                  </a:lnTo>
                  <a:lnTo>
                    <a:pt x="602068" y="2647950"/>
                  </a:lnTo>
                  <a:close/>
                </a:path>
                <a:path w="10972800" h="2667000">
                  <a:moveTo>
                    <a:pt x="610108" y="0"/>
                  </a:moveTo>
                  <a:lnTo>
                    <a:pt x="552958" y="0"/>
                  </a:lnTo>
                  <a:lnTo>
                    <a:pt x="552958" y="19050"/>
                  </a:lnTo>
                  <a:lnTo>
                    <a:pt x="610108" y="19050"/>
                  </a:lnTo>
                  <a:lnTo>
                    <a:pt x="610108" y="0"/>
                  </a:lnTo>
                  <a:close/>
                </a:path>
                <a:path w="10972800" h="2667000">
                  <a:moveTo>
                    <a:pt x="697420" y="2647950"/>
                  </a:moveTo>
                  <a:lnTo>
                    <a:pt x="640270" y="2647950"/>
                  </a:lnTo>
                  <a:lnTo>
                    <a:pt x="640270" y="2667000"/>
                  </a:lnTo>
                  <a:lnTo>
                    <a:pt x="697420" y="2667000"/>
                  </a:lnTo>
                  <a:lnTo>
                    <a:pt x="697420" y="2647950"/>
                  </a:lnTo>
                  <a:close/>
                </a:path>
                <a:path w="10972800" h="2667000">
                  <a:moveTo>
                    <a:pt x="705459" y="0"/>
                  </a:moveTo>
                  <a:lnTo>
                    <a:pt x="648309" y="0"/>
                  </a:lnTo>
                  <a:lnTo>
                    <a:pt x="648309" y="19050"/>
                  </a:lnTo>
                  <a:lnTo>
                    <a:pt x="705459" y="19050"/>
                  </a:lnTo>
                  <a:lnTo>
                    <a:pt x="705459" y="0"/>
                  </a:lnTo>
                  <a:close/>
                </a:path>
                <a:path w="10972800" h="2667000">
                  <a:moveTo>
                    <a:pt x="792772" y="2647950"/>
                  </a:moveTo>
                  <a:lnTo>
                    <a:pt x="735622" y="2647950"/>
                  </a:lnTo>
                  <a:lnTo>
                    <a:pt x="735622" y="2667000"/>
                  </a:lnTo>
                  <a:lnTo>
                    <a:pt x="792772" y="2667000"/>
                  </a:lnTo>
                  <a:lnTo>
                    <a:pt x="792772" y="2647950"/>
                  </a:lnTo>
                  <a:close/>
                </a:path>
                <a:path w="10972800" h="2667000">
                  <a:moveTo>
                    <a:pt x="800811" y="0"/>
                  </a:moveTo>
                  <a:lnTo>
                    <a:pt x="743661" y="0"/>
                  </a:lnTo>
                  <a:lnTo>
                    <a:pt x="743661" y="19050"/>
                  </a:lnTo>
                  <a:lnTo>
                    <a:pt x="800811" y="19050"/>
                  </a:lnTo>
                  <a:lnTo>
                    <a:pt x="800811" y="0"/>
                  </a:lnTo>
                  <a:close/>
                </a:path>
                <a:path w="10972800" h="2667000">
                  <a:moveTo>
                    <a:pt x="888123" y="2647950"/>
                  </a:moveTo>
                  <a:lnTo>
                    <a:pt x="830973" y="2647950"/>
                  </a:lnTo>
                  <a:lnTo>
                    <a:pt x="830973" y="2667000"/>
                  </a:lnTo>
                  <a:lnTo>
                    <a:pt x="888123" y="2667000"/>
                  </a:lnTo>
                  <a:lnTo>
                    <a:pt x="888123" y="2647950"/>
                  </a:lnTo>
                  <a:close/>
                </a:path>
                <a:path w="10972800" h="2667000">
                  <a:moveTo>
                    <a:pt x="896162" y="0"/>
                  </a:moveTo>
                  <a:lnTo>
                    <a:pt x="839012" y="0"/>
                  </a:lnTo>
                  <a:lnTo>
                    <a:pt x="839012" y="19050"/>
                  </a:lnTo>
                  <a:lnTo>
                    <a:pt x="896162" y="19050"/>
                  </a:lnTo>
                  <a:lnTo>
                    <a:pt x="896162" y="0"/>
                  </a:lnTo>
                  <a:close/>
                </a:path>
                <a:path w="10972800" h="2667000">
                  <a:moveTo>
                    <a:pt x="983475" y="2647950"/>
                  </a:moveTo>
                  <a:lnTo>
                    <a:pt x="926325" y="2647950"/>
                  </a:lnTo>
                  <a:lnTo>
                    <a:pt x="926325" y="2667000"/>
                  </a:lnTo>
                  <a:lnTo>
                    <a:pt x="983475" y="2667000"/>
                  </a:lnTo>
                  <a:lnTo>
                    <a:pt x="983475" y="2647950"/>
                  </a:lnTo>
                  <a:close/>
                </a:path>
                <a:path w="10972800" h="2667000">
                  <a:moveTo>
                    <a:pt x="991514" y="0"/>
                  </a:moveTo>
                  <a:lnTo>
                    <a:pt x="934364" y="0"/>
                  </a:lnTo>
                  <a:lnTo>
                    <a:pt x="934364" y="19050"/>
                  </a:lnTo>
                  <a:lnTo>
                    <a:pt x="991514" y="19050"/>
                  </a:lnTo>
                  <a:lnTo>
                    <a:pt x="991514" y="0"/>
                  </a:lnTo>
                  <a:close/>
                </a:path>
                <a:path w="10972800" h="2667000">
                  <a:moveTo>
                    <a:pt x="1078826" y="2647950"/>
                  </a:moveTo>
                  <a:lnTo>
                    <a:pt x="1021676" y="2647950"/>
                  </a:lnTo>
                  <a:lnTo>
                    <a:pt x="1021676" y="2667000"/>
                  </a:lnTo>
                  <a:lnTo>
                    <a:pt x="1078826" y="2667000"/>
                  </a:lnTo>
                  <a:lnTo>
                    <a:pt x="1078826" y="2647950"/>
                  </a:lnTo>
                  <a:close/>
                </a:path>
                <a:path w="10972800" h="2667000">
                  <a:moveTo>
                    <a:pt x="1086866" y="0"/>
                  </a:moveTo>
                  <a:lnTo>
                    <a:pt x="1029716" y="0"/>
                  </a:lnTo>
                  <a:lnTo>
                    <a:pt x="1029716" y="19050"/>
                  </a:lnTo>
                  <a:lnTo>
                    <a:pt x="1086866" y="19050"/>
                  </a:lnTo>
                  <a:lnTo>
                    <a:pt x="1086866" y="0"/>
                  </a:lnTo>
                  <a:close/>
                </a:path>
                <a:path w="10972800" h="2667000">
                  <a:moveTo>
                    <a:pt x="1174178" y="2647950"/>
                  </a:moveTo>
                  <a:lnTo>
                    <a:pt x="1117028" y="2647950"/>
                  </a:lnTo>
                  <a:lnTo>
                    <a:pt x="1117028" y="2667000"/>
                  </a:lnTo>
                  <a:lnTo>
                    <a:pt x="1174178" y="2667000"/>
                  </a:lnTo>
                  <a:lnTo>
                    <a:pt x="1174178" y="2647950"/>
                  </a:lnTo>
                  <a:close/>
                </a:path>
                <a:path w="10972800" h="2667000">
                  <a:moveTo>
                    <a:pt x="1182217" y="0"/>
                  </a:moveTo>
                  <a:lnTo>
                    <a:pt x="1125067" y="0"/>
                  </a:lnTo>
                  <a:lnTo>
                    <a:pt x="1125067" y="19050"/>
                  </a:lnTo>
                  <a:lnTo>
                    <a:pt x="1182217" y="19050"/>
                  </a:lnTo>
                  <a:lnTo>
                    <a:pt x="1182217" y="0"/>
                  </a:lnTo>
                  <a:close/>
                </a:path>
                <a:path w="10972800" h="2667000">
                  <a:moveTo>
                    <a:pt x="1269530" y="2647950"/>
                  </a:moveTo>
                  <a:lnTo>
                    <a:pt x="1212380" y="2647950"/>
                  </a:lnTo>
                  <a:lnTo>
                    <a:pt x="1212380" y="2667000"/>
                  </a:lnTo>
                  <a:lnTo>
                    <a:pt x="1269530" y="2667000"/>
                  </a:lnTo>
                  <a:lnTo>
                    <a:pt x="1269530" y="2647950"/>
                  </a:lnTo>
                  <a:close/>
                </a:path>
                <a:path w="10972800" h="2667000">
                  <a:moveTo>
                    <a:pt x="1277569" y="0"/>
                  </a:moveTo>
                  <a:lnTo>
                    <a:pt x="1220419" y="0"/>
                  </a:lnTo>
                  <a:lnTo>
                    <a:pt x="1220419" y="19050"/>
                  </a:lnTo>
                  <a:lnTo>
                    <a:pt x="1277569" y="19050"/>
                  </a:lnTo>
                  <a:lnTo>
                    <a:pt x="1277569" y="0"/>
                  </a:lnTo>
                  <a:close/>
                </a:path>
                <a:path w="10972800" h="2667000">
                  <a:moveTo>
                    <a:pt x="1364869" y="2647950"/>
                  </a:moveTo>
                  <a:lnTo>
                    <a:pt x="1307719" y="2647950"/>
                  </a:lnTo>
                  <a:lnTo>
                    <a:pt x="1307719" y="2667000"/>
                  </a:lnTo>
                  <a:lnTo>
                    <a:pt x="1364869" y="2667000"/>
                  </a:lnTo>
                  <a:lnTo>
                    <a:pt x="1364869" y="2647950"/>
                  </a:lnTo>
                  <a:close/>
                </a:path>
                <a:path w="10972800" h="2667000">
                  <a:moveTo>
                    <a:pt x="1372908" y="0"/>
                  </a:moveTo>
                  <a:lnTo>
                    <a:pt x="1315758" y="0"/>
                  </a:lnTo>
                  <a:lnTo>
                    <a:pt x="1315758" y="19050"/>
                  </a:lnTo>
                  <a:lnTo>
                    <a:pt x="1372908" y="19050"/>
                  </a:lnTo>
                  <a:lnTo>
                    <a:pt x="1372908" y="0"/>
                  </a:lnTo>
                  <a:close/>
                </a:path>
                <a:path w="10972800" h="2667000">
                  <a:moveTo>
                    <a:pt x="1460220" y="2647950"/>
                  </a:moveTo>
                  <a:lnTo>
                    <a:pt x="1403070" y="2647950"/>
                  </a:lnTo>
                  <a:lnTo>
                    <a:pt x="1403070" y="2667000"/>
                  </a:lnTo>
                  <a:lnTo>
                    <a:pt x="1460220" y="2667000"/>
                  </a:lnTo>
                  <a:lnTo>
                    <a:pt x="1460220" y="2647950"/>
                  </a:lnTo>
                  <a:close/>
                </a:path>
                <a:path w="10972800" h="2667000">
                  <a:moveTo>
                    <a:pt x="1468259" y="0"/>
                  </a:moveTo>
                  <a:lnTo>
                    <a:pt x="1411109" y="0"/>
                  </a:lnTo>
                  <a:lnTo>
                    <a:pt x="1411109" y="19050"/>
                  </a:lnTo>
                  <a:lnTo>
                    <a:pt x="1468259" y="19050"/>
                  </a:lnTo>
                  <a:lnTo>
                    <a:pt x="1468259" y="0"/>
                  </a:lnTo>
                  <a:close/>
                </a:path>
                <a:path w="10972800" h="2667000">
                  <a:moveTo>
                    <a:pt x="1555572" y="2647950"/>
                  </a:moveTo>
                  <a:lnTo>
                    <a:pt x="1498422" y="2647950"/>
                  </a:lnTo>
                  <a:lnTo>
                    <a:pt x="1498422" y="2667000"/>
                  </a:lnTo>
                  <a:lnTo>
                    <a:pt x="1555572" y="2667000"/>
                  </a:lnTo>
                  <a:lnTo>
                    <a:pt x="1555572" y="2647950"/>
                  </a:lnTo>
                  <a:close/>
                </a:path>
                <a:path w="10972800" h="2667000">
                  <a:moveTo>
                    <a:pt x="1563611" y="0"/>
                  </a:moveTo>
                  <a:lnTo>
                    <a:pt x="1506461" y="0"/>
                  </a:lnTo>
                  <a:lnTo>
                    <a:pt x="1506461" y="19050"/>
                  </a:lnTo>
                  <a:lnTo>
                    <a:pt x="1563611" y="19050"/>
                  </a:lnTo>
                  <a:lnTo>
                    <a:pt x="1563611" y="0"/>
                  </a:lnTo>
                  <a:close/>
                </a:path>
                <a:path w="10972800" h="2667000">
                  <a:moveTo>
                    <a:pt x="1650923" y="2647950"/>
                  </a:moveTo>
                  <a:lnTo>
                    <a:pt x="1593773" y="2647950"/>
                  </a:lnTo>
                  <a:lnTo>
                    <a:pt x="1593773" y="2667000"/>
                  </a:lnTo>
                  <a:lnTo>
                    <a:pt x="1650923" y="2667000"/>
                  </a:lnTo>
                  <a:lnTo>
                    <a:pt x="1650923" y="2647950"/>
                  </a:lnTo>
                  <a:close/>
                </a:path>
                <a:path w="10972800" h="2667000">
                  <a:moveTo>
                    <a:pt x="1658962" y="0"/>
                  </a:moveTo>
                  <a:lnTo>
                    <a:pt x="1601812" y="0"/>
                  </a:lnTo>
                  <a:lnTo>
                    <a:pt x="1601812" y="19050"/>
                  </a:lnTo>
                  <a:lnTo>
                    <a:pt x="1658962" y="19050"/>
                  </a:lnTo>
                  <a:lnTo>
                    <a:pt x="1658962" y="0"/>
                  </a:lnTo>
                  <a:close/>
                </a:path>
                <a:path w="10972800" h="2667000">
                  <a:moveTo>
                    <a:pt x="1746275" y="2647950"/>
                  </a:moveTo>
                  <a:lnTo>
                    <a:pt x="1689125" y="2647950"/>
                  </a:lnTo>
                  <a:lnTo>
                    <a:pt x="1689125" y="2667000"/>
                  </a:lnTo>
                  <a:lnTo>
                    <a:pt x="1746275" y="2667000"/>
                  </a:lnTo>
                  <a:lnTo>
                    <a:pt x="1746275" y="2647950"/>
                  </a:lnTo>
                  <a:close/>
                </a:path>
                <a:path w="10972800" h="2667000">
                  <a:moveTo>
                    <a:pt x="1754314" y="0"/>
                  </a:moveTo>
                  <a:lnTo>
                    <a:pt x="1697164" y="0"/>
                  </a:lnTo>
                  <a:lnTo>
                    <a:pt x="1697164" y="19050"/>
                  </a:lnTo>
                  <a:lnTo>
                    <a:pt x="1754314" y="19050"/>
                  </a:lnTo>
                  <a:lnTo>
                    <a:pt x="1754314" y="0"/>
                  </a:lnTo>
                  <a:close/>
                </a:path>
                <a:path w="10972800" h="2667000">
                  <a:moveTo>
                    <a:pt x="1841627" y="2647950"/>
                  </a:moveTo>
                  <a:lnTo>
                    <a:pt x="1784477" y="2647950"/>
                  </a:lnTo>
                  <a:lnTo>
                    <a:pt x="1784477" y="2667000"/>
                  </a:lnTo>
                  <a:lnTo>
                    <a:pt x="1841627" y="2667000"/>
                  </a:lnTo>
                  <a:lnTo>
                    <a:pt x="1841627" y="2647950"/>
                  </a:lnTo>
                  <a:close/>
                </a:path>
                <a:path w="10972800" h="2667000">
                  <a:moveTo>
                    <a:pt x="1849666" y="0"/>
                  </a:moveTo>
                  <a:lnTo>
                    <a:pt x="1792516" y="0"/>
                  </a:lnTo>
                  <a:lnTo>
                    <a:pt x="1792516" y="19050"/>
                  </a:lnTo>
                  <a:lnTo>
                    <a:pt x="1849666" y="19050"/>
                  </a:lnTo>
                  <a:lnTo>
                    <a:pt x="1849666" y="0"/>
                  </a:lnTo>
                  <a:close/>
                </a:path>
                <a:path w="10972800" h="2667000">
                  <a:moveTo>
                    <a:pt x="1936978" y="2647950"/>
                  </a:moveTo>
                  <a:lnTo>
                    <a:pt x="1879828" y="2647950"/>
                  </a:lnTo>
                  <a:lnTo>
                    <a:pt x="1879828" y="2667000"/>
                  </a:lnTo>
                  <a:lnTo>
                    <a:pt x="1936978" y="2667000"/>
                  </a:lnTo>
                  <a:lnTo>
                    <a:pt x="1936978" y="2647950"/>
                  </a:lnTo>
                  <a:close/>
                </a:path>
                <a:path w="10972800" h="2667000">
                  <a:moveTo>
                    <a:pt x="1945017" y="0"/>
                  </a:moveTo>
                  <a:lnTo>
                    <a:pt x="1887867" y="0"/>
                  </a:lnTo>
                  <a:lnTo>
                    <a:pt x="1887867" y="19050"/>
                  </a:lnTo>
                  <a:lnTo>
                    <a:pt x="1945017" y="19050"/>
                  </a:lnTo>
                  <a:lnTo>
                    <a:pt x="1945017" y="0"/>
                  </a:lnTo>
                  <a:close/>
                </a:path>
                <a:path w="10972800" h="2667000">
                  <a:moveTo>
                    <a:pt x="2032330" y="2647950"/>
                  </a:moveTo>
                  <a:lnTo>
                    <a:pt x="1975180" y="2647950"/>
                  </a:lnTo>
                  <a:lnTo>
                    <a:pt x="1975180" y="2667000"/>
                  </a:lnTo>
                  <a:lnTo>
                    <a:pt x="2032330" y="2667000"/>
                  </a:lnTo>
                  <a:lnTo>
                    <a:pt x="2032330" y="2647950"/>
                  </a:lnTo>
                  <a:close/>
                </a:path>
                <a:path w="10972800" h="2667000">
                  <a:moveTo>
                    <a:pt x="2040369" y="0"/>
                  </a:moveTo>
                  <a:lnTo>
                    <a:pt x="1983219" y="0"/>
                  </a:lnTo>
                  <a:lnTo>
                    <a:pt x="1983219" y="19050"/>
                  </a:lnTo>
                  <a:lnTo>
                    <a:pt x="2040369" y="19050"/>
                  </a:lnTo>
                  <a:lnTo>
                    <a:pt x="2040369" y="0"/>
                  </a:lnTo>
                  <a:close/>
                </a:path>
                <a:path w="10972800" h="2667000">
                  <a:moveTo>
                    <a:pt x="2127681" y="2647950"/>
                  </a:moveTo>
                  <a:lnTo>
                    <a:pt x="2070531" y="2647950"/>
                  </a:lnTo>
                  <a:lnTo>
                    <a:pt x="2070531" y="2667000"/>
                  </a:lnTo>
                  <a:lnTo>
                    <a:pt x="2127681" y="2667000"/>
                  </a:lnTo>
                  <a:lnTo>
                    <a:pt x="2127681" y="2647950"/>
                  </a:lnTo>
                  <a:close/>
                </a:path>
                <a:path w="10972800" h="2667000">
                  <a:moveTo>
                    <a:pt x="2135721" y="0"/>
                  </a:moveTo>
                  <a:lnTo>
                    <a:pt x="2078570" y="0"/>
                  </a:lnTo>
                  <a:lnTo>
                    <a:pt x="2078570" y="19050"/>
                  </a:lnTo>
                  <a:lnTo>
                    <a:pt x="2135721" y="19050"/>
                  </a:lnTo>
                  <a:lnTo>
                    <a:pt x="2135721" y="0"/>
                  </a:lnTo>
                  <a:close/>
                </a:path>
                <a:path w="10972800" h="2667000">
                  <a:moveTo>
                    <a:pt x="2223033" y="2647950"/>
                  </a:moveTo>
                  <a:lnTo>
                    <a:pt x="2165883" y="2647950"/>
                  </a:lnTo>
                  <a:lnTo>
                    <a:pt x="2165883" y="2667000"/>
                  </a:lnTo>
                  <a:lnTo>
                    <a:pt x="2223033" y="2667000"/>
                  </a:lnTo>
                  <a:lnTo>
                    <a:pt x="2223033" y="2647950"/>
                  </a:lnTo>
                  <a:close/>
                </a:path>
                <a:path w="10972800" h="2667000">
                  <a:moveTo>
                    <a:pt x="2231072" y="0"/>
                  </a:moveTo>
                  <a:lnTo>
                    <a:pt x="2173922" y="0"/>
                  </a:lnTo>
                  <a:lnTo>
                    <a:pt x="2173922" y="19050"/>
                  </a:lnTo>
                  <a:lnTo>
                    <a:pt x="2231072" y="19050"/>
                  </a:lnTo>
                  <a:lnTo>
                    <a:pt x="2231072" y="0"/>
                  </a:lnTo>
                  <a:close/>
                </a:path>
                <a:path w="10972800" h="2667000">
                  <a:moveTo>
                    <a:pt x="2318385" y="2647950"/>
                  </a:moveTo>
                  <a:lnTo>
                    <a:pt x="2261235" y="2647950"/>
                  </a:lnTo>
                  <a:lnTo>
                    <a:pt x="2261235" y="2667000"/>
                  </a:lnTo>
                  <a:lnTo>
                    <a:pt x="2318385" y="2667000"/>
                  </a:lnTo>
                  <a:lnTo>
                    <a:pt x="2318385" y="2647950"/>
                  </a:lnTo>
                  <a:close/>
                </a:path>
                <a:path w="10972800" h="2667000">
                  <a:moveTo>
                    <a:pt x="2326424" y="0"/>
                  </a:moveTo>
                  <a:lnTo>
                    <a:pt x="2269274" y="0"/>
                  </a:lnTo>
                  <a:lnTo>
                    <a:pt x="2269274" y="19050"/>
                  </a:lnTo>
                  <a:lnTo>
                    <a:pt x="2326424" y="19050"/>
                  </a:lnTo>
                  <a:lnTo>
                    <a:pt x="2326424" y="0"/>
                  </a:lnTo>
                  <a:close/>
                </a:path>
                <a:path w="10972800" h="2667000">
                  <a:moveTo>
                    <a:pt x="2413736" y="2647950"/>
                  </a:moveTo>
                  <a:lnTo>
                    <a:pt x="2356586" y="2647950"/>
                  </a:lnTo>
                  <a:lnTo>
                    <a:pt x="2356586" y="2667000"/>
                  </a:lnTo>
                  <a:lnTo>
                    <a:pt x="2413736" y="2667000"/>
                  </a:lnTo>
                  <a:lnTo>
                    <a:pt x="2413736" y="2647950"/>
                  </a:lnTo>
                  <a:close/>
                </a:path>
                <a:path w="10972800" h="2667000">
                  <a:moveTo>
                    <a:pt x="2421775" y="0"/>
                  </a:moveTo>
                  <a:lnTo>
                    <a:pt x="2364625" y="0"/>
                  </a:lnTo>
                  <a:lnTo>
                    <a:pt x="2364625" y="19050"/>
                  </a:lnTo>
                  <a:lnTo>
                    <a:pt x="2421775" y="19050"/>
                  </a:lnTo>
                  <a:lnTo>
                    <a:pt x="2421775" y="0"/>
                  </a:lnTo>
                  <a:close/>
                </a:path>
                <a:path w="10972800" h="2667000">
                  <a:moveTo>
                    <a:pt x="2509075" y="2647950"/>
                  </a:moveTo>
                  <a:lnTo>
                    <a:pt x="2451925" y="2647950"/>
                  </a:lnTo>
                  <a:lnTo>
                    <a:pt x="2451925" y="2667000"/>
                  </a:lnTo>
                  <a:lnTo>
                    <a:pt x="2509075" y="2667000"/>
                  </a:lnTo>
                  <a:lnTo>
                    <a:pt x="2509075" y="2647950"/>
                  </a:lnTo>
                  <a:close/>
                </a:path>
                <a:path w="10972800" h="2667000">
                  <a:moveTo>
                    <a:pt x="2517127" y="0"/>
                  </a:moveTo>
                  <a:lnTo>
                    <a:pt x="2459977" y="0"/>
                  </a:lnTo>
                  <a:lnTo>
                    <a:pt x="2459977" y="19050"/>
                  </a:lnTo>
                  <a:lnTo>
                    <a:pt x="2517127" y="19050"/>
                  </a:lnTo>
                  <a:lnTo>
                    <a:pt x="2517127" y="0"/>
                  </a:lnTo>
                  <a:close/>
                </a:path>
                <a:path w="10972800" h="2667000">
                  <a:moveTo>
                    <a:pt x="2604427" y="2647950"/>
                  </a:moveTo>
                  <a:lnTo>
                    <a:pt x="2547277" y="2647950"/>
                  </a:lnTo>
                  <a:lnTo>
                    <a:pt x="2547277" y="2667000"/>
                  </a:lnTo>
                  <a:lnTo>
                    <a:pt x="2604427" y="2667000"/>
                  </a:lnTo>
                  <a:lnTo>
                    <a:pt x="2604427" y="2647950"/>
                  </a:lnTo>
                  <a:close/>
                </a:path>
                <a:path w="10972800" h="2667000">
                  <a:moveTo>
                    <a:pt x="2612466" y="0"/>
                  </a:moveTo>
                  <a:lnTo>
                    <a:pt x="2555316" y="0"/>
                  </a:lnTo>
                  <a:lnTo>
                    <a:pt x="2555316" y="19050"/>
                  </a:lnTo>
                  <a:lnTo>
                    <a:pt x="2612466" y="19050"/>
                  </a:lnTo>
                  <a:lnTo>
                    <a:pt x="2612466" y="0"/>
                  </a:lnTo>
                  <a:close/>
                </a:path>
                <a:path w="10972800" h="2667000">
                  <a:moveTo>
                    <a:pt x="2699778" y="2647950"/>
                  </a:moveTo>
                  <a:lnTo>
                    <a:pt x="2642628" y="2647950"/>
                  </a:lnTo>
                  <a:lnTo>
                    <a:pt x="2642628" y="2667000"/>
                  </a:lnTo>
                  <a:lnTo>
                    <a:pt x="2699778" y="2667000"/>
                  </a:lnTo>
                  <a:lnTo>
                    <a:pt x="2699778" y="2647950"/>
                  </a:lnTo>
                  <a:close/>
                </a:path>
                <a:path w="10972800" h="2667000">
                  <a:moveTo>
                    <a:pt x="2707817" y="0"/>
                  </a:moveTo>
                  <a:lnTo>
                    <a:pt x="2650667" y="0"/>
                  </a:lnTo>
                  <a:lnTo>
                    <a:pt x="2650667" y="19050"/>
                  </a:lnTo>
                  <a:lnTo>
                    <a:pt x="2707817" y="19050"/>
                  </a:lnTo>
                  <a:lnTo>
                    <a:pt x="2707817" y="0"/>
                  </a:lnTo>
                  <a:close/>
                </a:path>
                <a:path w="10972800" h="2667000">
                  <a:moveTo>
                    <a:pt x="2795130" y="2647950"/>
                  </a:moveTo>
                  <a:lnTo>
                    <a:pt x="2737980" y="2647950"/>
                  </a:lnTo>
                  <a:lnTo>
                    <a:pt x="2737980" y="2667000"/>
                  </a:lnTo>
                  <a:lnTo>
                    <a:pt x="2795130" y="2667000"/>
                  </a:lnTo>
                  <a:lnTo>
                    <a:pt x="2795130" y="2647950"/>
                  </a:lnTo>
                  <a:close/>
                </a:path>
                <a:path w="10972800" h="2667000">
                  <a:moveTo>
                    <a:pt x="2803169" y="0"/>
                  </a:moveTo>
                  <a:lnTo>
                    <a:pt x="2746019" y="0"/>
                  </a:lnTo>
                  <a:lnTo>
                    <a:pt x="2746019" y="19050"/>
                  </a:lnTo>
                  <a:lnTo>
                    <a:pt x="2803169" y="19050"/>
                  </a:lnTo>
                  <a:lnTo>
                    <a:pt x="2803169" y="0"/>
                  </a:lnTo>
                  <a:close/>
                </a:path>
                <a:path w="10972800" h="2667000">
                  <a:moveTo>
                    <a:pt x="2890482" y="2647950"/>
                  </a:moveTo>
                  <a:lnTo>
                    <a:pt x="2833332" y="2647950"/>
                  </a:lnTo>
                  <a:lnTo>
                    <a:pt x="2833332" y="2667000"/>
                  </a:lnTo>
                  <a:lnTo>
                    <a:pt x="2890482" y="2667000"/>
                  </a:lnTo>
                  <a:lnTo>
                    <a:pt x="2890482" y="2647950"/>
                  </a:lnTo>
                  <a:close/>
                </a:path>
                <a:path w="10972800" h="2667000">
                  <a:moveTo>
                    <a:pt x="2898521" y="0"/>
                  </a:moveTo>
                  <a:lnTo>
                    <a:pt x="2841371" y="0"/>
                  </a:lnTo>
                  <a:lnTo>
                    <a:pt x="2841371" y="19050"/>
                  </a:lnTo>
                  <a:lnTo>
                    <a:pt x="2898521" y="19050"/>
                  </a:lnTo>
                  <a:lnTo>
                    <a:pt x="2898521" y="0"/>
                  </a:lnTo>
                  <a:close/>
                </a:path>
                <a:path w="10972800" h="2667000">
                  <a:moveTo>
                    <a:pt x="2985833" y="2647950"/>
                  </a:moveTo>
                  <a:lnTo>
                    <a:pt x="2928683" y="2647950"/>
                  </a:lnTo>
                  <a:lnTo>
                    <a:pt x="2928683" y="2667000"/>
                  </a:lnTo>
                  <a:lnTo>
                    <a:pt x="2985833" y="2667000"/>
                  </a:lnTo>
                  <a:lnTo>
                    <a:pt x="2985833" y="2647950"/>
                  </a:lnTo>
                  <a:close/>
                </a:path>
                <a:path w="10972800" h="2667000">
                  <a:moveTo>
                    <a:pt x="2993872" y="0"/>
                  </a:moveTo>
                  <a:lnTo>
                    <a:pt x="2936722" y="0"/>
                  </a:lnTo>
                  <a:lnTo>
                    <a:pt x="2936722" y="19050"/>
                  </a:lnTo>
                  <a:lnTo>
                    <a:pt x="2993872" y="19050"/>
                  </a:lnTo>
                  <a:lnTo>
                    <a:pt x="2993872" y="0"/>
                  </a:lnTo>
                  <a:close/>
                </a:path>
                <a:path w="10972800" h="2667000">
                  <a:moveTo>
                    <a:pt x="3081185" y="2647950"/>
                  </a:moveTo>
                  <a:lnTo>
                    <a:pt x="3024035" y="2647950"/>
                  </a:lnTo>
                  <a:lnTo>
                    <a:pt x="3024035" y="2667000"/>
                  </a:lnTo>
                  <a:lnTo>
                    <a:pt x="3081185" y="2667000"/>
                  </a:lnTo>
                  <a:lnTo>
                    <a:pt x="3081185" y="2647950"/>
                  </a:lnTo>
                  <a:close/>
                </a:path>
                <a:path w="10972800" h="2667000">
                  <a:moveTo>
                    <a:pt x="3089224" y="0"/>
                  </a:moveTo>
                  <a:lnTo>
                    <a:pt x="3032074" y="0"/>
                  </a:lnTo>
                  <a:lnTo>
                    <a:pt x="3032074" y="19050"/>
                  </a:lnTo>
                  <a:lnTo>
                    <a:pt x="3089224" y="19050"/>
                  </a:lnTo>
                  <a:lnTo>
                    <a:pt x="3089224" y="0"/>
                  </a:lnTo>
                  <a:close/>
                </a:path>
                <a:path w="10972800" h="2667000">
                  <a:moveTo>
                    <a:pt x="3176536" y="2647950"/>
                  </a:moveTo>
                  <a:lnTo>
                    <a:pt x="3119386" y="2647950"/>
                  </a:lnTo>
                  <a:lnTo>
                    <a:pt x="3119386" y="2667000"/>
                  </a:lnTo>
                  <a:lnTo>
                    <a:pt x="3176536" y="2667000"/>
                  </a:lnTo>
                  <a:lnTo>
                    <a:pt x="3176536" y="2647950"/>
                  </a:lnTo>
                  <a:close/>
                </a:path>
                <a:path w="10972800" h="2667000">
                  <a:moveTo>
                    <a:pt x="3184575" y="0"/>
                  </a:moveTo>
                  <a:lnTo>
                    <a:pt x="3127425" y="0"/>
                  </a:lnTo>
                  <a:lnTo>
                    <a:pt x="3127425" y="19050"/>
                  </a:lnTo>
                  <a:lnTo>
                    <a:pt x="3184575" y="19050"/>
                  </a:lnTo>
                  <a:lnTo>
                    <a:pt x="3184575" y="0"/>
                  </a:lnTo>
                  <a:close/>
                </a:path>
                <a:path w="10972800" h="2667000">
                  <a:moveTo>
                    <a:pt x="3271888" y="2647950"/>
                  </a:moveTo>
                  <a:lnTo>
                    <a:pt x="3214738" y="2647950"/>
                  </a:lnTo>
                  <a:lnTo>
                    <a:pt x="3214738" y="2667000"/>
                  </a:lnTo>
                  <a:lnTo>
                    <a:pt x="3271888" y="2667000"/>
                  </a:lnTo>
                  <a:lnTo>
                    <a:pt x="3271888" y="2647950"/>
                  </a:lnTo>
                  <a:close/>
                </a:path>
                <a:path w="10972800" h="2667000">
                  <a:moveTo>
                    <a:pt x="3279927" y="0"/>
                  </a:moveTo>
                  <a:lnTo>
                    <a:pt x="3222777" y="0"/>
                  </a:lnTo>
                  <a:lnTo>
                    <a:pt x="3222777" y="19050"/>
                  </a:lnTo>
                  <a:lnTo>
                    <a:pt x="3279927" y="19050"/>
                  </a:lnTo>
                  <a:lnTo>
                    <a:pt x="3279927" y="0"/>
                  </a:lnTo>
                  <a:close/>
                </a:path>
                <a:path w="10972800" h="2667000">
                  <a:moveTo>
                    <a:pt x="3367240" y="2647950"/>
                  </a:moveTo>
                  <a:lnTo>
                    <a:pt x="3310090" y="2647950"/>
                  </a:lnTo>
                  <a:lnTo>
                    <a:pt x="3310090" y="2667000"/>
                  </a:lnTo>
                  <a:lnTo>
                    <a:pt x="3367240" y="2667000"/>
                  </a:lnTo>
                  <a:lnTo>
                    <a:pt x="3367240" y="2647950"/>
                  </a:lnTo>
                  <a:close/>
                </a:path>
                <a:path w="10972800" h="2667000">
                  <a:moveTo>
                    <a:pt x="3375279" y="0"/>
                  </a:moveTo>
                  <a:lnTo>
                    <a:pt x="3318129" y="0"/>
                  </a:lnTo>
                  <a:lnTo>
                    <a:pt x="3318129" y="19050"/>
                  </a:lnTo>
                  <a:lnTo>
                    <a:pt x="3375279" y="19050"/>
                  </a:lnTo>
                  <a:lnTo>
                    <a:pt x="3375279" y="0"/>
                  </a:lnTo>
                  <a:close/>
                </a:path>
                <a:path w="10972800" h="2667000">
                  <a:moveTo>
                    <a:pt x="3462591" y="2647950"/>
                  </a:moveTo>
                  <a:lnTo>
                    <a:pt x="3405441" y="2647950"/>
                  </a:lnTo>
                  <a:lnTo>
                    <a:pt x="3405441" y="2667000"/>
                  </a:lnTo>
                  <a:lnTo>
                    <a:pt x="3462591" y="2667000"/>
                  </a:lnTo>
                  <a:lnTo>
                    <a:pt x="3462591" y="2647950"/>
                  </a:lnTo>
                  <a:close/>
                </a:path>
                <a:path w="10972800" h="2667000">
                  <a:moveTo>
                    <a:pt x="3470630" y="0"/>
                  </a:moveTo>
                  <a:lnTo>
                    <a:pt x="3413480" y="0"/>
                  </a:lnTo>
                  <a:lnTo>
                    <a:pt x="3413480" y="19050"/>
                  </a:lnTo>
                  <a:lnTo>
                    <a:pt x="3470630" y="19050"/>
                  </a:lnTo>
                  <a:lnTo>
                    <a:pt x="3470630" y="0"/>
                  </a:lnTo>
                  <a:close/>
                </a:path>
                <a:path w="10972800" h="2667000">
                  <a:moveTo>
                    <a:pt x="3557943" y="2647950"/>
                  </a:moveTo>
                  <a:lnTo>
                    <a:pt x="3500793" y="2647950"/>
                  </a:lnTo>
                  <a:lnTo>
                    <a:pt x="3500793" y="2667000"/>
                  </a:lnTo>
                  <a:lnTo>
                    <a:pt x="3557943" y="2667000"/>
                  </a:lnTo>
                  <a:lnTo>
                    <a:pt x="3557943" y="2647950"/>
                  </a:lnTo>
                  <a:close/>
                </a:path>
                <a:path w="10972800" h="2667000">
                  <a:moveTo>
                    <a:pt x="3565982" y="0"/>
                  </a:moveTo>
                  <a:lnTo>
                    <a:pt x="3508832" y="0"/>
                  </a:lnTo>
                  <a:lnTo>
                    <a:pt x="3508832" y="19050"/>
                  </a:lnTo>
                  <a:lnTo>
                    <a:pt x="3565982" y="19050"/>
                  </a:lnTo>
                  <a:lnTo>
                    <a:pt x="3565982" y="0"/>
                  </a:lnTo>
                  <a:close/>
                </a:path>
                <a:path w="10972800" h="2667000">
                  <a:moveTo>
                    <a:pt x="3653294" y="2647950"/>
                  </a:moveTo>
                  <a:lnTo>
                    <a:pt x="3596144" y="2647950"/>
                  </a:lnTo>
                  <a:lnTo>
                    <a:pt x="3596144" y="2667000"/>
                  </a:lnTo>
                  <a:lnTo>
                    <a:pt x="3653294" y="2667000"/>
                  </a:lnTo>
                  <a:lnTo>
                    <a:pt x="3653294" y="2647950"/>
                  </a:lnTo>
                  <a:close/>
                </a:path>
                <a:path w="10972800" h="2667000">
                  <a:moveTo>
                    <a:pt x="3661333" y="0"/>
                  </a:moveTo>
                  <a:lnTo>
                    <a:pt x="3604183" y="0"/>
                  </a:lnTo>
                  <a:lnTo>
                    <a:pt x="3604183" y="19050"/>
                  </a:lnTo>
                  <a:lnTo>
                    <a:pt x="3661333" y="19050"/>
                  </a:lnTo>
                  <a:lnTo>
                    <a:pt x="3661333" y="0"/>
                  </a:lnTo>
                  <a:close/>
                </a:path>
                <a:path w="10972800" h="2667000">
                  <a:moveTo>
                    <a:pt x="3748633" y="2647950"/>
                  </a:moveTo>
                  <a:lnTo>
                    <a:pt x="3691483" y="2647950"/>
                  </a:lnTo>
                  <a:lnTo>
                    <a:pt x="3691483" y="2667000"/>
                  </a:lnTo>
                  <a:lnTo>
                    <a:pt x="3748633" y="2667000"/>
                  </a:lnTo>
                  <a:lnTo>
                    <a:pt x="3748633" y="2647950"/>
                  </a:lnTo>
                  <a:close/>
                </a:path>
                <a:path w="10972800" h="2667000">
                  <a:moveTo>
                    <a:pt x="3756685" y="0"/>
                  </a:moveTo>
                  <a:lnTo>
                    <a:pt x="3699535" y="0"/>
                  </a:lnTo>
                  <a:lnTo>
                    <a:pt x="3699535" y="19050"/>
                  </a:lnTo>
                  <a:lnTo>
                    <a:pt x="3756685" y="19050"/>
                  </a:lnTo>
                  <a:lnTo>
                    <a:pt x="3756685" y="0"/>
                  </a:lnTo>
                  <a:close/>
                </a:path>
                <a:path w="10972800" h="2667000">
                  <a:moveTo>
                    <a:pt x="3843985" y="2647950"/>
                  </a:moveTo>
                  <a:lnTo>
                    <a:pt x="3786835" y="2647950"/>
                  </a:lnTo>
                  <a:lnTo>
                    <a:pt x="3786835" y="2667000"/>
                  </a:lnTo>
                  <a:lnTo>
                    <a:pt x="3843985" y="2667000"/>
                  </a:lnTo>
                  <a:lnTo>
                    <a:pt x="3843985" y="2647950"/>
                  </a:lnTo>
                  <a:close/>
                </a:path>
                <a:path w="10972800" h="2667000">
                  <a:moveTo>
                    <a:pt x="3852024" y="0"/>
                  </a:moveTo>
                  <a:lnTo>
                    <a:pt x="3794874" y="0"/>
                  </a:lnTo>
                  <a:lnTo>
                    <a:pt x="3794874" y="19050"/>
                  </a:lnTo>
                  <a:lnTo>
                    <a:pt x="3852024" y="19050"/>
                  </a:lnTo>
                  <a:lnTo>
                    <a:pt x="3852024" y="0"/>
                  </a:lnTo>
                  <a:close/>
                </a:path>
                <a:path w="10972800" h="2667000">
                  <a:moveTo>
                    <a:pt x="3939336" y="2647950"/>
                  </a:moveTo>
                  <a:lnTo>
                    <a:pt x="3882186" y="2647950"/>
                  </a:lnTo>
                  <a:lnTo>
                    <a:pt x="3882186" y="2667000"/>
                  </a:lnTo>
                  <a:lnTo>
                    <a:pt x="3939336" y="2667000"/>
                  </a:lnTo>
                  <a:lnTo>
                    <a:pt x="3939336" y="2647950"/>
                  </a:lnTo>
                  <a:close/>
                </a:path>
                <a:path w="10972800" h="2667000">
                  <a:moveTo>
                    <a:pt x="3947376" y="0"/>
                  </a:moveTo>
                  <a:lnTo>
                    <a:pt x="3890226" y="0"/>
                  </a:lnTo>
                  <a:lnTo>
                    <a:pt x="3890226" y="19050"/>
                  </a:lnTo>
                  <a:lnTo>
                    <a:pt x="3947376" y="19050"/>
                  </a:lnTo>
                  <a:lnTo>
                    <a:pt x="3947376" y="0"/>
                  </a:lnTo>
                  <a:close/>
                </a:path>
                <a:path w="10972800" h="2667000">
                  <a:moveTo>
                    <a:pt x="4034688" y="2647950"/>
                  </a:moveTo>
                  <a:lnTo>
                    <a:pt x="3977538" y="2647950"/>
                  </a:lnTo>
                  <a:lnTo>
                    <a:pt x="3977538" y="2667000"/>
                  </a:lnTo>
                  <a:lnTo>
                    <a:pt x="4034688" y="2667000"/>
                  </a:lnTo>
                  <a:lnTo>
                    <a:pt x="4034688" y="2647950"/>
                  </a:lnTo>
                  <a:close/>
                </a:path>
                <a:path w="10972800" h="2667000">
                  <a:moveTo>
                    <a:pt x="4042727" y="0"/>
                  </a:moveTo>
                  <a:lnTo>
                    <a:pt x="3985577" y="0"/>
                  </a:lnTo>
                  <a:lnTo>
                    <a:pt x="3985577" y="19050"/>
                  </a:lnTo>
                  <a:lnTo>
                    <a:pt x="4042727" y="19050"/>
                  </a:lnTo>
                  <a:lnTo>
                    <a:pt x="4042727" y="0"/>
                  </a:lnTo>
                  <a:close/>
                </a:path>
                <a:path w="10972800" h="2667000">
                  <a:moveTo>
                    <a:pt x="4130040" y="2647950"/>
                  </a:moveTo>
                  <a:lnTo>
                    <a:pt x="4072890" y="2647950"/>
                  </a:lnTo>
                  <a:lnTo>
                    <a:pt x="4072890" y="2667000"/>
                  </a:lnTo>
                  <a:lnTo>
                    <a:pt x="4130040" y="2667000"/>
                  </a:lnTo>
                  <a:lnTo>
                    <a:pt x="4130040" y="2647950"/>
                  </a:lnTo>
                  <a:close/>
                </a:path>
                <a:path w="10972800" h="2667000">
                  <a:moveTo>
                    <a:pt x="4138079" y="0"/>
                  </a:moveTo>
                  <a:lnTo>
                    <a:pt x="4080929" y="0"/>
                  </a:lnTo>
                  <a:lnTo>
                    <a:pt x="4080929" y="19050"/>
                  </a:lnTo>
                  <a:lnTo>
                    <a:pt x="4138079" y="19050"/>
                  </a:lnTo>
                  <a:lnTo>
                    <a:pt x="4138079" y="0"/>
                  </a:lnTo>
                  <a:close/>
                </a:path>
                <a:path w="10972800" h="2667000">
                  <a:moveTo>
                    <a:pt x="4225391" y="2647950"/>
                  </a:moveTo>
                  <a:lnTo>
                    <a:pt x="4168241" y="2647950"/>
                  </a:lnTo>
                  <a:lnTo>
                    <a:pt x="4168241" y="2667000"/>
                  </a:lnTo>
                  <a:lnTo>
                    <a:pt x="4225391" y="2667000"/>
                  </a:lnTo>
                  <a:lnTo>
                    <a:pt x="4225391" y="2647950"/>
                  </a:lnTo>
                  <a:close/>
                </a:path>
                <a:path w="10972800" h="2667000">
                  <a:moveTo>
                    <a:pt x="4233430" y="0"/>
                  </a:moveTo>
                  <a:lnTo>
                    <a:pt x="4176280" y="0"/>
                  </a:lnTo>
                  <a:lnTo>
                    <a:pt x="4176280" y="19050"/>
                  </a:lnTo>
                  <a:lnTo>
                    <a:pt x="4233430" y="19050"/>
                  </a:lnTo>
                  <a:lnTo>
                    <a:pt x="4233430" y="0"/>
                  </a:lnTo>
                  <a:close/>
                </a:path>
                <a:path w="10972800" h="2667000">
                  <a:moveTo>
                    <a:pt x="4320743" y="2647950"/>
                  </a:moveTo>
                  <a:lnTo>
                    <a:pt x="4263593" y="2647950"/>
                  </a:lnTo>
                  <a:lnTo>
                    <a:pt x="4263593" y="2667000"/>
                  </a:lnTo>
                  <a:lnTo>
                    <a:pt x="4320743" y="2667000"/>
                  </a:lnTo>
                  <a:lnTo>
                    <a:pt x="4320743" y="2647950"/>
                  </a:lnTo>
                  <a:close/>
                </a:path>
                <a:path w="10972800" h="2667000">
                  <a:moveTo>
                    <a:pt x="4328782" y="0"/>
                  </a:moveTo>
                  <a:lnTo>
                    <a:pt x="4271632" y="0"/>
                  </a:lnTo>
                  <a:lnTo>
                    <a:pt x="4271632" y="19050"/>
                  </a:lnTo>
                  <a:lnTo>
                    <a:pt x="4328782" y="19050"/>
                  </a:lnTo>
                  <a:lnTo>
                    <a:pt x="4328782" y="0"/>
                  </a:lnTo>
                  <a:close/>
                </a:path>
                <a:path w="10972800" h="2667000">
                  <a:moveTo>
                    <a:pt x="4416095" y="2647950"/>
                  </a:moveTo>
                  <a:lnTo>
                    <a:pt x="4358945" y="2647950"/>
                  </a:lnTo>
                  <a:lnTo>
                    <a:pt x="4358945" y="2667000"/>
                  </a:lnTo>
                  <a:lnTo>
                    <a:pt x="4416095" y="2667000"/>
                  </a:lnTo>
                  <a:lnTo>
                    <a:pt x="4416095" y="2647950"/>
                  </a:lnTo>
                  <a:close/>
                </a:path>
                <a:path w="10972800" h="2667000">
                  <a:moveTo>
                    <a:pt x="4424134" y="0"/>
                  </a:moveTo>
                  <a:lnTo>
                    <a:pt x="4366984" y="0"/>
                  </a:lnTo>
                  <a:lnTo>
                    <a:pt x="4366984" y="19050"/>
                  </a:lnTo>
                  <a:lnTo>
                    <a:pt x="4424134" y="19050"/>
                  </a:lnTo>
                  <a:lnTo>
                    <a:pt x="4424134" y="0"/>
                  </a:lnTo>
                  <a:close/>
                </a:path>
                <a:path w="10972800" h="2667000">
                  <a:moveTo>
                    <a:pt x="4511446" y="2647950"/>
                  </a:moveTo>
                  <a:lnTo>
                    <a:pt x="4454296" y="2647950"/>
                  </a:lnTo>
                  <a:lnTo>
                    <a:pt x="4454296" y="2667000"/>
                  </a:lnTo>
                  <a:lnTo>
                    <a:pt x="4511446" y="2667000"/>
                  </a:lnTo>
                  <a:lnTo>
                    <a:pt x="4511446" y="2647950"/>
                  </a:lnTo>
                  <a:close/>
                </a:path>
                <a:path w="10972800" h="2667000">
                  <a:moveTo>
                    <a:pt x="4519485" y="0"/>
                  </a:moveTo>
                  <a:lnTo>
                    <a:pt x="4462335" y="0"/>
                  </a:lnTo>
                  <a:lnTo>
                    <a:pt x="4462335" y="19050"/>
                  </a:lnTo>
                  <a:lnTo>
                    <a:pt x="4519485" y="19050"/>
                  </a:lnTo>
                  <a:lnTo>
                    <a:pt x="4519485" y="0"/>
                  </a:lnTo>
                  <a:close/>
                </a:path>
                <a:path w="10972800" h="2667000">
                  <a:moveTo>
                    <a:pt x="4606798" y="2647950"/>
                  </a:moveTo>
                  <a:lnTo>
                    <a:pt x="4549648" y="2647950"/>
                  </a:lnTo>
                  <a:lnTo>
                    <a:pt x="4549648" y="2667000"/>
                  </a:lnTo>
                  <a:lnTo>
                    <a:pt x="4606798" y="2667000"/>
                  </a:lnTo>
                  <a:lnTo>
                    <a:pt x="4606798" y="2647950"/>
                  </a:lnTo>
                  <a:close/>
                </a:path>
                <a:path w="10972800" h="2667000">
                  <a:moveTo>
                    <a:pt x="4614837" y="0"/>
                  </a:moveTo>
                  <a:lnTo>
                    <a:pt x="4557687" y="0"/>
                  </a:lnTo>
                  <a:lnTo>
                    <a:pt x="4557687" y="19050"/>
                  </a:lnTo>
                  <a:lnTo>
                    <a:pt x="4614837" y="19050"/>
                  </a:lnTo>
                  <a:lnTo>
                    <a:pt x="4614837" y="0"/>
                  </a:lnTo>
                  <a:close/>
                </a:path>
                <a:path w="10972800" h="2667000">
                  <a:moveTo>
                    <a:pt x="4702149" y="2647950"/>
                  </a:moveTo>
                  <a:lnTo>
                    <a:pt x="4644999" y="2647950"/>
                  </a:lnTo>
                  <a:lnTo>
                    <a:pt x="4644999" y="2667000"/>
                  </a:lnTo>
                  <a:lnTo>
                    <a:pt x="4702149" y="2667000"/>
                  </a:lnTo>
                  <a:lnTo>
                    <a:pt x="4702149" y="2647950"/>
                  </a:lnTo>
                  <a:close/>
                </a:path>
                <a:path w="10972800" h="2667000">
                  <a:moveTo>
                    <a:pt x="4710188" y="0"/>
                  </a:moveTo>
                  <a:lnTo>
                    <a:pt x="4653038" y="0"/>
                  </a:lnTo>
                  <a:lnTo>
                    <a:pt x="4653038" y="19050"/>
                  </a:lnTo>
                  <a:lnTo>
                    <a:pt x="4710188" y="19050"/>
                  </a:lnTo>
                  <a:lnTo>
                    <a:pt x="4710188" y="0"/>
                  </a:lnTo>
                  <a:close/>
                </a:path>
                <a:path w="10972800" h="2667000">
                  <a:moveTo>
                    <a:pt x="4797501" y="2647950"/>
                  </a:moveTo>
                  <a:lnTo>
                    <a:pt x="4740351" y="2647950"/>
                  </a:lnTo>
                  <a:lnTo>
                    <a:pt x="4740351" y="2667000"/>
                  </a:lnTo>
                  <a:lnTo>
                    <a:pt x="4797501" y="2667000"/>
                  </a:lnTo>
                  <a:lnTo>
                    <a:pt x="4797501" y="2647950"/>
                  </a:lnTo>
                  <a:close/>
                </a:path>
                <a:path w="10972800" h="2667000">
                  <a:moveTo>
                    <a:pt x="4805540" y="0"/>
                  </a:moveTo>
                  <a:lnTo>
                    <a:pt x="4748390" y="0"/>
                  </a:lnTo>
                  <a:lnTo>
                    <a:pt x="4748390" y="19050"/>
                  </a:lnTo>
                  <a:lnTo>
                    <a:pt x="4805540" y="19050"/>
                  </a:lnTo>
                  <a:lnTo>
                    <a:pt x="4805540" y="0"/>
                  </a:lnTo>
                  <a:close/>
                </a:path>
                <a:path w="10972800" h="2667000">
                  <a:moveTo>
                    <a:pt x="4892853" y="2647950"/>
                  </a:moveTo>
                  <a:lnTo>
                    <a:pt x="4835703" y="2647950"/>
                  </a:lnTo>
                  <a:lnTo>
                    <a:pt x="4835703" y="2667000"/>
                  </a:lnTo>
                  <a:lnTo>
                    <a:pt x="4892853" y="2667000"/>
                  </a:lnTo>
                  <a:lnTo>
                    <a:pt x="4892853" y="2647950"/>
                  </a:lnTo>
                  <a:close/>
                </a:path>
                <a:path w="10972800" h="2667000">
                  <a:moveTo>
                    <a:pt x="4900892" y="0"/>
                  </a:moveTo>
                  <a:lnTo>
                    <a:pt x="4843742" y="0"/>
                  </a:lnTo>
                  <a:lnTo>
                    <a:pt x="4843742" y="19050"/>
                  </a:lnTo>
                  <a:lnTo>
                    <a:pt x="4900892" y="19050"/>
                  </a:lnTo>
                  <a:lnTo>
                    <a:pt x="4900892" y="0"/>
                  </a:lnTo>
                  <a:close/>
                </a:path>
                <a:path w="10972800" h="2667000">
                  <a:moveTo>
                    <a:pt x="4988191" y="2647950"/>
                  </a:moveTo>
                  <a:lnTo>
                    <a:pt x="4931041" y="2647950"/>
                  </a:lnTo>
                  <a:lnTo>
                    <a:pt x="4931041" y="2667000"/>
                  </a:lnTo>
                  <a:lnTo>
                    <a:pt x="4988191" y="2667000"/>
                  </a:lnTo>
                  <a:lnTo>
                    <a:pt x="4988191" y="2647950"/>
                  </a:lnTo>
                  <a:close/>
                </a:path>
                <a:path w="10972800" h="2667000">
                  <a:moveTo>
                    <a:pt x="4996243" y="0"/>
                  </a:moveTo>
                  <a:lnTo>
                    <a:pt x="4939081" y="0"/>
                  </a:lnTo>
                  <a:lnTo>
                    <a:pt x="4939081" y="19050"/>
                  </a:lnTo>
                  <a:lnTo>
                    <a:pt x="4996243" y="19050"/>
                  </a:lnTo>
                  <a:lnTo>
                    <a:pt x="4996243" y="0"/>
                  </a:lnTo>
                  <a:close/>
                </a:path>
                <a:path w="10972800" h="2667000">
                  <a:moveTo>
                    <a:pt x="5083543" y="2647950"/>
                  </a:moveTo>
                  <a:lnTo>
                    <a:pt x="5026393" y="2647950"/>
                  </a:lnTo>
                  <a:lnTo>
                    <a:pt x="5026393" y="2667000"/>
                  </a:lnTo>
                  <a:lnTo>
                    <a:pt x="5083543" y="2667000"/>
                  </a:lnTo>
                  <a:lnTo>
                    <a:pt x="5083543" y="2647950"/>
                  </a:lnTo>
                  <a:close/>
                </a:path>
                <a:path w="10972800" h="2667000">
                  <a:moveTo>
                    <a:pt x="5091582" y="0"/>
                  </a:moveTo>
                  <a:lnTo>
                    <a:pt x="5034432" y="0"/>
                  </a:lnTo>
                  <a:lnTo>
                    <a:pt x="5034432" y="19050"/>
                  </a:lnTo>
                  <a:lnTo>
                    <a:pt x="5091582" y="19050"/>
                  </a:lnTo>
                  <a:lnTo>
                    <a:pt x="5091582" y="0"/>
                  </a:lnTo>
                  <a:close/>
                </a:path>
                <a:path w="10972800" h="2667000">
                  <a:moveTo>
                    <a:pt x="5178895" y="2647950"/>
                  </a:moveTo>
                  <a:lnTo>
                    <a:pt x="5121745" y="2647950"/>
                  </a:lnTo>
                  <a:lnTo>
                    <a:pt x="5121745" y="2667000"/>
                  </a:lnTo>
                  <a:lnTo>
                    <a:pt x="5178895" y="2667000"/>
                  </a:lnTo>
                  <a:lnTo>
                    <a:pt x="5178895" y="2647950"/>
                  </a:lnTo>
                  <a:close/>
                </a:path>
                <a:path w="10972800" h="2667000">
                  <a:moveTo>
                    <a:pt x="5186934" y="0"/>
                  </a:moveTo>
                  <a:lnTo>
                    <a:pt x="5129784" y="0"/>
                  </a:lnTo>
                  <a:lnTo>
                    <a:pt x="5129784" y="19050"/>
                  </a:lnTo>
                  <a:lnTo>
                    <a:pt x="5186934" y="19050"/>
                  </a:lnTo>
                  <a:lnTo>
                    <a:pt x="5186934" y="0"/>
                  </a:lnTo>
                  <a:close/>
                </a:path>
                <a:path w="10972800" h="2667000">
                  <a:moveTo>
                    <a:pt x="5274246" y="2647950"/>
                  </a:moveTo>
                  <a:lnTo>
                    <a:pt x="5217096" y="2647950"/>
                  </a:lnTo>
                  <a:lnTo>
                    <a:pt x="5217096" y="2667000"/>
                  </a:lnTo>
                  <a:lnTo>
                    <a:pt x="5274246" y="2667000"/>
                  </a:lnTo>
                  <a:lnTo>
                    <a:pt x="5274246" y="2647950"/>
                  </a:lnTo>
                  <a:close/>
                </a:path>
                <a:path w="10972800" h="2667000">
                  <a:moveTo>
                    <a:pt x="5282285" y="0"/>
                  </a:moveTo>
                  <a:lnTo>
                    <a:pt x="5225135" y="0"/>
                  </a:lnTo>
                  <a:lnTo>
                    <a:pt x="5225135" y="19050"/>
                  </a:lnTo>
                  <a:lnTo>
                    <a:pt x="5282285" y="19050"/>
                  </a:lnTo>
                  <a:lnTo>
                    <a:pt x="5282285" y="0"/>
                  </a:lnTo>
                  <a:close/>
                </a:path>
                <a:path w="10972800" h="2667000">
                  <a:moveTo>
                    <a:pt x="5369598" y="2647950"/>
                  </a:moveTo>
                  <a:lnTo>
                    <a:pt x="5312448" y="2647950"/>
                  </a:lnTo>
                  <a:lnTo>
                    <a:pt x="5312448" y="2667000"/>
                  </a:lnTo>
                  <a:lnTo>
                    <a:pt x="5369598" y="2667000"/>
                  </a:lnTo>
                  <a:lnTo>
                    <a:pt x="5369598" y="2647950"/>
                  </a:lnTo>
                  <a:close/>
                </a:path>
                <a:path w="10972800" h="2667000">
                  <a:moveTo>
                    <a:pt x="5377637" y="0"/>
                  </a:moveTo>
                  <a:lnTo>
                    <a:pt x="5320487" y="0"/>
                  </a:lnTo>
                  <a:lnTo>
                    <a:pt x="5320487" y="19050"/>
                  </a:lnTo>
                  <a:lnTo>
                    <a:pt x="5377637" y="19050"/>
                  </a:lnTo>
                  <a:lnTo>
                    <a:pt x="5377637" y="0"/>
                  </a:lnTo>
                  <a:close/>
                </a:path>
                <a:path w="10972800" h="2667000">
                  <a:moveTo>
                    <a:pt x="5464949" y="2647950"/>
                  </a:moveTo>
                  <a:lnTo>
                    <a:pt x="5407799" y="2647950"/>
                  </a:lnTo>
                  <a:lnTo>
                    <a:pt x="5407799" y="2667000"/>
                  </a:lnTo>
                  <a:lnTo>
                    <a:pt x="5464949" y="2667000"/>
                  </a:lnTo>
                  <a:lnTo>
                    <a:pt x="5464949" y="2647950"/>
                  </a:lnTo>
                  <a:close/>
                </a:path>
                <a:path w="10972800" h="2667000">
                  <a:moveTo>
                    <a:pt x="5472989" y="0"/>
                  </a:moveTo>
                  <a:lnTo>
                    <a:pt x="5415839" y="0"/>
                  </a:lnTo>
                  <a:lnTo>
                    <a:pt x="5415839" y="19050"/>
                  </a:lnTo>
                  <a:lnTo>
                    <a:pt x="5472989" y="19050"/>
                  </a:lnTo>
                  <a:lnTo>
                    <a:pt x="5472989" y="0"/>
                  </a:lnTo>
                  <a:close/>
                </a:path>
                <a:path w="10972800" h="2667000">
                  <a:moveTo>
                    <a:pt x="5560301" y="2647950"/>
                  </a:moveTo>
                  <a:lnTo>
                    <a:pt x="5503151" y="2647950"/>
                  </a:lnTo>
                  <a:lnTo>
                    <a:pt x="5503151" y="2667000"/>
                  </a:lnTo>
                  <a:lnTo>
                    <a:pt x="5560301" y="2667000"/>
                  </a:lnTo>
                  <a:lnTo>
                    <a:pt x="5560301" y="2647950"/>
                  </a:lnTo>
                  <a:close/>
                </a:path>
                <a:path w="10972800" h="2667000">
                  <a:moveTo>
                    <a:pt x="5568340" y="0"/>
                  </a:moveTo>
                  <a:lnTo>
                    <a:pt x="5511190" y="0"/>
                  </a:lnTo>
                  <a:lnTo>
                    <a:pt x="5511190" y="19050"/>
                  </a:lnTo>
                  <a:lnTo>
                    <a:pt x="5568340" y="19050"/>
                  </a:lnTo>
                  <a:lnTo>
                    <a:pt x="5568340" y="0"/>
                  </a:lnTo>
                  <a:close/>
                </a:path>
                <a:path w="10972800" h="2667000">
                  <a:moveTo>
                    <a:pt x="5655653" y="2647950"/>
                  </a:moveTo>
                  <a:lnTo>
                    <a:pt x="5598503" y="2647950"/>
                  </a:lnTo>
                  <a:lnTo>
                    <a:pt x="5598503" y="2667000"/>
                  </a:lnTo>
                  <a:lnTo>
                    <a:pt x="5655653" y="2667000"/>
                  </a:lnTo>
                  <a:lnTo>
                    <a:pt x="5655653" y="2647950"/>
                  </a:lnTo>
                  <a:close/>
                </a:path>
                <a:path w="10972800" h="2667000">
                  <a:moveTo>
                    <a:pt x="5663692" y="0"/>
                  </a:moveTo>
                  <a:lnTo>
                    <a:pt x="5606542" y="0"/>
                  </a:lnTo>
                  <a:lnTo>
                    <a:pt x="5606542" y="19050"/>
                  </a:lnTo>
                  <a:lnTo>
                    <a:pt x="5663692" y="19050"/>
                  </a:lnTo>
                  <a:lnTo>
                    <a:pt x="5663692" y="0"/>
                  </a:lnTo>
                  <a:close/>
                </a:path>
                <a:path w="10972800" h="2667000">
                  <a:moveTo>
                    <a:pt x="5751004" y="2647950"/>
                  </a:moveTo>
                  <a:lnTo>
                    <a:pt x="5693854" y="2647950"/>
                  </a:lnTo>
                  <a:lnTo>
                    <a:pt x="5693854" y="2667000"/>
                  </a:lnTo>
                  <a:lnTo>
                    <a:pt x="5751004" y="2667000"/>
                  </a:lnTo>
                  <a:lnTo>
                    <a:pt x="5751004" y="2647950"/>
                  </a:lnTo>
                  <a:close/>
                </a:path>
                <a:path w="10972800" h="2667000">
                  <a:moveTo>
                    <a:pt x="5759043" y="0"/>
                  </a:moveTo>
                  <a:lnTo>
                    <a:pt x="5701893" y="0"/>
                  </a:lnTo>
                  <a:lnTo>
                    <a:pt x="5701893" y="19050"/>
                  </a:lnTo>
                  <a:lnTo>
                    <a:pt x="5759043" y="19050"/>
                  </a:lnTo>
                  <a:lnTo>
                    <a:pt x="5759043" y="0"/>
                  </a:lnTo>
                  <a:close/>
                </a:path>
                <a:path w="10972800" h="2667000">
                  <a:moveTo>
                    <a:pt x="5846356" y="2647950"/>
                  </a:moveTo>
                  <a:lnTo>
                    <a:pt x="5789206" y="2647950"/>
                  </a:lnTo>
                  <a:lnTo>
                    <a:pt x="5789206" y="2667000"/>
                  </a:lnTo>
                  <a:lnTo>
                    <a:pt x="5846356" y="2667000"/>
                  </a:lnTo>
                  <a:lnTo>
                    <a:pt x="5846356" y="2647950"/>
                  </a:lnTo>
                  <a:close/>
                </a:path>
                <a:path w="10972800" h="2667000">
                  <a:moveTo>
                    <a:pt x="5854395" y="0"/>
                  </a:moveTo>
                  <a:lnTo>
                    <a:pt x="5797245" y="0"/>
                  </a:lnTo>
                  <a:lnTo>
                    <a:pt x="5797245" y="19050"/>
                  </a:lnTo>
                  <a:lnTo>
                    <a:pt x="5854395" y="19050"/>
                  </a:lnTo>
                  <a:lnTo>
                    <a:pt x="5854395" y="0"/>
                  </a:lnTo>
                  <a:close/>
                </a:path>
                <a:path w="10972800" h="2667000">
                  <a:moveTo>
                    <a:pt x="5941707" y="2647950"/>
                  </a:moveTo>
                  <a:lnTo>
                    <a:pt x="5884557" y="2647950"/>
                  </a:lnTo>
                  <a:lnTo>
                    <a:pt x="5884557" y="2667000"/>
                  </a:lnTo>
                  <a:lnTo>
                    <a:pt x="5941707" y="2667000"/>
                  </a:lnTo>
                  <a:lnTo>
                    <a:pt x="5941707" y="2647950"/>
                  </a:lnTo>
                  <a:close/>
                </a:path>
                <a:path w="10972800" h="2667000">
                  <a:moveTo>
                    <a:pt x="5949747" y="0"/>
                  </a:moveTo>
                  <a:lnTo>
                    <a:pt x="5892597" y="0"/>
                  </a:lnTo>
                  <a:lnTo>
                    <a:pt x="5892597" y="19050"/>
                  </a:lnTo>
                  <a:lnTo>
                    <a:pt x="5949747" y="19050"/>
                  </a:lnTo>
                  <a:lnTo>
                    <a:pt x="5949747" y="0"/>
                  </a:lnTo>
                  <a:close/>
                </a:path>
                <a:path w="10972800" h="2667000">
                  <a:moveTo>
                    <a:pt x="6037059" y="2647950"/>
                  </a:moveTo>
                  <a:lnTo>
                    <a:pt x="5979909" y="2647950"/>
                  </a:lnTo>
                  <a:lnTo>
                    <a:pt x="5979909" y="2667000"/>
                  </a:lnTo>
                  <a:lnTo>
                    <a:pt x="6037059" y="2667000"/>
                  </a:lnTo>
                  <a:lnTo>
                    <a:pt x="6037059" y="2647950"/>
                  </a:lnTo>
                  <a:close/>
                </a:path>
                <a:path w="10972800" h="2667000">
                  <a:moveTo>
                    <a:pt x="6045098" y="0"/>
                  </a:moveTo>
                  <a:lnTo>
                    <a:pt x="5987948" y="0"/>
                  </a:lnTo>
                  <a:lnTo>
                    <a:pt x="5987948" y="19050"/>
                  </a:lnTo>
                  <a:lnTo>
                    <a:pt x="6045098" y="19050"/>
                  </a:lnTo>
                  <a:lnTo>
                    <a:pt x="6045098" y="0"/>
                  </a:lnTo>
                  <a:close/>
                </a:path>
                <a:path w="10972800" h="2667000">
                  <a:moveTo>
                    <a:pt x="6132411" y="2647950"/>
                  </a:moveTo>
                  <a:lnTo>
                    <a:pt x="6075261" y="2647950"/>
                  </a:lnTo>
                  <a:lnTo>
                    <a:pt x="6075261" y="2667000"/>
                  </a:lnTo>
                  <a:lnTo>
                    <a:pt x="6132411" y="2667000"/>
                  </a:lnTo>
                  <a:lnTo>
                    <a:pt x="6132411" y="2647950"/>
                  </a:lnTo>
                  <a:close/>
                </a:path>
                <a:path w="10972800" h="2667000">
                  <a:moveTo>
                    <a:pt x="6140450" y="0"/>
                  </a:moveTo>
                  <a:lnTo>
                    <a:pt x="6083300" y="0"/>
                  </a:lnTo>
                  <a:lnTo>
                    <a:pt x="6083300" y="19050"/>
                  </a:lnTo>
                  <a:lnTo>
                    <a:pt x="6140450" y="19050"/>
                  </a:lnTo>
                  <a:lnTo>
                    <a:pt x="6140450" y="0"/>
                  </a:lnTo>
                  <a:close/>
                </a:path>
                <a:path w="10972800" h="2667000">
                  <a:moveTo>
                    <a:pt x="6227750" y="2647950"/>
                  </a:moveTo>
                  <a:lnTo>
                    <a:pt x="6170600" y="2647950"/>
                  </a:lnTo>
                  <a:lnTo>
                    <a:pt x="6170600" y="2667000"/>
                  </a:lnTo>
                  <a:lnTo>
                    <a:pt x="6227750" y="2667000"/>
                  </a:lnTo>
                  <a:lnTo>
                    <a:pt x="6227750" y="2647950"/>
                  </a:lnTo>
                  <a:close/>
                </a:path>
                <a:path w="10972800" h="2667000">
                  <a:moveTo>
                    <a:pt x="6235789" y="0"/>
                  </a:moveTo>
                  <a:lnTo>
                    <a:pt x="6178639" y="0"/>
                  </a:lnTo>
                  <a:lnTo>
                    <a:pt x="6178639" y="19050"/>
                  </a:lnTo>
                  <a:lnTo>
                    <a:pt x="6235789" y="19050"/>
                  </a:lnTo>
                  <a:lnTo>
                    <a:pt x="6235789" y="0"/>
                  </a:lnTo>
                  <a:close/>
                </a:path>
                <a:path w="10972800" h="2667000">
                  <a:moveTo>
                    <a:pt x="6323101" y="2647950"/>
                  </a:moveTo>
                  <a:lnTo>
                    <a:pt x="6265951" y="2647950"/>
                  </a:lnTo>
                  <a:lnTo>
                    <a:pt x="6265951" y="2667000"/>
                  </a:lnTo>
                  <a:lnTo>
                    <a:pt x="6323101" y="2667000"/>
                  </a:lnTo>
                  <a:lnTo>
                    <a:pt x="6323101" y="2647950"/>
                  </a:lnTo>
                  <a:close/>
                </a:path>
                <a:path w="10972800" h="2667000">
                  <a:moveTo>
                    <a:pt x="6331140" y="0"/>
                  </a:moveTo>
                  <a:lnTo>
                    <a:pt x="6273990" y="0"/>
                  </a:lnTo>
                  <a:lnTo>
                    <a:pt x="6273990" y="19050"/>
                  </a:lnTo>
                  <a:lnTo>
                    <a:pt x="6331140" y="19050"/>
                  </a:lnTo>
                  <a:lnTo>
                    <a:pt x="6331140" y="0"/>
                  </a:lnTo>
                  <a:close/>
                </a:path>
                <a:path w="10972800" h="2667000">
                  <a:moveTo>
                    <a:pt x="6418453" y="2647950"/>
                  </a:moveTo>
                  <a:lnTo>
                    <a:pt x="6361303" y="2647950"/>
                  </a:lnTo>
                  <a:lnTo>
                    <a:pt x="6361303" y="2667000"/>
                  </a:lnTo>
                  <a:lnTo>
                    <a:pt x="6418453" y="2667000"/>
                  </a:lnTo>
                  <a:lnTo>
                    <a:pt x="6418453" y="2647950"/>
                  </a:lnTo>
                  <a:close/>
                </a:path>
                <a:path w="10972800" h="2667000">
                  <a:moveTo>
                    <a:pt x="6426492" y="0"/>
                  </a:moveTo>
                  <a:lnTo>
                    <a:pt x="6369342" y="0"/>
                  </a:lnTo>
                  <a:lnTo>
                    <a:pt x="6369342" y="19050"/>
                  </a:lnTo>
                  <a:lnTo>
                    <a:pt x="6426492" y="19050"/>
                  </a:lnTo>
                  <a:lnTo>
                    <a:pt x="6426492" y="0"/>
                  </a:lnTo>
                  <a:close/>
                </a:path>
                <a:path w="10972800" h="2667000">
                  <a:moveTo>
                    <a:pt x="6513804" y="2647950"/>
                  </a:moveTo>
                  <a:lnTo>
                    <a:pt x="6456654" y="2647950"/>
                  </a:lnTo>
                  <a:lnTo>
                    <a:pt x="6456654" y="2667000"/>
                  </a:lnTo>
                  <a:lnTo>
                    <a:pt x="6513804" y="2667000"/>
                  </a:lnTo>
                  <a:lnTo>
                    <a:pt x="6513804" y="2647950"/>
                  </a:lnTo>
                  <a:close/>
                </a:path>
                <a:path w="10972800" h="2667000">
                  <a:moveTo>
                    <a:pt x="6521844" y="0"/>
                  </a:moveTo>
                  <a:lnTo>
                    <a:pt x="6464694" y="0"/>
                  </a:lnTo>
                  <a:lnTo>
                    <a:pt x="6464694" y="19050"/>
                  </a:lnTo>
                  <a:lnTo>
                    <a:pt x="6521844" y="19050"/>
                  </a:lnTo>
                  <a:lnTo>
                    <a:pt x="6521844" y="0"/>
                  </a:lnTo>
                  <a:close/>
                </a:path>
                <a:path w="10972800" h="2667000">
                  <a:moveTo>
                    <a:pt x="6609156" y="2647950"/>
                  </a:moveTo>
                  <a:lnTo>
                    <a:pt x="6552006" y="2647950"/>
                  </a:lnTo>
                  <a:lnTo>
                    <a:pt x="6552006" y="2667000"/>
                  </a:lnTo>
                  <a:lnTo>
                    <a:pt x="6609156" y="2667000"/>
                  </a:lnTo>
                  <a:lnTo>
                    <a:pt x="6609156" y="2647950"/>
                  </a:lnTo>
                  <a:close/>
                </a:path>
                <a:path w="10972800" h="2667000">
                  <a:moveTo>
                    <a:pt x="6617195" y="0"/>
                  </a:moveTo>
                  <a:lnTo>
                    <a:pt x="6560045" y="0"/>
                  </a:lnTo>
                  <a:lnTo>
                    <a:pt x="6560045" y="19050"/>
                  </a:lnTo>
                  <a:lnTo>
                    <a:pt x="6617195" y="19050"/>
                  </a:lnTo>
                  <a:lnTo>
                    <a:pt x="6617195" y="0"/>
                  </a:lnTo>
                  <a:close/>
                </a:path>
                <a:path w="10972800" h="2667000">
                  <a:moveTo>
                    <a:pt x="6704508" y="2647950"/>
                  </a:moveTo>
                  <a:lnTo>
                    <a:pt x="6647358" y="2647950"/>
                  </a:lnTo>
                  <a:lnTo>
                    <a:pt x="6647358" y="2667000"/>
                  </a:lnTo>
                  <a:lnTo>
                    <a:pt x="6704508" y="2667000"/>
                  </a:lnTo>
                  <a:lnTo>
                    <a:pt x="6704508" y="2647950"/>
                  </a:lnTo>
                  <a:close/>
                </a:path>
                <a:path w="10972800" h="2667000">
                  <a:moveTo>
                    <a:pt x="6712547" y="0"/>
                  </a:moveTo>
                  <a:lnTo>
                    <a:pt x="6655397" y="0"/>
                  </a:lnTo>
                  <a:lnTo>
                    <a:pt x="6655397" y="19050"/>
                  </a:lnTo>
                  <a:lnTo>
                    <a:pt x="6712547" y="19050"/>
                  </a:lnTo>
                  <a:lnTo>
                    <a:pt x="6712547" y="0"/>
                  </a:lnTo>
                  <a:close/>
                </a:path>
                <a:path w="10972800" h="2667000">
                  <a:moveTo>
                    <a:pt x="6799859" y="2647950"/>
                  </a:moveTo>
                  <a:lnTo>
                    <a:pt x="6742709" y="2647950"/>
                  </a:lnTo>
                  <a:lnTo>
                    <a:pt x="6742709" y="2667000"/>
                  </a:lnTo>
                  <a:lnTo>
                    <a:pt x="6799859" y="2667000"/>
                  </a:lnTo>
                  <a:lnTo>
                    <a:pt x="6799859" y="2647950"/>
                  </a:lnTo>
                  <a:close/>
                </a:path>
                <a:path w="10972800" h="2667000">
                  <a:moveTo>
                    <a:pt x="6807898" y="0"/>
                  </a:moveTo>
                  <a:lnTo>
                    <a:pt x="6750748" y="0"/>
                  </a:lnTo>
                  <a:lnTo>
                    <a:pt x="6750748" y="19050"/>
                  </a:lnTo>
                  <a:lnTo>
                    <a:pt x="6807898" y="19050"/>
                  </a:lnTo>
                  <a:lnTo>
                    <a:pt x="6807898" y="0"/>
                  </a:lnTo>
                  <a:close/>
                </a:path>
                <a:path w="10972800" h="2667000">
                  <a:moveTo>
                    <a:pt x="6895211" y="2647950"/>
                  </a:moveTo>
                  <a:lnTo>
                    <a:pt x="6838061" y="2647950"/>
                  </a:lnTo>
                  <a:lnTo>
                    <a:pt x="6838061" y="2667000"/>
                  </a:lnTo>
                  <a:lnTo>
                    <a:pt x="6895211" y="2667000"/>
                  </a:lnTo>
                  <a:lnTo>
                    <a:pt x="6895211" y="2647950"/>
                  </a:lnTo>
                  <a:close/>
                </a:path>
                <a:path w="10972800" h="2667000">
                  <a:moveTo>
                    <a:pt x="6903250" y="0"/>
                  </a:moveTo>
                  <a:lnTo>
                    <a:pt x="6846100" y="0"/>
                  </a:lnTo>
                  <a:lnTo>
                    <a:pt x="6846100" y="19050"/>
                  </a:lnTo>
                  <a:lnTo>
                    <a:pt x="6903250" y="19050"/>
                  </a:lnTo>
                  <a:lnTo>
                    <a:pt x="6903250" y="0"/>
                  </a:lnTo>
                  <a:close/>
                </a:path>
                <a:path w="10972800" h="2667000">
                  <a:moveTo>
                    <a:pt x="6990562" y="2647950"/>
                  </a:moveTo>
                  <a:lnTo>
                    <a:pt x="6933412" y="2647950"/>
                  </a:lnTo>
                  <a:lnTo>
                    <a:pt x="6933412" y="2667000"/>
                  </a:lnTo>
                  <a:lnTo>
                    <a:pt x="6990562" y="2667000"/>
                  </a:lnTo>
                  <a:lnTo>
                    <a:pt x="6990562" y="2647950"/>
                  </a:lnTo>
                  <a:close/>
                </a:path>
                <a:path w="10972800" h="2667000">
                  <a:moveTo>
                    <a:pt x="6998602" y="0"/>
                  </a:moveTo>
                  <a:lnTo>
                    <a:pt x="6941452" y="0"/>
                  </a:lnTo>
                  <a:lnTo>
                    <a:pt x="6941452" y="19050"/>
                  </a:lnTo>
                  <a:lnTo>
                    <a:pt x="6998602" y="19050"/>
                  </a:lnTo>
                  <a:lnTo>
                    <a:pt x="6998602" y="0"/>
                  </a:lnTo>
                  <a:close/>
                </a:path>
                <a:path w="10972800" h="2667000">
                  <a:moveTo>
                    <a:pt x="7085914" y="2647950"/>
                  </a:moveTo>
                  <a:lnTo>
                    <a:pt x="7028764" y="2647950"/>
                  </a:lnTo>
                  <a:lnTo>
                    <a:pt x="7028764" y="2667000"/>
                  </a:lnTo>
                  <a:lnTo>
                    <a:pt x="7085914" y="2667000"/>
                  </a:lnTo>
                  <a:lnTo>
                    <a:pt x="7085914" y="2647950"/>
                  </a:lnTo>
                  <a:close/>
                </a:path>
                <a:path w="10972800" h="2667000">
                  <a:moveTo>
                    <a:pt x="7093953" y="0"/>
                  </a:moveTo>
                  <a:lnTo>
                    <a:pt x="7036803" y="0"/>
                  </a:lnTo>
                  <a:lnTo>
                    <a:pt x="7036803" y="19050"/>
                  </a:lnTo>
                  <a:lnTo>
                    <a:pt x="7093953" y="19050"/>
                  </a:lnTo>
                  <a:lnTo>
                    <a:pt x="7093953" y="0"/>
                  </a:lnTo>
                  <a:close/>
                </a:path>
                <a:path w="10972800" h="2667000">
                  <a:moveTo>
                    <a:pt x="7181266" y="2647950"/>
                  </a:moveTo>
                  <a:lnTo>
                    <a:pt x="7124116" y="2647950"/>
                  </a:lnTo>
                  <a:lnTo>
                    <a:pt x="7124116" y="2667000"/>
                  </a:lnTo>
                  <a:lnTo>
                    <a:pt x="7181266" y="2667000"/>
                  </a:lnTo>
                  <a:lnTo>
                    <a:pt x="7181266" y="2647950"/>
                  </a:lnTo>
                  <a:close/>
                </a:path>
                <a:path w="10972800" h="2667000">
                  <a:moveTo>
                    <a:pt x="7189305" y="0"/>
                  </a:moveTo>
                  <a:lnTo>
                    <a:pt x="7132155" y="0"/>
                  </a:lnTo>
                  <a:lnTo>
                    <a:pt x="7132155" y="19050"/>
                  </a:lnTo>
                  <a:lnTo>
                    <a:pt x="7189305" y="19050"/>
                  </a:lnTo>
                  <a:lnTo>
                    <a:pt x="7189305" y="0"/>
                  </a:lnTo>
                  <a:close/>
                </a:path>
                <a:path w="10972800" h="2667000">
                  <a:moveTo>
                    <a:pt x="7276617" y="2647950"/>
                  </a:moveTo>
                  <a:lnTo>
                    <a:pt x="7219467" y="2647950"/>
                  </a:lnTo>
                  <a:lnTo>
                    <a:pt x="7219467" y="2667000"/>
                  </a:lnTo>
                  <a:lnTo>
                    <a:pt x="7276617" y="2667000"/>
                  </a:lnTo>
                  <a:lnTo>
                    <a:pt x="7276617" y="2647950"/>
                  </a:lnTo>
                  <a:close/>
                </a:path>
                <a:path w="10972800" h="2667000">
                  <a:moveTo>
                    <a:pt x="7284656" y="0"/>
                  </a:moveTo>
                  <a:lnTo>
                    <a:pt x="7227506" y="0"/>
                  </a:lnTo>
                  <a:lnTo>
                    <a:pt x="7227506" y="19050"/>
                  </a:lnTo>
                  <a:lnTo>
                    <a:pt x="7284656" y="19050"/>
                  </a:lnTo>
                  <a:lnTo>
                    <a:pt x="7284656" y="0"/>
                  </a:lnTo>
                  <a:close/>
                </a:path>
                <a:path w="10972800" h="2667000">
                  <a:moveTo>
                    <a:pt x="7371956" y="2647950"/>
                  </a:moveTo>
                  <a:lnTo>
                    <a:pt x="7314806" y="2647950"/>
                  </a:lnTo>
                  <a:lnTo>
                    <a:pt x="7314806" y="2667000"/>
                  </a:lnTo>
                  <a:lnTo>
                    <a:pt x="7371956" y="2667000"/>
                  </a:lnTo>
                  <a:lnTo>
                    <a:pt x="7371956" y="2647950"/>
                  </a:lnTo>
                  <a:close/>
                </a:path>
                <a:path w="10972800" h="2667000">
                  <a:moveTo>
                    <a:pt x="7380008" y="0"/>
                  </a:moveTo>
                  <a:lnTo>
                    <a:pt x="7322858" y="0"/>
                  </a:lnTo>
                  <a:lnTo>
                    <a:pt x="7322858" y="19050"/>
                  </a:lnTo>
                  <a:lnTo>
                    <a:pt x="7380008" y="19050"/>
                  </a:lnTo>
                  <a:lnTo>
                    <a:pt x="7380008" y="0"/>
                  </a:lnTo>
                  <a:close/>
                </a:path>
                <a:path w="10972800" h="2667000">
                  <a:moveTo>
                    <a:pt x="7467308" y="2647950"/>
                  </a:moveTo>
                  <a:lnTo>
                    <a:pt x="7410158" y="2647950"/>
                  </a:lnTo>
                  <a:lnTo>
                    <a:pt x="7410158" y="2667000"/>
                  </a:lnTo>
                  <a:lnTo>
                    <a:pt x="7467308" y="2667000"/>
                  </a:lnTo>
                  <a:lnTo>
                    <a:pt x="7467308" y="2647950"/>
                  </a:lnTo>
                  <a:close/>
                </a:path>
                <a:path w="10972800" h="2667000">
                  <a:moveTo>
                    <a:pt x="7475347" y="0"/>
                  </a:moveTo>
                  <a:lnTo>
                    <a:pt x="7418197" y="0"/>
                  </a:lnTo>
                  <a:lnTo>
                    <a:pt x="7418197" y="19050"/>
                  </a:lnTo>
                  <a:lnTo>
                    <a:pt x="7475347" y="19050"/>
                  </a:lnTo>
                  <a:lnTo>
                    <a:pt x="7475347" y="0"/>
                  </a:lnTo>
                  <a:close/>
                </a:path>
                <a:path w="10972800" h="2667000">
                  <a:moveTo>
                    <a:pt x="7562659" y="2647950"/>
                  </a:moveTo>
                  <a:lnTo>
                    <a:pt x="7505509" y="2647950"/>
                  </a:lnTo>
                  <a:lnTo>
                    <a:pt x="7505509" y="2667000"/>
                  </a:lnTo>
                  <a:lnTo>
                    <a:pt x="7562659" y="2667000"/>
                  </a:lnTo>
                  <a:lnTo>
                    <a:pt x="7562659" y="2647950"/>
                  </a:lnTo>
                  <a:close/>
                </a:path>
                <a:path w="10972800" h="2667000">
                  <a:moveTo>
                    <a:pt x="7570698" y="0"/>
                  </a:moveTo>
                  <a:lnTo>
                    <a:pt x="7513548" y="0"/>
                  </a:lnTo>
                  <a:lnTo>
                    <a:pt x="7513548" y="19050"/>
                  </a:lnTo>
                  <a:lnTo>
                    <a:pt x="7570698" y="19050"/>
                  </a:lnTo>
                  <a:lnTo>
                    <a:pt x="7570698" y="0"/>
                  </a:lnTo>
                  <a:close/>
                </a:path>
                <a:path w="10972800" h="2667000">
                  <a:moveTo>
                    <a:pt x="7658011" y="2647950"/>
                  </a:moveTo>
                  <a:lnTo>
                    <a:pt x="7600861" y="2647950"/>
                  </a:lnTo>
                  <a:lnTo>
                    <a:pt x="7600861" y="2667000"/>
                  </a:lnTo>
                  <a:lnTo>
                    <a:pt x="7658011" y="2667000"/>
                  </a:lnTo>
                  <a:lnTo>
                    <a:pt x="7658011" y="2647950"/>
                  </a:lnTo>
                  <a:close/>
                </a:path>
                <a:path w="10972800" h="2667000">
                  <a:moveTo>
                    <a:pt x="7666050" y="0"/>
                  </a:moveTo>
                  <a:lnTo>
                    <a:pt x="7608900" y="0"/>
                  </a:lnTo>
                  <a:lnTo>
                    <a:pt x="7608900" y="19050"/>
                  </a:lnTo>
                  <a:lnTo>
                    <a:pt x="7666050" y="19050"/>
                  </a:lnTo>
                  <a:lnTo>
                    <a:pt x="7666050" y="0"/>
                  </a:lnTo>
                  <a:close/>
                </a:path>
                <a:path w="10972800" h="2667000">
                  <a:moveTo>
                    <a:pt x="7753363" y="2647950"/>
                  </a:moveTo>
                  <a:lnTo>
                    <a:pt x="7696213" y="2647950"/>
                  </a:lnTo>
                  <a:lnTo>
                    <a:pt x="7696213" y="2667000"/>
                  </a:lnTo>
                  <a:lnTo>
                    <a:pt x="7753363" y="2667000"/>
                  </a:lnTo>
                  <a:lnTo>
                    <a:pt x="7753363" y="2647950"/>
                  </a:lnTo>
                  <a:close/>
                </a:path>
                <a:path w="10972800" h="2667000">
                  <a:moveTo>
                    <a:pt x="7761402" y="0"/>
                  </a:moveTo>
                  <a:lnTo>
                    <a:pt x="7704252" y="0"/>
                  </a:lnTo>
                  <a:lnTo>
                    <a:pt x="7704252" y="19050"/>
                  </a:lnTo>
                  <a:lnTo>
                    <a:pt x="7761402" y="19050"/>
                  </a:lnTo>
                  <a:lnTo>
                    <a:pt x="7761402" y="0"/>
                  </a:lnTo>
                  <a:close/>
                </a:path>
                <a:path w="10972800" h="2667000">
                  <a:moveTo>
                    <a:pt x="7848714" y="2647950"/>
                  </a:moveTo>
                  <a:lnTo>
                    <a:pt x="7791564" y="2647950"/>
                  </a:lnTo>
                  <a:lnTo>
                    <a:pt x="7791564" y="2667000"/>
                  </a:lnTo>
                  <a:lnTo>
                    <a:pt x="7848714" y="2667000"/>
                  </a:lnTo>
                  <a:lnTo>
                    <a:pt x="7848714" y="2647950"/>
                  </a:lnTo>
                  <a:close/>
                </a:path>
                <a:path w="10972800" h="2667000">
                  <a:moveTo>
                    <a:pt x="7856753" y="0"/>
                  </a:moveTo>
                  <a:lnTo>
                    <a:pt x="7799603" y="0"/>
                  </a:lnTo>
                  <a:lnTo>
                    <a:pt x="7799603" y="19050"/>
                  </a:lnTo>
                  <a:lnTo>
                    <a:pt x="7856753" y="19050"/>
                  </a:lnTo>
                  <a:lnTo>
                    <a:pt x="7856753" y="0"/>
                  </a:lnTo>
                  <a:close/>
                </a:path>
                <a:path w="10972800" h="2667000">
                  <a:moveTo>
                    <a:pt x="7944066" y="2647950"/>
                  </a:moveTo>
                  <a:lnTo>
                    <a:pt x="7886916" y="2647950"/>
                  </a:lnTo>
                  <a:lnTo>
                    <a:pt x="7886916" y="2667000"/>
                  </a:lnTo>
                  <a:lnTo>
                    <a:pt x="7944066" y="2667000"/>
                  </a:lnTo>
                  <a:lnTo>
                    <a:pt x="7944066" y="2647950"/>
                  </a:lnTo>
                  <a:close/>
                </a:path>
                <a:path w="10972800" h="2667000">
                  <a:moveTo>
                    <a:pt x="7952105" y="0"/>
                  </a:moveTo>
                  <a:lnTo>
                    <a:pt x="7894955" y="0"/>
                  </a:lnTo>
                  <a:lnTo>
                    <a:pt x="7894955" y="19050"/>
                  </a:lnTo>
                  <a:lnTo>
                    <a:pt x="7952105" y="19050"/>
                  </a:lnTo>
                  <a:lnTo>
                    <a:pt x="7952105" y="0"/>
                  </a:lnTo>
                  <a:close/>
                </a:path>
                <a:path w="10972800" h="2667000">
                  <a:moveTo>
                    <a:pt x="8039417" y="2647950"/>
                  </a:moveTo>
                  <a:lnTo>
                    <a:pt x="7982267" y="2647950"/>
                  </a:lnTo>
                  <a:lnTo>
                    <a:pt x="7982267" y="2667000"/>
                  </a:lnTo>
                  <a:lnTo>
                    <a:pt x="8039417" y="2667000"/>
                  </a:lnTo>
                  <a:lnTo>
                    <a:pt x="8039417" y="2647950"/>
                  </a:lnTo>
                  <a:close/>
                </a:path>
                <a:path w="10972800" h="2667000">
                  <a:moveTo>
                    <a:pt x="8047456" y="0"/>
                  </a:moveTo>
                  <a:lnTo>
                    <a:pt x="7990306" y="0"/>
                  </a:lnTo>
                  <a:lnTo>
                    <a:pt x="7990306" y="19050"/>
                  </a:lnTo>
                  <a:lnTo>
                    <a:pt x="8047456" y="19050"/>
                  </a:lnTo>
                  <a:lnTo>
                    <a:pt x="8047456" y="0"/>
                  </a:lnTo>
                  <a:close/>
                </a:path>
                <a:path w="10972800" h="2667000">
                  <a:moveTo>
                    <a:pt x="8134769" y="2647950"/>
                  </a:moveTo>
                  <a:lnTo>
                    <a:pt x="8077619" y="2647950"/>
                  </a:lnTo>
                  <a:lnTo>
                    <a:pt x="8077619" y="2667000"/>
                  </a:lnTo>
                  <a:lnTo>
                    <a:pt x="8134769" y="2667000"/>
                  </a:lnTo>
                  <a:lnTo>
                    <a:pt x="8134769" y="2647950"/>
                  </a:lnTo>
                  <a:close/>
                </a:path>
                <a:path w="10972800" h="2667000">
                  <a:moveTo>
                    <a:pt x="8142808" y="0"/>
                  </a:moveTo>
                  <a:lnTo>
                    <a:pt x="8085658" y="0"/>
                  </a:lnTo>
                  <a:lnTo>
                    <a:pt x="8085658" y="19050"/>
                  </a:lnTo>
                  <a:lnTo>
                    <a:pt x="8142808" y="19050"/>
                  </a:lnTo>
                  <a:lnTo>
                    <a:pt x="8142808" y="0"/>
                  </a:lnTo>
                  <a:close/>
                </a:path>
                <a:path w="10972800" h="2667000">
                  <a:moveTo>
                    <a:pt x="8230121" y="2647950"/>
                  </a:moveTo>
                  <a:lnTo>
                    <a:pt x="8172971" y="2647950"/>
                  </a:lnTo>
                  <a:lnTo>
                    <a:pt x="8172971" y="2667000"/>
                  </a:lnTo>
                  <a:lnTo>
                    <a:pt x="8230121" y="2667000"/>
                  </a:lnTo>
                  <a:lnTo>
                    <a:pt x="8230121" y="2647950"/>
                  </a:lnTo>
                  <a:close/>
                </a:path>
                <a:path w="10972800" h="2667000">
                  <a:moveTo>
                    <a:pt x="8238160" y="0"/>
                  </a:moveTo>
                  <a:lnTo>
                    <a:pt x="8181010" y="0"/>
                  </a:lnTo>
                  <a:lnTo>
                    <a:pt x="8181010" y="19050"/>
                  </a:lnTo>
                  <a:lnTo>
                    <a:pt x="8238160" y="19050"/>
                  </a:lnTo>
                  <a:lnTo>
                    <a:pt x="8238160" y="0"/>
                  </a:lnTo>
                  <a:close/>
                </a:path>
                <a:path w="10972800" h="2667000">
                  <a:moveTo>
                    <a:pt x="8325472" y="2647950"/>
                  </a:moveTo>
                  <a:lnTo>
                    <a:pt x="8268322" y="2647950"/>
                  </a:lnTo>
                  <a:lnTo>
                    <a:pt x="8268322" y="2667000"/>
                  </a:lnTo>
                  <a:lnTo>
                    <a:pt x="8325472" y="2667000"/>
                  </a:lnTo>
                  <a:lnTo>
                    <a:pt x="8325472" y="2647950"/>
                  </a:lnTo>
                  <a:close/>
                </a:path>
                <a:path w="10972800" h="2667000">
                  <a:moveTo>
                    <a:pt x="8333511" y="0"/>
                  </a:moveTo>
                  <a:lnTo>
                    <a:pt x="8276361" y="0"/>
                  </a:lnTo>
                  <a:lnTo>
                    <a:pt x="8276361" y="19050"/>
                  </a:lnTo>
                  <a:lnTo>
                    <a:pt x="8333511" y="19050"/>
                  </a:lnTo>
                  <a:lnTo>
                    <a:pt x="8333511" y="0"/>
                  </a:lnTo>
                  <a:close/>
                </a:path>
                <a:path w="10972800" h="2667000">
                  <a:moveTo>
                    <a:pt x="8420824" y="2647950"/>
                  </a:moveTo>
                  <a:lnTo>
                    <a:pt x="8363674" y="2647950"/>
                  </a:lnTo>
                  <a:lnTo>
                    <a:pt x="8363674" y="2667000"/>
                  </a:lnTo>
                  <a:lnTo>
                    <a:pt x="8420824" y="2667000"/>
                  </a:lnTo>
                  <a:lnTo>
                    <a:pt x="8420824" y="2647950"/>
                  </a:lnTo>
                  <a:close/>
                </a:path>
                <a:path w="10972800" h="2667000">
                  <a:moveTo>
                    <a:pt x="8428863" y="0"/>
                  </a:moveTo>
                  <a:lnTo>
                    <a:pt x="8371713" y="0"/>
                  </a:lnTo>
                  <a:lnTo>
                    <a:pt x="8371713" y="19050"/>
                  </a:lnTo>
                  <a:lnTo>
                    <a:pt x="8428863" y="19050"/>
                  </a:lnTo>
                  <a:lnTo>
                    <a:pt x="8428863" y="0"/>
                  </a:lnTo>
                  <a:close/>
                </a:path>
                <a:path w="10972800" h="2667000">
                  <a:moveTo>
                    <a:pt x="8516175" y="2647950"/>
                  </a:moveTo>
                  <a:lnTo>
                    <a:pt x="8459025" y="2647950"/>
                  </a:lnTo>
                  <a:lnTo>
                    <a:pt x="8459025" y="2667000"/>
                  </a:lnTo>
                  <a:lnTo>
                    <a:pt x="8516175" y="2667000"/>
                  </a:lnTo>
                  <a:lnTo>
                    <a:pt x="8516175" y="2647950"/>
                  </a:lnTo>
                  <a:close/>
                </a:path>
                <a:path w="10972800" h="2667000">
                  <a:moveTo>
                    <a:pt x="8524215" y="0"/>
                  </a:moveTo>
                  <a:lnTo>
                    <a:pt x="8467065" y="0"/>
                  </a:lnTo>
                  <a:lnTo>
                    <a:pt x="8467065" y="19050"/>
                  </a:lnTo>
                  <a:lnTo>
                    <a:pt x="8524215" y="19050"/>
                  </a:lnTo>
                  <a:lnTo>
                    <a:pt x="8524215" y="0"/>
                  </a:lnTo>
                  <a:close/>
                </a:path>
                <a:path w="10972800" h="2667000">
                  <a:moveTo>
                    <a:pt x="8611514" y="2647950"/>
                  </a:moveTo>
                  <a:lnTo>
                    <a:pt x="8554364" y="2647950"/>
                  </a:lnTo>
                  <a:lnTo>
                    <a:pt x="8554364" y="2667000"/>
                  </a:lnTo>
                  <a:lnTo>
                    <a:pt x="8611514" y="2667000"/>
                  </a:lnTo>
                  <a:lnTo>
                    <a:pt x="8611514" y="2647950"/>
                  </a:lnTo>
                  <a:close/>
                </a:path>
                <a:path w="10972800" h="2667000">
                  <a:moveTo>
                    <a:pt x="8619566" y="0"/>
                  </a:moveTo>
                  <a:lnTo>
                    <a:pt x="8562416" y="0"/>
                  </a:lnTo>
                  <a:lnTo>
                    <a:pt x="8562416" y="19050"/>
                  </a:lnTo>
                  <a:lnTo>
                    <a:pt x="8619566" y="19050"/>
                  </a:lnTo>
                  <a:lnTo>
                    <a:pt x="8619566" y="0"/>
                  </a:lnTo>
                  <a:close/>
                </a:path>
                <a:path w="10972800" h="2667000">
                  <a:moveTo>
                    <a:pt x="8706866" y="2647950"/>
                  </a:moveTo>
                  <a:lnTo>
                    <a:pt x="8649716" y="2647950"/>
                  </a:lnTo>
                  <a:lnTo>
                    <a:pt x="8649716" y="2667000"/>
                  </a:lnTo>
                  <a:lnTo>
                    <a:pt x="8706866" y="2667000"/>
                  </a:lnTo>
                  <a:lnTo>
                    <a:pt x="8706866" y="2647950"/>
                  </a:lnTo>
                  <a:close/>
                </a:path>
                <a:path w="10972800" h="2667000">
                  <a:moveTo>
                    <a:pt x="8714905" y="0"/>
                  </a:moveTo>
                  <a:lnTo>
                    <a:pt x="8657755" y="0"/>
                  </a:lnTo>
                  <a:lnTo>
                    <a:pt x="8657755" y="19050"/>
                  </a:lnTo>
                  <a:lnTo>
                    <a:pt x="8714905" y="19050"/>
                  </a:lnTo>
                  <a:lnTo>
                    <a:pt x="8714905" y="0"/>
                  </a:lnTo>
                  <a:close/>
                </a:path>
                <a:path w="10972800" h="2667000">
                  <a:moveTo>
                    <a:pt x="8802218" y="2647950"/>
                  </a:moveTo>
                  <a:lnTo>
                    <a:pt x="8745068" y="2647950"/>
                  </a:lnTo>
                  <a:lnTo>
                    <a:pt x="8745068" y="2667000"/>
                  </a:lnTo>
                  <a:lnTo>
                    <a:pt x="8802218" y="2667000"/>
                  </a:lnTo>
                  <a:lnTo>
                    <a:pt x="8802218" y="2647950"/>
                  </a:lnTo>
                  <a:close/>
                </a:path>
                <a:path w="10972800" h="2667000">
                  <a:moveTo>
                    <a:pt x="8810257" y="0"/>
                  </a:moveTo>
                  <a:lnTo>
                    <a:pt x="8753107" y="0"/>
                  </a:lnTo>
                  <a:lnTo>
                    <a:pt x="8753107" y="19050"/>
                  </a:lnTo>
                  <a:lnTo>
                    <a:pt x="8810257" y="19050"/>
                  </a:lnTo>
                  <a:lnTo>
                    <a:pt x="8810257" y="0"/>
                  </a:lnTo>
                  <a:close/>
                </a:path>
                <a:path w="10972800" h="2667000">
                  <a:moveTo>
                    <a:pt x="8897569" y="2647950"/>
                  </a:moveTo>
                  <a:lnTo>
                    <a:pt x="8840419" y="2647950"/>
                  </a:lnTo>
                  <a:lnTo>
                    <a:pt x="8840419" y="2667000"/>
                  </a:lnTo>
                  <a:lnTo>
                    <a:pt x="8897569" y="2667000"/>
                  </a:lnTo>
                  <a:lnTo>
                    <a:pt x="8897569" y="2647950"/>
                  </a:lnTo>
                  <a:close/>
                </a:path>
                <a:path w="10972800" h="2667000">
                  <a:moveTo>
                    <a:pt x="8905608" y="0"/>
                  </a:moveTo>
                  <a:lnTo>
                    <a:pt x="8848458" y="0"/>
                  </a:lnTo>
                  <a:lnTo>
                    <a:pt x="8848458" y="19050"/>
                  </a:lnTo>
                  <a:lnTo>
                    <a:pt x="8905608" y="19050"/>
                  </a:lnTo>
                  <a:lnTo>
                    <a:pt x="8905608" y="0"/>
                  </a:lnTo>
                  <a:close/>
                </a:path>
                <a:path w="10972800" h="2667000">
                  <a:moveTo>
                    <a:pt x="8992921" y="2647950"/>
                  </a:moveTo>
                  <a:lnTo>
                    <a:pt x="8935771" y="2647950"/>
                  </a:lnTo>
                  <a:lnTo>
                    <a:pt x="8935771" y="2667000"/>
                  </a:lnTo>
                  <a:lnTo>
                    <a:pt x="8992921" y="2667000"/>
                  </a:lnTo>
                  <a:lnTo>
                    <a:pt x="8992921" y="2647950"/>
                  </a:lnTo>
                  <a:close/>
                </a:path>
                <a:path w="10972800" h="2667000">
                  <a:moveTo>
                    <a:pt x="9000960" y="0"/>
                  </a:moveTo>
                  <a:lnTo>
                    <a:pt x="8943810" y="0"/>
                  </a:lnTo>
                  <a:lnTo>
                    <a:pt x="8943810" y="19050"/>
                  </a:lnTo>
                  <a:lnTo>
                    <a:pt x="9000960" y="19050"/>
                  </a:lnTo>
                  <a:lnTo>
                    <a:pt x="9000960" y="0"/>
                  </a:lnTo>
                  <a:close/>
                </a:path>
                <a:path w="10972800" h="2667000">
                  <a:moveTo>
                    <a:pt x="9088272" y="2647950"/>
                  </a:moveTo>
                  <a:lnTo>
                    <a:pt x="9031122" y="2647950"/>
                  </a:lnTo>
                  <a:lnTo>
                    <a:pt x="9031122" y="2667000"/>
                  </a:lnTo>
                  <a:lnTo>
                    <a:pt x="9088272" y="2667000"/>
                  </a:lnTo>
                  <a:lnTo>
                    <a:pt x="9088272" y="2647950"/>
                  </a:lnTo>
                  <a:close/>
                </a:path>
                <a:path w="10972800" h="2667000">
                  <a:moveTo>
                    <a:pt x="9096311" y="0"/>
                  </a:moveTo>
                  <a:lnTo>
                    <a:pt x="9039161" y="0"/>
                  </a:lnTo>
                  <a:lnTo>
                    <a:pt x="9039161" y="19050"/>
                  </a:lnTo>
                  <a:lnTo>
                    <a:pt x="9096311" y="19050"/>
                  </a:lnTo>
                  <a:lnTo>
                    <a:pt x="9096311" y="0"/>
                  </a:lnTo>
                  <a:close/>
                </a:path>
                <a:path w="10972800" h="2667000">
                  <a:moveTo>
                    <a:pt x="9183624" y="2647950"/>
                  </a:moveTo>
                  <a:lnTo>
                    <a:pt x="9126474" y="2647950"/>
                  </a:lnTo>
                  <a:lnTo>
                    <a:pt x="9126474" y="2667000"/>
                  </a:lnTo>
                  <a:lnTo>
                    <a:pt x="9183624" y="2667000"/>
                  </a:lnTo>
                  <a:lnTo>
                    <a:pt x="9183624" y="2647950"/>
                  </a:lnTo>
                  <a:close/>
                </a:path>
                <a:path w="10972800" h="2667000">
                  <a:moveTo>
                    <a:pt x="9191663" y="0"/>
                  </a:moveTo>
                  <a:lnTo>
                    <a:pt x="9134513" y="0"/>
                  </a:lnTo>
                  <a:lnTo>
                    <a:pt x="9134513" y="19050"/>
                  </a:lnTo>
                  <a:lnTo>
                    <a:pt x="9191663" y="19050"/>
                  </a:lnTo>
                  <a:lnTo>
                    <a:pt x="9191663" y="0"/>
                  </a:lnTo>
                  <a:close/>
                </a:path>
                <a:path w="10972800" h="2667000">
                  <a:moveTo>
                    <a:pt x="9278976" y="2647950"/>
                  </a:moveTo>
                  <a:lnTo>
                    <a:pt x="9221826" y="2647950"/>
                  </a:lnTo>
                  <a:lnTo>
                    <a:pt x="9221826" y="2667000"/>
                  </a:lnTo>
                  <a:lnTo>
                    <a:pt x="9278976" y="2667000"/>
                  </a:lnTo>
                  <a:lnTo>
                    <a:pt x="9278976" y="2647950"/>
                  </a:lnTo>
                  <a:close/>
                </a:path>
                <a:path w="10972800" h="2667000">
                  <a:moveTo>
                    <a:pt x="9287015" y="0"/>
                  </a:moveTo>
                  <a:lnTo>
                    <a:pt x="9229865" y="0"/>
                  </a:lnTo>
                  <a:lnTo>
                    <a:pt x="9229865" y="19050"/>
                  </a:lnTo>
                  <a:lnTo>
                    <a:pt x="9287015" y="19050"/>
                  </a:lnTo>
                  <a:lnTo>
                    <a:pt x="9287015" y="0"/>
                  </a:lnTo>
                  <a:close/>
                </a:path>
                <a:path w="10972800" h="2667000">
                  <a:moveTo>
                    <a:pt x="9374327" y="2647950"/>
                  </a:moveTo>
                  <a:lnTo>
                    <a:pt x="9317177" y="2647950"/>
                  </a:lnTo>
                  <a:lnTo>
                    <a:pt x="9317177" y="2667000"/>
                  </a:lnTo>
                  <a:lnTo>
                    <a:pt x="9374327" y="2667000"/>
                  </a:lnTo>
                  <a:lnTo>
                    <a:pt x="9374327" y="2647950"/>
                  </a:lnTo>
                  <a:close/>
                </a:path>
                <a:path w="10972800" h="2667000">
                  <a:moveTo>
                    <a:pt x="9382366" y="0"/>
                  </a:moveTo>
                  <a:lnTo>
                    <a:pt x="9325216" y="0"/>
                  </a:lnTo>
                  <a:lnTo>
                    <a:pt x="9325216" y="19050"/>
                  </a:lnTo>
                  <a:lnTo>
                    <a:pt x="9382366" y="19050"/>
                  </a:lnTo>
                  <a:lnTo>
                    <a:pt x="9382366" y="0"/>
                  </a:lnTo>
                  <a:close/>
                </a:path>
                <a:path w="10972800" h="2667000">
                  <a:moveTo>
                    <a:pt x="9469679" y="2647950"/>
                  </a:moveTo>
                  <a:lnTo>
                    <a:pt x="9412529" y="2647950"/>
                  </a:lnTo>
                  <a:lnTo>
                    <a:pt x="9412529" y="2667000"/>
                  </a:lnTo>
                  <a:lnTo>
                    <a:pt x="9469679" y="2667000"/>
                  </a:lnTo>
                  <a:lnTo>
                    <a:pt x="9469679" y="2647950"/>
                  </a:lnTo>
                  <a:close/>
                </a:path>
                <a:path w="10972800" h="2667000">
                  <a:moveTo>
                    <a:pt x="9477718" y="0"/>
                  </a:moveTo>
                  <a:lnTo>
                    <a:pt x="9420568" y="0"/>
                  </a:lnTo>
                  <a:lnTo>
                    <a:pt x="9420568" y="19050"/>
                  </a:lnTo>
                  <a:lnTo>
                    <a:pt x="9477718" y="19050"/>
                  </a:lnTo>
                  <a:lnTo>
                    <a:pt x="9477718" y="0"/>
                  </a:lnTo>
                  <a:close/>
                </a:path>
                <a:path w="10972800" h="2667000">
                  <a:moveTo>
                    <a:pt x="9565030" y="2647950"/>
                  </a:moveTo>
                  <a:lnTo>
                    <a:pt x="9507880" y="2647950"/>
                  </a:lnTo>
                  <a:lnTo>
                    <a:pt x="9507880" y="2667000"/>
                  </a:lnTo>
                  <a:lnTo>
                    <a:pt x="9565030" y="2667000"/>
                  </a:lnTo>
                  <a:lnTo>
                    <a:pt x="9565030" y="2647950"/>
                  </a:lnTo>
                  <a:close/>
                </a:path>
                <a:path w="10972800" h="2667000">
                  <a:moveTo>
                    <a:pt x="9573069" y="0"/>
                  </a:moveTo>
                  <a:lnTo>
                    <a:pt x="9515919" y="0"/>
                  </a:lnTo>
                  <a:lnTo>
                    <a:pt x="9515919" y="19050"/>
                  </a:lnTo>
                  <a:lnTo>
                    <a:pt x="9573069" y="19050"/>
                  </a:lnTo>
                  <a:lnTo>
                    <a:pt x="9573069" y="0"/>
                  </a:lnTo>
                  <a:close/>
                </a:path>
                <a:path w="10972800" h="2667000">
                  <a:moveTo>
                    <a:pt x="9660382" y="2647950"/>
                  </a:moveTo>
                  <a:lnTo>
                    <a:pt x="9603232" y="2647950"/>
                  </a:lnTo>
                  <a:lnTo>
                    <a:pt x="9603232" y="2667000"/>
                  </a:lnTo>
                  <a:lnTo>
                    <a:pt x="9660382" y="2667000"/>
                  </a:lnTo>
                  <a:lnTo>
                    <a:pt x="9660382" y="2647950"/>
                  </a:lnTo>
                  <a:close/>
                </a:path>
                <a:path w="10972800" h="2667000">
                  <a:moveTo>
                    <a:pt x="9668421" y="0"/>
                  </a:moveTo>
                  <a:lnTo>
                    <a:pt x="9611271" y="0"/>
                  </a:lnTo>
                  <a:lnTo>
                    <a:pt x="9611271" y="19050"/>
                  </a:lnTo>
                  <a:lnTo>
                    <a:pt x="9668421" y="19050"/>
                  </a:lnTo>
                  <a:lnTo>
                    <a:pt x="9668421" y="0"/>
                  </a:lnTo>
                  <a:close/>
                </a:path>
                <a:path w="10972800" h="2667000">
                  <a:moveTo>
                    <a:pt x="9755734" y="2647950"/>
                  </a:moveTo>
                  <a:lnTo>
                    <a:pt x="9698584" y="2647950"/>
                  </a:lnTo>
                  <a:lnTo>
                    <a:pt x="9698584" y="2667000"/>
                  </a:lnTo>
                  <a:lnTo>
                    <a:pt x="9755734" y="2667000"/>
                  </a:lnTo>
                  <a:lnTo>
                    <a:pt x="9755734" y="2647950"/>
                  </a:lnTo>
                  <a:close/>
                </a:path>
                <a:path w="10972800" h="2667000">
                  <a:moveTo>
                    <a:pt x="9763773" y="0"/>
                  </a:moveTo>
                  <a:lnTo>
                    <a:pt x="9706623" y="0"/>
                  </a:lnTo>
                  <a:lnTo>
                    <a:pt x="9706623" y="19050"/>
                  </a:lnTo>
                  <a:lnTo>
                    <a:pt x="9763773" y="19050"/>
                  </a:lnTo>
                  <a:lnTo>
                    <a:pt x="9763773" y="0"/>
                  </a:lnTo>
                  <a:close/>
                </a:path>
                <a:path w="10972800" h="2667000">
                  <a:moveTo>
                    <a:pt x="9851072" y="2647950"/>
                  </a:moveTo>
                  <a:lnTo>
                    <a:pt x="9793922" y="2647950"/>
                  </a:lnTo>
                  <a:lnTo>
                    <a:pt x="9793922" y="2667000"/>
                  </a:lnTo>
                  <a:lnTo>
                    <a:pt x="9851072" y="2667000"/>
                  </a:lnTo>
                  <a:lnTo>
                    <a:pt x="9851072" y="2647950"/>
                  </a:lnTo>
                  <a:close/>
                </a:path>
                <a:path w="10972800" h="2667000">
                  <a:moveTo>
                    <a:pt x="9859124" y="0"/>
                  </a:moveTo>
                  <a:lnTo>
                    <a:pt x="9801962" y="0"/>
                  </a:lnTo>
                  <a:lnTo>
                    <a:pt x="9801962" y="19050"/>
                  </a:lnTo>
                  <a:lnTo>
                    <a:pt x="9859124" y="19050"/>
                  </a:lnTo>
                  <a:lnTo>
                    <a:pt x="9859124" y="0"/>
                  </a:lnTo>
                  <a:close/>
                </a:path>
                <a:path w="10972800" h="2667000">
                  <a:moveTo>
                    <a:pt x="9946424" y="2647950"/>
                  </a:moveTo>
                  <a:lnTo>
                    <a:pt x="9889274" y="2647950"/>
                  </a:lnTo>
                  <a:lnTo>
                    <a:pt x="9889274" y="2667000"/>
                  </a:lnTo>
                  <a:lnTo>
                    <a:pt x="9946424" y="2667000"/>
                  </a:lnTo>
                  <a:lnTo>
                    <a:pt x="9946424" y="2647950"/>
                  </a:lnTo>
                  <a:close/>
                </a:path>
                <a:path w="10972800" h="2667000">
                  <a:moveTo>
                    <a:pt x="9954463" y="0"/>
                  </a:moveTo>
                  <a:lnTo>
                    <a:pt x="9897313" y="0"/>
                  </a:lnTo>
                  <a:lnTo>
                    <a:pt x="9897313" y="19050"/>
                  </a:lnTo>
                  <a:lnTo>
                    <a:pt x="9954463" y="19050"/>
                  </a:lnTo>
                  <a:lnTo>
                    <a:pt x="9954463" y="0"/>
                  </a:lnTo>
                  <a:close/>
                </a:path>
                <a:path w="10972800" h="2667000">
                  <a:moveTo>
                    <a:pt x="10041776" y="2647950"/>
                  </a:moveTo>
                  <a:lnTo>
                    <a:pt x="9984626" y="2647950"/>
                  </a:lnTo>
                  <a:lnTo>
                    <a:pt x="9984626" y="2667000"/>
                  </a:lnTo>
                  <a:lnTo>
                    <a:pt x="10041776" y="2667000"/>
                  </a:lnTo>
                  <a:lnTo>
                    <a:pt x="10041776" y="2647950"/>
                  </a:lnTo>
                  <a:close/>
                </a:path>
                <a:path w="10972800" h="2667000">
                  <a:moveTo>
                    <a:pt x="10049815" y="0"/>
                  </a:moveTo>
                  <a:lnTo>
                    <a:pt x="9992665" y="0"/>
                  </a:lnTo>
                  <a:lnTo>
                    <a:pt x="9992665" y="19050"/>
                  </a:lnTo>
                  <a:lnTo>
                    <a:pt x="10049815" y="19050"/>
                  </a:lnTo>
                  <a:lnTo>
                    <a:pt x="10049815" y="0"/>
                  </a:lnTo>
                  <a:close/>
                </a:path>
                <a:path w="10972800" h="2667000">
                  <a:moveTo>
                    <a:pt x="10137127" y="2647950"/>
                  </a:moveTo>
                  <a:lnTo>
                    <a:pt x="10079977" y="2647950"/>
                  </a:lnTo>
                  <a:lnTo>
                    <a:pt x="10079977" y="2667000"/>
                  </a:lnTo>
                  <a:lnTo>
                    <a:pt x="10137127" y="2667000"/>
                  </a:lnTo>
                  <a:lnTo>
                    <a:pt x="10137127" y="2647950"/>
                  </a:lnTo>
                  <a:close/>
                </a:path>
                <a:path w="10972800" h="2667000">
                  <a:moveTo>
                    <a:pt x="10145166" y="0"/>
                  </a:moveTo>
                  <a:lnTo>
                    <a:pt x="10088016" y="0"/>
                  </a:lnTo>
                  <a:lnTo>
                    <a:pt x="10088016" y="19050"/>
                  </a:lnTo>
                  <a:lnTo>
                    <a:pt x="10145166" y="19050"/>
                  </a:lnTo>
                  <a:lnTo>
                    <a:pt x="10145166" y="0"/>
                  </a:lnTo>
                  <a:close/>
                </a:path>
                <a:path w="10972800" h="2667000">
                  <a:moveTo>
                    <a:pt x="10232479" y="2647950"/>
                  </a:moveTo>
                  <a:lnTo>
                    <a:pt x="10175329" y="2647950"/>
                  </a:lnTo>
                  <a:lnTo>
                    <a:pt x="10175329" y="2667000"/>
                  </a:lnTo>
                  <a:lnTo>
                    <a:pt x="10232479" y="2667000"/>
                  </a:lnTo>
                  <a:lnTo>
                    <a:pt x="10232479" y="2647950"/>
                  </a:lnTo>
                  <a:close/>
                </a:path>
                <a:path w="10972800" h="2667000">
                  <a:moveTo>
                    <a:pt x="10240518" y="0"/>
                  </a:moveTo>
                  <a:lnTo>
                    <a:pt x="10183368" y="0"/>
                  </a:lnTo>
                  <a:lnTo>
                    <a:pt x="10183368" y="19050"/>
                  </a:lnTo>
                  <a:lnTo>
                    <a:pt x="10240518" y="19050"/>
                  </a:lnTo>
                  <a:lnTo>
                    <a:pt x="10240518" y="0"/>
                  </a:lnTo>
                  <a:close/>
                </a:path>
                <a:path w="10972800" h="2667000">
                  <a:moveTo>
                    <a:pt x="10327830" y="2647950"/>
                  </a:moveTo>
                  <a:lnTo>
                    <a:pt x="10270680" y="2647950"/>
                  </a:lnTo>
                  <a:lnTo>
                    <a:pt x="10270680" y="2667000"/>
                  </a:lnTo>
                  <a:lnTo>
                    <a:pt x="10327830" y="2667000"/>
                  </a:lnTo>
                  <a:lnTo>
                    <a:pt x="10327830" y="2647950"/>
                  </a:lnTo>
                  <a:close/>
                </a:path>
                <a:path w="10972800" h="2667000">
                  <a:moveTo>
                    <a:pt x="10335870" y="0"/>
                  </a:moveTo>
                  <a:lnTo>
                    <a:pt x="10278720" y="0"/>
                  </a:lnTo>
                  <a:lnTo>
                    <a:pt x="10278720" y="19050"/>
                  </a:lnTo>
                  <a:lnTo>
                    <a:pt x="10335870" y="19050"/>
                  </a:lnTo>
                  <a:lnTo>
                    <a:pt x="10335870" y="0"/>
                  </a:lnTo>
                  <a:close/>
                </a:path>
                <a:path w="10972800" h="2667000">
                  <a:moveTo>
                    <a:pt x="10423182" y="2647950"/>
                  </a:moveTo>
                  <a:lnTo>
                    <a:pt x="10366032" y="2647950"/>
                  </a:lnTo>
                  <a:lnTo>
                    <a:pt x="10366032" y="2667000"/>
                  </a:lnTo>
                  <a:lnTo>
                    <a:pt x="10423182" y="2667000"/>
                  </a:lnTo>
                  <a:lnTo>
                    <a:pt x="10423182" y="2647950"/>
                  </a:lnTo>
                  <a:close/>
                </a:path>
                <a:path w="10972800" h="2667000">
                  <a:moveTo>
                    <a:pt x="10431221" y="0"/>
                  </a:moveTo>
                  <a:lnTo>
                    <a:pt x="10374071" y="0"/>
                  </a:lnTo>
                  <a:lnTo>
                    <a:pt x="10374071" y="19050"/>
                  </a:lnTo>
                  <a:lnTo>
                    <a:pt x="10431221" y="19050"/>
                  </a:lnTo>
                  <a:lnTo>
                    <a:pt x="10431221" y="0"/>
                  </a:lnTo>
                  <a:close/>
                </a:path>
                <a:path w="10972800" h="2667000">
                  <a:moveTo>
                    <a:pt x="10518534" y="2647950"/>
                  </a:moveTo>
                  <a:lnTo>
                    <a:pt x="10461384" y="2647950"/>
                  </a:lnTo>
                  <a:lnTo>
                    <a:pt x="10461384" y="2667000"/>
                  </a:lnTo>
                  <a:lnTo>
                    <a:pt x="10518534" y="2667000"/>
                  </a:lnTo>
                  <a:lnTo>
                    <a:pt x="10518534" y="2647950"/>
                  </a:lnTo>
                  <a:close/>
                </a:path>
                <a:path w="10972800" h="2667000">
                  <a:moveTo>
                    <a:pt x="10526573" y="0"/>
                  </a:moveTo>
                  <a:lnTo>
                    <a:pt x="10469423" y="0"/>
                  </a:lnTo>
                  <a:lnTo>
                    <a:pt x="10469423" y="19050"/>
                  </a:lnTo>
                  <a:lnTo>
                    <a:pt x="10526573" y="19050"/>
                  </a:lnTo>
                  <a:lnTo>
                    <a:pt x="10526573" y="0"/>
                  </a:lnTo>
                  <a:close/>
                </a:path>
                <a:path w="10972800" h="2667000">
                  <a:moveTo>
                    <a:pt x="10613885" y="2647950"/>
                  </a:moveTo>
                  <a:lnTo>
                    <a:pt x="10556735" y="2647950"/>
                  </a:lnTo>
                  <a:lnTo>
                    <a:pt x="10556735" y="2667000"/>
                  </a:lnTo>
                  <a:lnTo>
                    <a:pt x="10613885" y="2667000"/>
                  </a:lnTo>
                  <a:lnTo>
                    <a:pt x="10613885" y="2647950"/>
                  </a:lnTo>
                  <a:close/>
                </a:path>
                <a:path w="10972800" h="2667000">
                  <a:moveTo>
                    <a:pt x="10621924" y="0"/>
                  </a:moveTo>
                  <a:lnTo>
                    <a:pt x="10564774" y="0"/>
                  </a:lnTo>
                  <a:lnTo>
                    <a:pt x="10564774" y="19050"/>
                  </a:lnTo>
                  <a:lnTo>
                    <a:pt x="10621924" y="19050"/>
                  </a:lnTo>
                  <a:lnTo>
                    <a:pt x="10621924" y="0"/>
                  </a:lnTo>
                  <a:close/>
                </a:path>
                <a:path w="10972800" h="2667000">
                  <a:moveTo>
                    <a:pt x="10709237" y="2647950"/>
                  </a:moveTo>
                  <a:lnTo>
                    <a:pt x="10652087" y="2647950"/>
                  </a:lnTo>
                  <a:lnTo>
                    <a:pt x="10652087" y="2667000"/>
                  </a:lnTo>
                  <a:lnTo>
                    <a:pt x="10709237" y="2667000"/>
                  </a:lnTo>
                  <a:lnTo>
                    <a:pt x="10709237" y="2647950"/>
                  </a:lnTo>
                  <a:close/>
                </a:path>
                <a:path w="10972800" h="2667000">
                  <a:moveTo>
                    <a:pt x="10717276" y="0"/>
                  </a:moveTo>
                  <a:lnTo>
                    <a:pt x="10660126" y="0"/>
                  </a:lnTo>
                  <a:lnTo>
                    <a:pt x="10660126" y="19050"/>
                  </a:lnTo>
                  <a:lnTo>
                    <a:pt x="10717276" y="19050"/>
                  </a:lnTo>
                  <a:lnTo>
                    <a:pt x="10717276" y="0"/>
                  </a:lnTo>
                  <a:close/>
                </a:path>
                <a:path w="10972800" h="2667000">
                  <a:moveTo>
                    <a:pt x="10804589" y="2647950"/>
                  </a:moveTo>
                  <a:lnTo>
                    <a:pt x="10747439" y="2647950"/>
                  </a:lnTo>
                  <a:lnTo>
                    <a:pt x="10747439" y="2667000"/>
                  </a:lnTo>
                  <a:lnTo>
                    <a:pt x="10804589" y="2667000"/>
                  </a:lnTo>
                  <a:lnTo>
                    <a:pt x="10804589" y="2647950"/>
                  </a:lnTo>
                  <a:close/>
                </a:path>
                <a:path w="10972800" h="2667000">
                  <a:moveTo>
                    <a:pt x="10812628" y="0"/>
                  </a:moveTo>
                  <a:lnTo>
                    <a:pt x="10755478" y="0"/>
                  </a:lnTo>
                  <a:lnTo>
                    <a:pt x="10755478" y="19050"/>
                  </a:lnTo>
                  <a:lnTo>
                    <a:pt x="10812628" y="19050"/>
                  </a:lnTo>
                  <a:lnTo>
                    <a:pt x="10812628" y="0"/>
                  </a:lnTo>
                  <a:close/>
                </a:path>
                <a:path w="10972800" h="2667000">
                  <a:moveTo>
                    <a:pt x="10900220" y="2666835"/>
                  </a:moveTo>
                  <a:lnTo>
                    <a:pt x="10899331" y="2647950"/>
                  </a:lnTo>
                  <a:lnTo>
                    <a:pt x="10842790" y="2647950"/>
                  </a:lnTo>
                  <a:lnTo>
                    <a:pt x="10842790" y="2667000"/>
                  </a:lnTo>
                  <a:lnTo>
                    <a:pt x="10896600" y="2667000"/>
                  </a:lnTo>
                  <a:lnTo>
                    <a:pt x="10900220" y="2666835"/>
                  </a:lnTo>
                  <a:close/>
                </a:path>
                <a:path w="10972800" h="2667000">
                  <a:moveTo>
                    <a:pt x="10909186" y="1117"/>
                  </a:moveTo>
                  <a:lnTo>
                    <a:pt x="10904106" y="368"/>
                  </a:lnTo>
                  <a:lnTo>
                    <a:pt x="10896600" y="0"/>
                  </a:lnTo>
                  <a:lnTo>
                    <a:pt x="10850829" y="0"/>
                  </a:lnTo>
                  <a:lnTo>
                    <a:pt x="10850829" y="19050"/>
                  </a:lnTo>
                  <a:lnTo>
                    <a:pt x="10904182" y="19050"/>
                  </a:lnTo>
                  <a:lnTo>
                    <a:pt x="10906112" y="19443"/>
                  </a:lnTo>
                  <a:lnTo>
                    <a:pt x="10906176" y="19050"/>
                  </a:lnTo>
                  <a:lnTo>
                    <a:pt x="10909186" y="1117"/>
                  </a:lnTo>
                  <a:close/>
                </a:path>
                <a:path w="10972800" h="2667000">
                  <a:moveTo>
                    <a:pt x="10972521" y="2596680"/>
                  </a:moveTo>
                  <a:lnTo>
                    <a:pt x="10953750" y="2595232"/>
                  </a:lnTo>
                  <a:lnTo>
                    <a:pt x="10953750" y="2598318"/>
                  </a:lnTo>
                  <a:lnTo>
                    <a:pt x="10952302" y="2605671"/>
                  </a:lnTo>
                  <a:lnTo>
                    <a:pt x="10946498" y="2619679"/>
                  </a:lnTo>
                  <a:lnTo>
                    <a:pt x="10942371" y="2625864"/>
                  </a:lnTo>
                  <a:lnTo>
                    <a:pt x="10937011" y="2631211"/>
                  </a:lnTo>
                  <a:lnTo>
                    <a:pt x="10931652" y="2636570"/>
                  </a:lnTo>
                  <a:lnTo>
                    <a:pt x="10930280" y="2637498"/>
                  </a:lnTo>
                  <a:lnTo>
                    <a:pt x="10941139" y="2652547"/>
                  </a:lnTo>
                  <a:lnTo>
                    <a:pt x="10944924" y="2649740"/>
                  </a:lnTo>
                  <a:lnTo>
                    <a:pt x="10967110" y="2619679"/>
                  </a:lnTo>
                  <a:lnTo>
                    <a:pt x="10969549" y="2612898"/>
                  </a:lnTo>
                  <a:lnTo>
                    <a:pt x="10971352" y="2605671"/>
                  </a:lnTo>
                  <a:lnTo>
                    <a:pt x="10972444" y="2598318"/>
                  </a:lnTo>
                  <a:lnTo>
                    <a:pt x="10972521" y="2596680"/>
                  </a:lnTo>
                  <a:close/>
                </a:path>
                <a:path w="10972800" h="2667000">
                  <a:moveTo>
                    <a:pt x="10972800" y="2500833"/>
                  </a:moveTo>
                  <a:lnTo>
                    <a:pt x="10953750" y="2500833"/>
                  </a:lnTo>
                  <a:lnTo>
                    <a:pt x="10953750" y="2557983"/>
                  </a:lnTo>
                  <a:lnTo>
                    <a:pt x="10972800" y="2557983"/>
                  </a:lnTo>
                  <a:lnTo>
                    <a:pt x="10972800" y="2500833"/>
                  </a:lnTo>
                  <a:close/>
                </a:path>
                <a:path w="10972800" h="2667000">
                  <a:moveTo>
                    <a:pt x="10972800" y="2405481"/>
                  </a:moveTo>
                  <a:lnTo>
                    <a:pt x="10953750" y="2405481"/>
                  </a:lnTo>
                  <a:lnTo>
                    <a:pt x="10953750" y="2462631"/>
                  </a:lnTo>
                  <a:lnTo>
                    <a:pt x="10972800" y="2462631"/>
                  </a:lnTo>
                  <a:lnTo>
                    <a:pt x="10972800" y="2405481"/>
                  </a:lnTo>
                  <a:close/>
                </a:path>
                <a:path w="10972800" h="2667000">
                  <a:moveTo>
                    <a:pt x="10972800" y="2310130"/>
                  </a:moveTo>
                  <a:lnTo>
                    <a:pt x="10953750" y="2310130"/>
                  </a:lnTo>
                  <a:lnTo>
                    <a:pt x="10953750" y="2367280"/>
                  </a:lnTo>
                  <a:lnTo>
                    <a:pt x="10972800" y="2367280"/>
                  </a:lnTo>
                  <a:lnTo>
                    <a:pt x="10972800" y="2310130"/>
                  </a:lnTo>
                  <a:close/>
                </a:path>
                <a:path w="10972800" h="2667000">
                  <a:moveTo>
                    <a:pt x="10972800" y="2214778"/>
                  </a:moveTo>
                  <a:lnTo>
                    <a:pt x="10953750" y="2214778"/>
                  </a:lnTo>
                  <a:lnTo>
                    <a:pt x="10953750" y="2271928"/>
                  </a:lnTo>
                  <a:lnTo>
                    <a:pt x="10972800" y="2271928"/>
                  </a:lnTo>
                  <a:lnTo>
                    <a:pt x="10972800" y="2214778"/>
                  </a:lnTo>
                  <a:close/>
                </a:path>
                <a:path w="10972800" h="2667000">
                  <a:moveTo>
                    <a:pt x="10972800" y="2119426"/>
                  </a:moveTo>
                  <a:lnTo>
                    <a:pt x="10953750" y="2119426"/>
                  </a:lnTo>
                  <a:lnTo>
                    <a:pt x="10953750" y="2176576"/>
                  </a:lnTo>
                  <a:lnTo>
                    <a:pt x="10972800" y="2176576"/>
                  </a:lnTo>
                  <a:lnTo>
                    <a:pt x="10972800" y="2119426"/>
                  </a:lnTo>
                  <a:close/>
                </a:path>
                <a:path w="10972800" h="2667000">
                  <a:moveTo>
                    <a:pt x="10972800" y="2024075"/>
                  </a:moveTo>
                  <a:lnTo>
                    <a:pt x="10953750" y="2024075"/>
                  </a:lnTo>
                  <a:lnTo>
                    <a:pt x="10953750" y="2081225"/>
                  </a:lnTo>
                  <a:lnTo>
                    <a:pt x="10972800" y="2081225"/>
                  </a:lnTo>
                  <a:lnTo>
                    <a:pt x="10972800" y="2024075"/>
                  </a:lnTo>
                  <a:close/>
                </a:path>
                <a:path w="10972800" h="2667000">
                  <a:moveTo>
                    <a:pt x="10972800" y="1928723"/>
                  </a:moveTo>
                  <a:lnTo>
                    <a:pt x="10953750" y="1928723"/>
                  </a:lnTo>
                  <a:lnTo>
                    <a:pt x="10953750" y="1985873"/>
                  </a:lnTo>
                  <a:lnTo>
                    <a:pt x="10972800" y="1985873"/>
                  </a:lnTo>
                  <a:lnTo>
                    <a:pt x="10972800" y="1928723"/>
                  </a:lnTo>
                  <a:close/>
                </a:path>
                <a:path w="10972800" h="2667000">
                  <a:moveTo>
                    <a:pt x="10972800" y="1833384"/>
                  </a:moveTo>
                  <a:lnTo>
                    <a:pt x="10953750" y="1833384"/>
                  </a:lnTo>
                  <a:lnTo>
                    <a:pt x="10953750" y="1890534"/>
                  </a:lnTo>
                  <a:lnTo>
                    <a:pt x="10972800" y="1890534"/>
                  </a:lnTo>
                  <a:lnTo>
                    <a:pt x="10972800" y="1833384"/>
                  </a:lnTo>
                  <a:close/>
                </a:path>
                <a:path w="10972800" h="2667000">
                  <a:moveTo>
                    <a:pt x="10972800" y="1738033"/>
                  </a:moveTo>
                  <a:lnTo>
                    <a:pt x="10953750" y="1738033"/>
                  </a:lnTo>
                  <a:lnTo>
                    <a:pt x="10953750" y="1795183"/>
                  </a:lnTo>
                  <a:lnTo>
                    <a:pt x="10972800" y="1795183"/>
                  </a:lnTo>
                  <a:lnTo>
                    <a:pt x="10972800" y="1738033"/>
                  </a:lnTo>
                  <a:close/>
                </a:path>
                <a:path w="10972800" h="2667000">
                  <a:moveTo>
                    <a:pt x="10972800" y="1642681"/>
                  </a:moveTo>
                  <a:lnTo>
                    <a:pt x="10953750" y="1642681"/>
                  </a:lnTo>
                  <a:lnTo>
                    <a:pt x="10953750" y="1699831"/>
                  </a:lnTo>
                  <a:lnTo>
                    <a:pt x="10972800" y="1699831"/>
                  </a:lnTo>
                  <a:lnTo>
                    <a:pt x="10972800" y="1642681"/>
                  </a:lnTo>
                  <a:close/>
                </a:path>
                <a:path w="10972800" h="2667000">
                  <a:moveTo>
                    <a:pt x="10972800" y="1547329"/>
                  </a:moveTo>
                  <a:lnTo>
                    <a:pt x="10953750" y="1547329"/>
                  </a:lnTo>
                  <a:lnTo>
                    <a:pt x="10953750" y="1604479"/>
                  </a:lnTo>
                  <a:lnTo>
                    <a:pt x="10972800" y="1604479"/>
                  </a:lnTo>
                  <a:lnTo>
                    <a:pt x="10972800" y="1547329"/>
                  </a:lnTo>
                  <a:close/>
                </a:path>
                <a:path w="10972800" h="2667000">
                  <a:moveTo>
                    <a:pt x="10972800" y="1451978"/>
                  </a:moveTo>
                  <a:lnTo>
                    <a:pt x="10953750" y="1451978"/>
                  </a:lnTo>
                  <a:lnTo>
                    <a:pt x="10953750" y="1509128"/>
                  </a:lnTo>
                  <a:lnTo>
                    <a:pt x="10972800" y="1509128"/>
                  </a:lnTo>
                  <a:lnTo>
                    <a:pt x="10972800" y="1451978"/>
                  </a:lnTo>
                  <a:close/>
                </a:path>
                <a:path w="10972800" h="2667000">
                  <a:moveTo>
                    <a:pt x="10972800" y="1356626"/>
                  </a:moveTo>
                  <a:lnTo>
                    <a:pt x="10953750" y="1356626"/>
                  </a:lnTo>
                  <a:lnTo>
                    <a:pt x="10953750" y="1413776"/>
                  </a:lnTo>
                  <a:lnTo>
                    <a:pt x="10972800" y="1413776"/>
                  </a:lnTo>
                  <a:lnTo>
                    <a:pt x="10972800" y="1356626"/>
                  </a:lnTo>
                  <a:close/>
                </a:path>
                <a:path w="10972800" h="2667000">
                  <a:moveTo>
                    <a:pt x="10972800" y="1261275"/>
                  </a:moveTo>
                  <a:lnTo>
                    <a:pt x="10953750" y="1261275"/>
                  </a:lnTo>
                  <a:lnTo>
                    <a:pt x="10953750" y="1318425"/>
                  </a:lnTo>
                  <a:lnTo>
                    <a:pt x="10972800" y="1318425"/>
                  </a:lnTo>
                  <a:lnTo>
                    <a:pt x="10972800" y="1261275"/>
                  </a:lnTo>
                  <a:close/>
                </a:path>
                <a:path w="10972800" h="2667000">
                  <a:moveTo>
                    <a:pt x="10972800" y="1165923"/>
                  </a:moveTo>
                  <a:lnTo>
                    <a:pt x="10953750" y="1165923"/>
                  </a:lnTo>
                  <a:lnTo>
                    <a:pt x="10953750" y="1223073"/>
                  </a:lnTo>
                  <a:lnTo>
                    <a:pt x="10972800" y="1223073"/>
                  </a:lnTo>
                  <a:lnTo>
                    <a:pt x="10972800" y="1165923"/>
                  </a:lnTo>
                  <a:close/>
                </a:path>
                <a:path w="10972800" h="2667000">
                  <a:moveTo>
                    <a:pt x="10972800" y="1070571"/>
                  </a:moveTo>
                  <a:lnTo>
                    <a:pt x="10953750" y="1070571"/>
                  </a:lnTo>
                  <a:lnTo>
                    <a:pt x="10953750" y="1127721"/>
                  </a:lnTo>
                  <a:lnTo>
                    <a:pt x="10972800" y="1127721"/>
                  </a:lnTo>
                  <a:lnTo>
                    <a:pt x="10972800" y="1070571"/>
                  </a:lnTo>
                  <a:close/>
                </a:path>
                <a:path w="10972800" h="2667000">
                  <a:moveTo>
                    <a:pt x="10972800" y="975220"/>
                  </a:moveTo>
                  <a:lnTo>
                    <a:pt x="10953750" y="975220"/>
                  </a:lnTo>
                  <a:lnTo>
                    <a:pt x="10953750" y="1032370"/>
                  </a:lnTo>
                  <a:lnTo>
                    <a:pt x="10972800" y="1032370"/>
                  </a:lnTo>
                  <a:lnTo>
                    <a:pt x="10972800" y="975220"/>
                  </a:lnTo>
                  <a:close/>
                </a:path>
                <a:path w="10972800" h="2667000">
                  <a:moveTo>
                    <a:pt x="10972800" y="879868"/>
                  </a:moveTo>
                  <a:lnTo>
                    <a:pt x="10953750" y="879868"/>
                  </a:lnTo>
                  <a:lnTo>
                    <a:pt x="10953750" y="937018"/>
                  </a:lnTo>
                  <a:lnTo>
                    <a:pt x="10972800" y="937018"/>
                  </a:lnTo>
                  <a:lnTo>
                    <a:pt x="10972800" y="879868"/>
                  </a:lnTo>
                  <a:close/>
                </a:path>
                <a:path w="10972800" h="2667000">
                  <a:moveTo>
                    <a:pt x="10972800" y="784517"/>
                  </a:moveTo>
                  <a:lnTo>
                    <a:pt x="10953750" y="784517"/>
                  </a:lnTo>
                  <a:lnTo>
                    <a:pt x="10953750" y="841667"/>
                  </a:lnTo>
                  <a:lnTo>
                    <a:pt x="10972800" y="841667"/>
                  </a:lnTo>
                  <a:lnTo>
                    <a:pt x="10972800" y="784517"/>
                  </a:lnTo>
                  <a:close/>
                </a:path>
                <a:path w="10972800" h="2667000">
                  <a:moveTo>
                    <a:pt x="10972800" y="689178"/>
                  </a:moveTo>
                  <a:lnTo>
                    <a:pt x="10953750" y="689178"/>
                  </a:lnTo>
                  <a:lnTo>
                    <a:pt x="10953750" y="746328"/>
                  </a:lnTo>
                  <a:lnTo>
                    <a:pt x="10972800" y="746328"/>
                  </a:lnTo>
                  <a:lnTo>
                    <a:pt x="10972800" y="689178"/>
                  </a:lnTo>
                  <a:close/>
                </a:path>
                <a:path w="10972800" h="2667000">
                  <a:moveTo>
                    <a:pt x="10972800" y="593826"/>
                  </a:moveTo>
                  <a:lnTo>
                    <a:pt x="10953750" y="593826"/>
                  </a:lnTo>
                  <a:lnTo>
                    <a:pt x="10953750" y="650976"/>
                  </a:lnTo>
                  <a:lnTo>
                    <a:pt x="10972800" y="650976"/>
                  </a:lnTo>
                  <a:lnTo>
                    <a:pt x="10972800" y="593826"/>
                  </a:lnTo>
                  <a:close/>
                </a:path>
                <a:path w="10972800" h="2667000">
                  <a:moveTo>
                    <a:pt x="10972800" y="498475"/>
                  </a:moveTo>
                  <a:lnTo>
                    <a:pt x="10953750" y="498475"/>
                  </a:lnTo>
                  <a:lnTo>
                    <a:pt x="10953750" y="555625"/>
                  </a:lnTo>
                  <a:lnTo>
                    <a:pt x="10972800" y="555625"/>
                  </a:lnTo>
                  <a:lnTo>
                    <a:pt x="10972800" y="498475"/>
                  </a:lnTo>
                  <a:close/>
                </a:path>
                <a:path w="10972800" h="2667000">
                  <a:moveTo>
                    <a:pt x="10972800" y="403123"/>
                  </a:moveTo>
                  <a:lnTo>
                    <a:pt x="10953750" y="403123"/>
                  </a:lnTo>
                  <a:lnTo>
                    <a:pt x="10953750" y="460273"/>
                  </a:lnTo>
                  <a:lnTo>
                    <a:pt x="10972800" y="460273"/>
                  </a:lnTo>
                  <a:lnTo>
                    <a:pt x="10972800" y="403123"/>
                  </a:lnTo>
                  <a:close/>
                </a:path>
                <a:path w="10972800" h="2667000">
                  <a:moveTo>
                    <a:pt x="10972800" y="307771"/>
                  </a:moveTo>
                  <a:lnTo>
                    <a:pt x="10953750" y="307771"/>
                  </a:lnTo>
                  <a:lnTo>
                    <a:pt x="10953750" y="364921"/>
                  </a:lnTo>
                  <a:lnTo>
                    <a:pt x="10972800" y="364921"/>
                  </a:lnTo>
                  <a:lnTo>
                    <a:pt x="10972800" y="307771"/>
                  </a:lnTo>
                  <a:close/>
                </a:path>
                <a:path w="10972800" h="2667000">
                  <a:moveTo>
                    <a:pt x="10972800" y="212420"/>
                  </a:moveTo>
                  <a:lnTo>
                    <a:pt x="10953750" y="212420"/>
                  </a:lnTo>
                  <a:lnTo>
                    <a:pt x="10953750" y="269570"/>
                  </a:lnTo>
                  <a:lnTo>
                    <a:pt x="10972800" y="269570"/>
                  </a:lnTo>
                  <a:lnTo>
                    <a:pt x="10972800" y="212420"/>
                  </a:lnTo>
                  <a:close/>
                </a:path>
                <a:path w="10972800" h="2667000">
                  <a:moveTo>
                    <a:pt x="10972800" y="117068"/>
                  </a:moveTo>
                  <a:lnTo>
                    <a:pt x="10953750" y="117068"/>
                  </a:lnTo>
                  <a:lnTo>
                    <a:pt x="10953750" y="174218"/>
                  </a:lnTo>
                  <a:lnTo>
                    <a:pt x="10972800" y="174218"/>
                  </a:lnTo>
                  <a:lnTo>
                    <a:pt x="10972800" y="117068"/>
                  </a:lnTo>
                  <a:close/>
                </a:path>
                <a:path w="10972800" h="2667000">
                  <a:moveTo>
                    <a:pt x="10972800" y="76212"/>
                  </a:moveTo>
                  <a:lnTo>
                    <a:pt x="10959973" y="33858"/>
                  </a:lnTo>
                  <a:lnTo>
                    <a:pt x="10948365" y="20396"/>
                  </a:lnTo>
                  <a:lnTo>
                    <a:pt x="10935487" y="34277"/>
                  </a:lnTo>
                  <a:lnTo>
                    <a:pt x="10937011" y="35801"/>
                  </a:lnTo>
                  <a:lnTo>
                    <a:pt x="10942371" y="41148"/>
                  </a:lnTo>
                  <a:lnTo>
                    <a:pt x="10946498" y="47332"/>
                  </a:lnTo>
                  <a:lnTo>
                    <a:pt x="10952302" y="61341"/>
                  </a:lnTo>
                  <a:lnTo>
                    <a:pt x="10953750" y="68630"/>
                  </a:lnTo>
                  <a:lnTo>
                    <a:pt x="10953750" y="78867"/>
                  </a:lnTo>
                  <a:lnTo>
                    <a:pt x="10972800" y="78867"/>
                  </a:lnTo>
                  <a:lnTo>
                    <a:pt x="10972800" y="7621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C82D6945-02DF-4F79-FEF4-B5B0AF1AB9AB}"/>
                </a:ext>
              </a:extLst>
            </p:cNvPr>
            <p:cNvSpPr/>
            <p:nvPr/>
          </p:nvSpPr>
          <p:spPr>
            <a:xfrm>
              <a:off x="5867399" y="7953374"/>
              <a:ext cx="457200" cy="400050"/>
            </a:xfrm>
            <a:custGeom>
              <a:avLst/>
              <a:gdLst/>
              <a:ahLst/>
              <a:cxnLst/>
              <a:rect l="l" t="t" r="r" b="b"/>
              <a:pathLst>
                <a:path w="457200" h="400050">
                  <a:moveTo>
                    <a:pt x="428625" y="400050"/>
                  </a:moveTo>
                  <a:lnTo>
                    <a:pt x="71437" y="400050"/>
                  </a:lnTo>
                  <a:lnTo>
                    <a:pt x="43624" y="394438"/>
                  </a:lnTo>
                  <a:lnTo>
                    <a:pt x="20917" y="379132"/>
                  </a:lnTo>
                  <a:lnTo>
                    <a:pt x="5611" y="356425"/>
                  </a:lnTo>
                  <a:lnTo>
                    <a:pt x="0" y="328612"/>
                  </a:lnTo>
                  <a:lnTo>
                    <a:pt x="0" y="28575"/>
                  </a:lnTo>
                  <a:lnTo>
                    <a:pt x="2242" y="17442"/>
                  </a:lnTo>
                  <a:lnTo>
                    <a:pt x="8360" y="8360"/>
                  </a:lnTo>
                  <a:lnTo>
                    <a:pt x="17442" y="2242"/>
                  </a:lnTo>
                  <a:lnTo>
                    <a:pt x="28575" y="0"/>
                  </a:lnTo>
                  <a:lnTo>
                    <a:pt x="39707" y="2242"/>
                  </a:lnTo>
                  <a:lnTo>
                    <a:pt x="48789" y="8360"/>
                  </a:lnTo>
                  <a:lnTo>
                    <a:pt x="54907" y="17442"/>
                  </a:lnTo>
                  <a:lnTo>
                    <a:pt x="57150" y="28575"/>
                  </a:lnTo>
                  <a:lnTo>
                    <a:pt x="57150" y="336470"/>
                  </a:lnTo>
                  <a:lnTo>
                    <a:pt x="63579" y="342900"/>
                  </a:lnTo>
                  <a:lnTo>
                    <a:pt x="428625" y="342900"/>
                  </a:lnTo>
                  <a:lnTo>
                    <a:pt x="439757" y="345142"/>
                  </a:lnTo>
                  <a:lnTo>
                    <a:pt x="448839" y="351260"/>
                  </a:lnTo>
                  <a:lnTo>
                    <a:pt x="454957" y="360342"/>
                  </a:lnTo>
                  <a:lnTo>
                    <a:pt x="457200" y="371475"/>
                  </a:lnTo>
                  <a:lnTo>
                    <a:pt x="454957" y="382607"/>
                  </a:lnTo>
                  <a:lnTo>
                    <a:pt x="448839" y="391689"/>
                  </a:lnTo>
                  <a:lnTo>
                    <a:pt x="439757" y="397807"/>
                  </a:lnTo>
                  <a:lnTo>
                    <a:pt x="428625" y="400050"/>
                  </a:lnTo>
                  <a:close/>
                </a:path>
                <a:path w="457200" h="400050">
                  <a:moveTo>
                    <a:pt x="366742" y="159573"/>
                  </a:moveTo>
                  <a:lnTo>
                    <a:pt x="285750" y="159573"/>
                  </a:lnTo>
                  <a:lnTo>
                    <a:pt x="379779" y="65454"/>
                  </a:lnTo>
                  <a:lnTo>
                    <a:pt x="389239" y="59175"/>
                  </a:lnTo>
                  <a:lnTo>
                    <a:pt x="400005" y="57083"/>
                  </a:lnTo>
                  <a:lnTo>
                    <a:pt x="410771" y="59175"/>
                  </a:lnTo>
                  <a:lnTo>
                    <a:pt x="420231" y="65454"/>
                  </a:lnTo>
                  <a:lnTo>
                    <a:pt x="426509" y="74914"/>
                  </a:lnTo>
                  <a:lnTo>
                    <a:pt x="428602" y="85680"/>
                  </a:lnTo>
                  <a:lnTo>
                    <a:pt x="426509" y="96446"/>
                  </a:lnTo>
                  <a:lnTo>
                    <a:pt x="419878" y="106437"/>
                  </a:lnTo>
                  <a:lnTo>
                    <a:pt x="366742" y="159573"/>
                  </a:lnTo>
                  <a:close/>
                </a:path>
                <a:path w="457200" h="400050">
                  <a:moveTo>
                    <a:pt x="114255" y="257152"/>
                  </a:moveTo>
                  <a:lnTo>
                    <a:pt x="103489" y="255059"/>
                  </a:lnTo>
                  <a:lnTo>
                    <a:pt x="94029" y="248781"/>
                  </a:lnTo>
                  <a:lnTo>
                    <a:pt x="87750" y="239321"/>
                  </a:lnTo>
                  <a:lnTo>
                    <a:pt x="85658" y="228555"/>
                  </a:lnTo>
                  <a:lnTo>
                    <a:pt x="87750" y="217789"/>
                  </a:lnTo>
                  <a:lnTo>
                    <a:pt x="94029" y="208329"/>
                  </a:lnTo>
                  <a:lnTo>
                    <a:pt x="194042" y="108317"/>
                  </a:lnTo>
                  <a:lnTo>
                    <a:pt x="203501" y="102038"/>
                  </a:lnTo>
                  <a:lnTo>
                    <a:pt x="214267" y="99945"/>
                  </a:lnTo>
                  <a:lnTo>
                    <a:pt x="225033" y="102038"/>
                  </a:lnTo>
                  <a:lnTo>
                    <a:pt x="234493" y="108317"/>
                  </a:lnTo>
                  <a:lnTo>
                    <a:pt x="285750" y="159573"/>
                  </a:lnTo>
                  <a:lnTo>
                    <a:pt x="366742" y="159573"/>
                  </a:lnTo>
                  <a:lnTo>
                    <a:pt x="357276" y="169038"/>
                  </a:lnTo>
                  <a:lnTo>
                    <a:pt x="214312" y="169038"/>
                  </a:lnTo>
                  <a:lnTo>
                    <a:pt x="134481" y="248781"/>
                  </a:lnTo>
                  <a:lnTo>
                    <a:pt x="125021" y="255059"/>
                  </a:lnTo>
                  <a:lnTo>
                    <a:pt x="114255" y="257152"/>
                  </a:lnTo>
                  <a:close/>
                </a:path>
                <a:path w="457200" h="400050">
                  <a:moveTo>
                    <a:pt x="419878" y="106437"/>
                  </a:moveTo>
                  <a:lnTo>
                    <a:pt x="420217" y="105926"/>
                  </a:lnTo>
                  <a:lnTo>
                    <a:pt x="420388" y="105926"/>
                  </a:lnTo>
                  <a:lnTo>
                    <a:pt x="419878" y="106437"/>
                  </a:lnTo>
                  <a:close/>
                </a:path>
                <a:path w="457200" h="400050">
                  <a:moveTo>
                    <a:pt x="286368" y="228555"/>
                  </a:moveTo>
                  <a:lnTo>
                    <a:pt x="285220" y="228555"/>
                  </a:lnTo>
                  <a:lnTo>
                    <a:pt x="275028" y="226574"/>
                  </a:lnTo>
                  <a:lnTo>
                    <a:pt x="265568" y="220295"/>
                  </a:lnTo>
                  <a:lnTo>
                    <a:pt x="214312" y="169038"/>
                  </a:lnTo>
                  <a:lnTo>
                    <a:pt x="357276" y="169038"/>
                  </a:lnTo>
                  <a:lnTo>
                    <a:pt x="306020" y="220295"/>
                  </a:lnTo>
                  <a:lnTo>
                    <a:pt x="296560" y="226574"/>
                  </a:lnTo>
                  <a:lnTo>
                    <a:pt x="286368" y="228555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>
            <a:extLst>
              <a:ext uri="{FF2B5EF4-FFF2-40B4-BE49-F238E27FC236}">
                <a16:creationId xmlns:a16="http://schemas.microsoft.com/office/drawing/2014/main" id="{DDDDBC29-114A-9AF7-31F8-D48CED8C295C}"/>
              </a:ext>
            </a:extLst>
          </p:cNvPr>
          <p:cNvSpPr txBox="1"/>
          <p:nvPr/>
        </p:nvSpPr>
        <p:spPr>
          <a:xfrm>
            <a:off x="3502647" y="5171284"/>
            <a:ext cx="5618480" cy="4667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algn="ctr">
              <a:spcBef>
                <a:spcPts val="390"/>
              </a:spcBef>
            </a:pPr>
            <a:r>
              <a:rPr sz="1300" spc="-80" dirty="0">
                <a:solidFill>
                  <a:srgbClr val="6A7280"/>
                </a:solidFill>
                <a:latin typeface="Montserrat"/>
                <a:cs typeface="Montserrat"/>
              </a:rPr>
              <a:t>Revenue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&amp;</a:t>
            </a:r>
            <a:r>
              <a:rPr sz="130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6A7280"/>
                </a:solidFill>
                <a:latin typeface="Montserrat"/>
                <a:cs typeface="Montserrat"/>
              </a:rPr>
              <a:t>Profitability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Growth</a:t>
            </a:r>
            <a:r>
              <a:rPr sz="130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6A7280"/>
                </a:solidFill>
                <a:latin typeface="Montserrat"/>
                <a:cs typeface="Montserrat"/>
              </a:rPr>
              <a:t>Projection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Chart</a:t>
            </a:r>
            <a:r>
              <a:rPr sz="130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(5-</a:t>
            </a:r>
            <a:r>
              <a:rPr sz="1300" spc="-90" dirty="0">
                <a:solidFill>
                  <a:srgbClr val="6A7280"/>
                </a:solidFill>
                <a:latin typeface="Montserrat"/>
                <a:cs typeface="Montserrat"/>
              </a:rPr>
              <a:t>Year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Forecast)</a:t>
            </a:r>
            <a:endParaRPr sz="1300" dirty="0">
              <a:latin typeface="Montserrat"/>
              <a:cs typeface="Montserrat"/>
            </a:endParaRPr>
          </a:p>
          <a:p>
            <a:pPr algn="ctr">
              <a:spcBef>
                <a:spcPts val="240"/>
              </a:spcBef>
            </a:pPr>
            <a:r>
              <a:rPr sz="1150" spc="-70" dirty="0">
                <a:solidFill>
                  <a:srgbClr val="9CA2AF"/>
                </a:solidFill>
                <a:latin typeface="Montserrat"/>
                <a:cs typeface="Montserrat"/>
              </a:rPr>
              <a:t>Bar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65" dirty="0">
                <a:solidFill>
                  <a:srgbClr val="9CA2AF"/>
                </a:solidFill>
                <a:latin typeface="Montserrat"/>
                <a:cs typeface="Montserrat"/>
              </a:rPr>
              <a:t>chart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75" dirty="0">
                <a:solidFill>
                  <a:srgbClr val="9CA2AF"/>
                </a:solidFill>
                <a:latin typeface="Montserrat"/>
                <a:cs typeface="Montserrat"/>
              </a:rPr>
              <a:t>showing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75" dirty="0">
                <a:solidFill>
                  <a:srgbClr val="9CA2AF"/>
                </a:solidFill>
                <a:latin typeface="Montserrat"/>
                <a:cs typeface="Montserrat"/>
              </a:rPr>
              <a:t>revenue</a:t>
            </a:r>
            <a:r>
              <a:rPr sz="1150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75" dirty="0">
                <a:solidFill>
                  <a:srgbClr val="9CA2AF"/>
                </a:solidFill>
                <a:latin typeface="Montserrat"/>
                <a:cs typeface="Montserrat"/>
              </a:rPr>
              <a:t>growth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70" dirty="0">
                <a:solidFill>
                  <a:srgbClr val="9CA2AF"/>
                </a:solidFill>
                <a:latin typeface="Montserrat"/>
                <a:cs typeface="Montserrat"/>
              </a:rPr>
              <a:t>with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60" dirty="0">
                <a:solidFill>
                  <a:srgbClr val="9CA2AF"/>
                </a:solidFill>
                <a:latin typeface="Montserrat"/>
                <a:cs typeface="Montserrat"/>
              </a:rPr>
              <a:t>line</a:t>
            </a:r>
            <a:r>
              <a:rPr sz="1150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80" dirty="0">
                <a:solidFill>
                  <a:srgbClr val="9CA2AF"/>
                </a:solidFill>
                <a:latin typeface="Montserrat"/>
                <a:cs typeface="Montserrat"/>
              </a:rPr>
              <a:t>overlay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55" dirty="0">
                <a:solidFill>
                  <a:srgbClr val="9CA2AF"/>
                </a:solidFill>
                <a:latin typeface="Montserrat"/>
                <a:cs typeface="Montserrat"/>
              </a:rPr>
              <a:t>for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60" dirty="0">
                <a:solidFill>
                  <a:srgbClr val="9CA2AF"/>
                </a:solidFill>
                <a:latin typeface="Montserrat"/>
                <a:cs typeface="Montserrat"/>
              </a:rPr>
              <a:t>profit</a:t>
            </a:r>
            <a:r>
              <a:rPr sz="1150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70" dirty="0">
                <a:solidFill>
                  <a:srgbClr val="9CA2AF"/>
                </a:solidFill>
                <a:latin typeface="Montserrat"/>
                <a:cs typeface="Montserrat"/>
              </a:rPr>
              <a:t>margins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80" dirty="0">
                <a:solidFill>
                  <a:srgbClr val="9CA2AF"/>
                </a:solidFill>
                <a:latin typeface="Montserrat"/>
                <a:cs typeface="Montserrat"/>
              </a:rPr>
              <a:t>and</a:t>
            </a:r>
            <a:r>
              <a:rPr sz="1150" spc="-5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70" dirty="0">
                <a:solidFill>
                  <a:srgbClr val="9CA2AF"/>
                </a:solidFill>
                <a:latin typeface="Montserrat"/>
                <a:cs typeface="Montserrat"/>
              </a:rPr>
              <a:t>cash</a:t>
            </a:r>
            <a:r>
              <a:rPr sz="1150" dirty="0">
                <a:solidFill>
                  <a:srgbClr val="9CA2AF"/>
                </a:solidFill>
                <a:latin typeface="Montserrat"/>
                <a:cs typeface="Montserrat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Montserrat"/>
                <a:cs typeface="Montserrat"/>
              </a:rPr>
              <a:t>flow</a:t>
            </a:r>
            <a:endParaRPr sz="1150" dirty="0">
              <a:latin typeface="Montserrat"/>
              <a:cs typeface="Montserrat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A6473C5-A446-1F75-47ED-4D2341A6ACE3}"/>
              </a:ext>
            </a:extLst>
          </p:cNvPr>
          <p:cNvGrpSpPr/>
          <p:nvPr/>
        </p:nvGrpSpPr>
        <p:grpSpPr>
          <a:xfrm>
            <a:off x="6955917" y="3408942"/>
            <a:ext cx="4613771" cy="196849"/>
            <a:chOff x="6981824" y="6178086"/>
            <a:chExt cx="4613771" cy="196849"/>
          </a:xfrm>
        </p:grpSpPr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54A16D1C-CA3A-7AA0-81D2-9F8E707510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4" y="6219031"/>
              <a:ext cx="152400" cy="152398"/>
            </a:xfrm>
            <a:prstGeom prst="rect">
              <a:avLst/>
            </a:prstGeom>
          </p:spPr>
        </p:pic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87E4CA68-79E7-6DC9-3C77-0507AD397E85}"/>
                </a:ext>
              </a:extLst>
            </p:cNvPr>
            <p:cNvSpPr txBox="1"/>
            <p:nvPr/>
          </p:nvSpPr>
          <p:spPr>
            <a:xfrm>
              <a:off x="7182991" y="6178086"/>
              <a:ext cx="628650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200" spc="-80" dirty="0">
                  <a:solidFill>
                    <a:srgbClr val="333333"/>
                  </a:solidFill>
                  <a:latin typeface="Montserrat"/>
                  <a:cs typeface="Montserrat"/>
                </a:rPr>
                <a:t>Revenue</a:t>
              </a:r>
              <a:endParaRPr sz="1200">
                <a:latin typeface="Montserrat"/>
                <a:cs typeface="Montserrat"/>
              </a:endParaRPr>
            </a:p>
          </p:txBody>
        </p:sp>
        <p:pic>
          <p:nvPicPr>
            <p:cNvPr id="41" name="object 41">
              <a:extLst>
                <a:ext uri="{FF2B5EF4-FFF2-40B4-BE49-F238E27FC236}">
                  <a16:creationId xmlns:a16="http://schemas.microsoft.com/office/drawing/2014/main" id="{03A6F6C7-A15E-81FC-49C6-7557F145AD6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3" y="6219031"/>
              <a:ext cx="152399" cy="152398"/>
            </a:xfrm>
            <a:prstGeom prst="rect">
              <a:avLst/>
            </a:prstGeom>
          </p:spPr>
        </p:pic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F4F66B8F-D87F-941D-9123-A8D759A3DFBB}"/>
                </a:ext>
              </a:extLst>
            </p:cNvPr>
            <p:cNvSpPr txBox="1"/>
            <p:nvPr/>
          </p:nvSpPr>
          <p:spPr>
            <a:xfrm>
              <a:off x="8148141" y="6178086"/>
              <a:ext cx="814069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200" spc="-80" dirty="0">
                  <a:solidFill>
                    <a:srgbClr val="333333"/>
                  </a:solidFill>
                  <a:latin typeface="Montserrat"/>
                  <a:cs typeface="Montserrat"/>
                </a:rPr>
                <a:t>Gross</a:t>
              </a:r>
              <a:r>
                <a:rPr sz="1200" spc="-35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200" spc="-50" dirty="0">
                  <a:solidFill>
                    <a:srgbClr val="333333"/>
                  </a:solidFill>
                  <a:latin typeface="Montserrat"/>
                  <a:cs typeface="Montserrat"/>
                </a:rPr>
                <a:t>Profit</a:t>
              </a:r>
              <a:endParaRPr sz="1200">
                <a:latin typeface="Montserrat"/>
                <a:cs typeface="Montserrat"/>
              </a:endParaRPr>
            </a:p>
          </p:txBody>
        </p:sp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C8C3EA32-0C18-8122-2526-5E751F3B758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5898" y="6219031"/>
              <a:ext cx="152399" cy="152398"/>
            </a:xfrm>
            <a:prstGeom prst="rect">
              <a:avLst/>
            </a:prstGeom>
          </p:spPr>
        </p:pic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B6913BE-40F6-3A5A-11A3-472EFAD43CCD}"/>
                </a:ext>
              </a:extLst>
            </p:cNvPr>
            <p:cNvSpPr txBox="1"/>
            <p:nvPr/>
          </p:nvSpPr>
          <p:spPr>
            <a:xfrm>
              <a:off x="9298582" y="6178086"/>
              <a:ext cx="551180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200" spc="-75" dirty="0">
                  <a:solidFill>
                    <a:srgbClr val="333333"/>
                  </a:solidFill>
                  <a:latin typeface="Montserrat"/>
                  <a:cs typeface="Montserrat"/>
                </a:rPr>
                <a:t>EBITDA</a:t>
              </a:r>
              <a:endParaRPr sz="1200">
                <a:latin typeface="Montserrat"/>
                <a:cs typeface="Montserrat"/>
              </a:endParaRPr>
            </a:p>
          </p:txBody>
        </p:sp>
        <p:pic>
          <p:nvPicPr>
            <p:cNvPr id="45" name="object 45">
              <a:extLst>
                <a:ext uri="{FF2B5EF4-FFF2-40B4-BE49-F238E27FC236}">
                  <a16:creationId xmlns:a16="http://schemas.microsoft.com/office/drawing/2014/main" id="{D09F8CA4-E093-E015-663C-2B9D2E2DBF5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91723" y="6219031"/>
              <a:ext cx="152399" cy="152398"/>
            </a:xfrm>
            <a:prstGeom prst="rect">
              <a:avLst/>
            </a:prstGeom>
          </p:spPr>
        </p:pic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6562C0B4-6331-802B-0FFC-53557BEDB8C6}"/>
                </a:ext>
              </a:extLst>
            </p:cNvPr>
            <p:cNvSpPr txBox="1"/>
            <p:nvPr/>
          </p:nvSpPr>
          <p:spPr>
            <a:xfrm>
              <a:off x="10185895" y="6178086"/>
              <a:ext cx="1409700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200" spc="-85" dirty="0">
                  <a:solidFill>
                    <a:srgbClr val="333333"/>
                  </a:solidFill>
                  <a:latin typeface="Montserrat"/>
                  <a:cs typeface="Montserrat"/>
                </a:rPr>
                <a:t>Operating</a:t>
              </a:r>
              <a:r>
                <a:rPr sz="1200" spc="-20" dirty="0">
                  <a:solidFill>
                    <a:srgbClr val="333333"/>
                  </a:solidFill>
                  <a:latin typeface="Montserrat"/>
                  <a:cs typeface="Montserrat"/>
                </a:rPr>
                <a:t> </a:t>
              </a:r>
              <a:r>
                <a:rPr sz="1200" spc="-65" dirty="0">
                  <a:solidFill>
                    <a:srgbClr val="333333"/>
                  </a:solidFill>
                  <a:latin typeface="Montserrat"/>
                  <a:cs typeface="Montserrat"/>
                </a:rPr>
                <a:t>Expenses</a:t>
              </a:r>
              <a:endParaRPr sz="1200" dirty="0">
                <a:latin typeface="Montserrat"/>
                <a:cs typeface="Montserrat"/>
              </a:endParaRPr>
            </a:p>
          </p:txBody>
        </p:sp>
      </p:grpSp>
      <p:sp>
        <p:nvSpPr>
          <p:cNvPr id="52" name="object 52">
            <a:extLst>
              <a:ext uri="{FF2B5EF4-FFF2-40B4-BE49-F238E27FC236}">
                <a16:creationId xmlns:a16="http://schemas.microsoft.com/office/drawing/2014/main" id="{88AA77A4-7E86-7EB7-D381-2307AB441186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63863280-8961-A774-F66C-A483CDD55301}"/>
              </a:ext>
            </a:extLst>
          </p:cNvPr>
          <p:cNvSpPr txBox="1"/>
          <p:nvPr/>
        </p:nvSpPr>
        <p:spPr>
          <a:xfrm>
            <a:off x="215901" y="6551295"/>
            <a:ext cx="1331595" cy="14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>
              <a:latin typeface="Montserrat SemiBold"/>
              <a:cs typeface="Montserrat SemiBold"/>
            </a:endParaRPr>
          </a:p>
        </p:txBody>
      </p:sp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E32A40FF-3589-5993-CF60-001F842C90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8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8100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762000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49" y="234695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295" dirty="0"/>
              <a:t>Break-</a:t>
            </a:r>
            <a:r>
              <a:rPr sz="3450" spc="-320" dirty="0"/>
              <a:t>even</a:t>
            </a:r>
            <a:r>
              <a:rPr sz="3450" spc="-105" dirty="0"/>
              <a:t> </a:t>
            </a:r>
            <a:r>
              <a:rPr sz="3450" spc="-270" dirty="0"/>
              <a:t>Analysis</a:t>
            </a:r>
            <a:endParaRPr sz="3450" dirty="0"/>
          </a:p>
        </p:txBody>
      </p:sp>
      <p:sp>
        <p:nvSpPr>
          <p:cNvPr id="4" name="object 4"/>
          <p:cNvSpPr txBox="1"/>
          <p:nvPr/>
        </p:nvSpPr>
        <p:spPr>
          <a:xfrm>
            <a:off x="596900" y="973049"/>
            <a:ext cx="9632315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Detailed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analysis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of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35" dirty="0">
                <a:solidFill>
                  <a:srgbClr val="4A5467"/>
                </a:solidFill>
                <a:latin typeface="Montserrat Medium"/>
                <a:cs typeface="Montserrat Medium"/>
              </a:rPr>
              <a:t>when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the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business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65" dirty="0">
                <a:solidFill>
                  <a:srgbClr val="4A5467"/>
                </a:solidFill>
                <a:latin typeface="Montserrat Medium"/>
                <a:cs typeface="Montserrat Medium"/>
              </a:rPr>
              <a:t>is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0" dirty="0">
                <a:solidFill>
                  <a:srgbClr val="4A5467"/>
                </a:solidFill>
                <a:latin typeface="Montserrat Medium"/>
                <a:cs typeface="Montserrat Medium"/>
              </a:rPr>
              <a:t>projected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to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30" dirty="0">
                <a:solidFill>
                  <a:srgbClr val="4A5467"/>
                </a:solidFill>
                <a:latin typeface="Montserrat Medium"/>
                <a:cs typeface="Montserrat Medium"/>
              </a:rPr>
              <a:t>become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85" dirty="0">
                <a:solidFill>
                  <a:srgbClr val="4A5467"/>
                </a:solidFill>
                <a:latin typeface="Montserrat Medium"/>
                <a:cs typeface="Montserrat Medium"/>
              </a:rPr>
              <a:t>profitable,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with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4" dirty="0">
                <a:solidFill>
                  <a:srgbClr val="4A5467"/>
                </a:solidFill>
                <a:latin typeface="Montserrat Medium"/>
                <a:cs typeface="Montserrat Medium"/>
              </a:rPr>
              <a:t>key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metrics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and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Montserrat Medium"/>
                <a:cs typeface="Montserrat Medium"/>
              </a:rPr>
              <a:t>timeline.</a:t>
            </a:r>
            <a:endParaRPr sz="1600">
              <a:latin typeface="Montserrat Medium"/>
              <a:cs typeface="Montserrat Medi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1325041"/>
            <a:ext cx="2657475" cy="1000125"/>
          </a:xfrm>
          <a:custGeom>
            <a:avLst/>
            <a:gdLst/>
            <a:ahLst/>
            <a:cxnLst/>
            <a:rect l="l" t="t" r="r" b="b"/>
            <a:pathLst>
              <a:path w="2657475" h="1000125">
                <a:moveTo>
                  <a:pt x="2586278" y="1000124"/>
                </a:moveTo>
                <a:lnTo>
                  <a:pt x="71196" y="1000124"/>
                </a:lnTo>
                <a:lnTo>
                  <a:pt x="66241" y="999636"/>
                </a:lnTo>
                <a:lnTo>
                  <a:pt x="29705" y="984502"/>
                </a:lnTo>
                <a:lnTo>
                  <a:pt x="3885" y="948462"/>
                </a:lnTo>
                <a:lnTo>
                  <a:pt x="0" y="928928"/>
                </a:lnTo>
                <a:lnTo>
                  <a:pt x="0" y="92392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586278" y="0"/>
                </a:lnTo>
                <a:lnTo>
                  <a:pt x="2627769" y="15621"/>
                </a:lnTo>
                <a:lnTo>
                  <a:pt x="2653588" y="51661"/>
                </a:lnTo>
                <a:lnTo>
                  <a:pt x="2657474" y="71196"/>
                </a:lnTo>
                <a:lnTo>
                  <a:pt x="2657474" y="928928"/>
                </a:lnTo>
                <a:lnTo>
                  <a:pt x="2641852" y="970419"/>
                </a:lnTo>
                <a:lnTo>
                  <a:pt x="2605811" y="996238"/>
                </a:lnTo>
                <a:lnTo>
                  <a:pt x="2591233" y="999636"/>
                </a:lnTo>
                <a:lnTo>
                  <a:pt x="2586278" y="1000124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06054" y="1219200"/>
            <a:ext cx="1464945" cy="930910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27940">
              <a:spcBef>
                <a:spcPts val="1880"/>
              </a:spcBef>
            </a:pPr>
            <a:r>
              <a:rPr lang="en-US" sz="2550" b="1" spc="-295" dirty="0">
                <a:solidFill>
                  <a:srgbClr val="2A6BB0"/>
                </a:solidFill>
                <a:latin typeface="Montserrat"/>
                <a:cs typeface="Montserrat"/>
              </a:rPr>
              <a:t>₹</a:t>
            </a:r>
            <a:r>
              <a:rPr sz="2550" b="1" spc="-295" dirty="0">
                <a:solidFill>
                  <a:srgbClr val="2A6BB0"/>
                </a:solidFill>
                <a:latin typeface="Montserrat"/>
                <a:cs typeface="Montserrat"/>
              </a:rPr>
              <a:t>XXX,XXX</a:t>
            </a:r>
            <a:endParaRPr sz="2550" dirty="0">
              <a:latin typeface="Montserrat"/>
              <a:cs typeface="Montserrat"/>
            </a:endParaRPr>
          </a:p>
          <a:p>
            <a:pPr marL="12700">
              <a:spcBef>
                <a:spcPts val="840"/>
              </a:spcBef>
            </a:pPr>
            <a:r>
              <a:rPr sz="1200" spc="-90" dirty="0">
                <a:solidFill>
                  <a:srgbClr val="4A5467"/>
                </a:solidFill>
                <a:latin typeface="Montserrat Medium"/>
                <a:cs typeface="Montserrat Medium"/>
              </a:rPr>
              <a:t>Break-</a:t>
            </a:r>
            <a:r>
              <a:rPr sz="12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even</a:t>
            </a:r>
            <a:r>
              <a:rPr sz="1200" spc="6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200" spc="-75" dirty="0">
                <a:solidFill>
                  <a:srgbClr val="4A5467"/>
                </a:solidFill>
                <a:latin typeface="Montserrat Medium"/>
                <a:cs typeface="Montserrat Medium"/>
              </a:rPr>
              <a:t>Revenue</a:t>
            </a:r>
            <a:endParaRPr sz="1200" dirty="0">
              <a:latin typeface="Montserrat Medium"/>
              <a:cs typeface="Montserrat Medium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1375" y="1325041"/>
            <a:ext cx="2657475" cy="1000125"/>
          </a:xfrm>
          <a:custGeom>
            <a:avLst/>
            <a:gdLst/>
            <a:ahLst/>
            <a:cxnLst/>
            <a:rect l="l" t="t" r="r" b="b"/>
            <a:pathLst>
              <a:path w="2657475" h="1000125">
                <a:moveTo>
                  <a:pt x="2586278" y="1000124"/>
                </a:moveTo>
                <a:lnTo>
                  <a:pt x="71196" y="1000124"/>
                </a:lnTo>
                <a:lnTo>
                  <a:pt x="66241" y="999636"/>
                </a:lnTo>
                <a:lnTo>
                  <a:pt x="29705" y="984502"/>
                </a:lnTo>
                <a:lnTo>
                  <a:pt x="3885" y="948462"/>
                </a:lnTo>
                <a:lnTo>
                  <a:pt x="0" y="928928"/>
                </a:lnTo>
                <a:lnTo>
                  <a:pt x="0" y="92392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586278" y="0"/>
                </a:lnTo>
                <a:lnTo>
                  <a:pt x="2627768" y="15621"/>
                </a:lnTo>
                <a:lnTo>
                  <a:pt x="2653588" y="51661"/>
                </a:lnTo>
                <a:lnTo>
                  <a:pt x="2657474" y="71196"/>
                </a:lnTo>
                <a:lnTo>
                  <a:pt x="2657474" y="928928"/>
                </a:lnTo>
                <a:lnTo>
                  <a:pt x="2641852" y="970419"/>
                </a:lnTo>
                <a:lnTo>
                  <a:pt x="2605812" y="996238"/>
                </a:lnTo>
                <a:lnTo>
                  <a:pt x="2591233" y="999636"/>
                </a:lnTo>
                <a:lnTo>
                  <a:pt x="2586278" y="1000124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21274" y="1219200"/>
            <a:ext cx="1577975" cy="930910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algn="ctr">
              <a:spcBef>
                <a:spcPts val="1880"/>
              </a:spcBef>
            </a:pPr>
            <a:r>
              <a:rPr sz="2550" b="1" spc="-305" dirty="0">
                <a:solidFill>
                  <a:srgbClr val="2A6BB0"/>
                </a:solidFill>
                <a:latin typeface="Montserrat"/>
                <a:cs typeface="Montserrat"/>
              </a:rPr>
              <a:t>XX</a:t>
            </a:r>
            <a:r>
              <a:rPr sz="2550" b="1" spc="-114" dirty="0">
                <a:solidFill>
                  <a:srgbClr val="2A6BB0"/>
                </a:solidFill>
                <a:latin typeface="Montserrat"/>
                <a:cs typeface="Montserrat"/>
              </a:rPr>
              <a:t> </a:t>
            </a:r>
            <a:r>
              <a:rPr sz="2550" b="1" spc="-285" dirty="0">
                <a:solidFill>
                  <a:srgbClr val="2A6BB0"/>
                </a:solidFill>
                <a:latin typeface="Montserrat"/>
                <a:cs typeface="Montserrat"/>
              </a:rPr>
              <a:t>Months</a:t>
            </a:r>
            <a:endParaRPr sz="2550">
              <a:latin typeface="Montserrat"/>
              <a:cs typeface="Montserrat"/>
            </a:endParaRPr>
          </a:p>
          <a:p>
            <a:pPr algn="ctr">
              <a:spcBef>
                <a:spcPts val="840"/>
              </a:spcBef>
            </a:pPr>
            <a:r>
              <a:rPr sz="1200" spc="-90" dirty="0">
                <a:solidFill>
                  <a:srgbClr val="4A5467"/>
                </a:solidFill>
                <a:latin typeface="Montserrat Medium"/>
                <a:cs typeface="Montserrat Medium"/>
              </a:rPr>
              <a:t>Time</a:t>
            </a:r>
            <a:r>
              <a:rPr sz="1200" spc="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200" spc="-85" dirty="0">
                <a:solidFill>
                  <a:srgbClr val="4A5467"/>
                </a:solidFill>
                <a:latin typeface="Montserrat Medium"/>
                <a:cs typeface="Montserrat Medium"/>
              </a:rPr>
              <a:t>to</a:t>
            </a:r>
            <a:r>
              <a:rPr sz="1200" spc="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200" spc="-90" dirty="0">
                <a:solidFill>
                  <a:srgbClr val="4A5467"/>
                </a:solidFill>
                <a:latin typeface="Montserrat Medium"/>
                <a:cs typeface="Montserrat Medium"/>
              </a:rPr>
              <a:t>Break-</a:t>
            </a:r>
            <a:r>
              <a:rPr sz="12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even</a:t>
            </a:r>
            <a:endParaRPr sz="1200">
              <a:latin typeface="Montserrat Medium"/>
              <a:cs typeface="Montserrat Medium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53150" y="1325041"/>
            <a:ext cx="2657475" cy="1000125"/>
          </a:xfrm>
          <a:custGeom>
            <a:avLst/>
            <a:gdLst/>
            <a:ahLst/>
            <a:cxnLst/>
            <a:rect l="l" t="t" r="r" b="b"/>
            <a:pathLst>
              <a:path w="2657475" h="1000125">
                <a:moveTo>
                  <a:pt x="2586277" y="1000124"/>
                </a:moveTo>
                <a:lnTo>
                  <a:pt x="71196" y="1000124"/>
                </a:lnTo>
                <a:lnTo>
                  <a:pt x="66240" y="999636"/>
                </a:lnTo>
                <a:lnTo>
                  <a:pt x="29705" y="984502"/>
                </a:lnTo>
                <a:lnTo>
                  <a:pt x="3885" y="948462"/>
                </a:lnTo>
                <a:lnTo>
                  <a:pt x="0" y="928928"/>
                </a:lnTo>
                <a:lnTo>
                  <a:pt x="0" y="92392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586277" y="0"/>
                </a:lnTo>
                <a:lnTo>
                  <a:pt x="2627768" y="15621"/>
                </a:lnTo>
                <a:lnTo>
                  <a:pt x="2653588" y="51661"/>
                </a:lnTo>
                <a:lnTo>
                  <a:pt x="2657474" y="71196"/>
                </a:lnTo>
                <a:lnTo>
                  <a:pt x="2657474" y="928928"/>
                </a:lnTo>
                <a:lnTo>
                  <a:pt x="2641852" y="970419"/>
                </a:lnTo>
                <a:lnTo>
                  <a:pt x="2605811" y="996238"/>
                </a:lnTo>
                <a:lnTo>
                  <a:pt x="2591232" y="999636"/>
                </a:lnTo>
                <a:lnTo>
                  <a:pt x="2586277" y="1000124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11180" y="1219200"/>
            <a:ext cx="1941830" cy="930910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algn="ctr">
              <a:spcBef>
                <a:spcPts val="1880"/>
              </a:spcBef>
            </a:pPr>
            <a:r>
              <a:rPr sz="2550" b="1" spc="-350" dirty="0">
                <a:solidFill>
                  <a:srgbClr val="2A6BB0"/>
                </a:solidFill>
                <a:latin typeface="Montserrat"/>
                <a:cs typeface="Montserrat"/>
              </a:rPr>
              <a:t>XX%</a:t>
            </a:r>
            <a:endParaRPr sz="2550">
              <a:latin typeface="Montserrat"/>
              <a:cs typeface="Montserrat"/>
            </a:endParaRPr>
          </a:p>
          <a:p>
            <a:pPr algn="ctr">
              <a:spcBef>
                <a:spcPts val="840"/>
              </a:spcBef>
            </a:pPr>
            <a:r>
              <a:rPr sz="1200" spc="-75" dirty="0">
                <a:solidFill>
                  <a:srgbClr val="4A5467"/>
                </a:solidFill>
                <a:latin typeface="Montserrat Medium"/>
                <a:cs typeface="Montserrat Medium"/>
              </a:rPr>
              <a:t>Profit</a:t>
            </a:r>
            <a:r>
              <a:rPr sz="1200" spc="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200" spc="-80" dirty="0">
                <a:solidFill>
                  <a:srgbClr val="4A5467"/>
                </a:solidFill>
                <a:latin typeface="Montserrat Medium"/>
                <a:cs typeface="Montserrat Medium"/>
              </a:rPr>
              <a:t>Margin</a:t>
            </a:r>
            <a:r>
              <a:rPr sz="1200" spc="1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200" spc="-70" dirty="0">
                <a:solidFill>
                  <a:srgbClr val="4A5467"/>
                </a:solidFill>
                <a:latin typeface="Montserrat Medium"/>
                <a:cs typeface="Montserrat Medium"/>
              </a:rPr>
              <a:t>at</a:t>
            </a:r>
            <a:r>
              <a:rPr sz="1200" spc="1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200" spc="-90" dirty="0">
                <a:solidFill>
                  <a:srgbClr val="4A5467"/>
                </a:solidFill>
                <a:latin typeface="Montserrat Medium"/>
                <a:cs typeface="Montserrat Medium"/>
              </a:rPr>
              <a:t>Break-</a:t>
            </a:r>
            <a:r>
              <a:rPr sz="1200" spc="-25" dirty="0">
                <a:solidFill>
                  <a:srgbClr val="4A5467"/>
                </a:solidFill>
                <a:latin typeface="Montserrat Medium"/>
                <a:cs typeface="Montserrat Medium"/>
              </a:rPr>
              <a:t>even</a:t>
            </a:r>
            <a:endParaRPr sz="1200">
              <a:latin typeface="Montserrat Medium"/>
              <a:cs typeface="Montserrat Medium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24924" y="1325041"/>
            <a:ext cx="2657475" cy="1000125"/>
          </a:xfrm>
          <a:custGeom>
            <a:avLst/>
            <a:gdLst/>
            <a:ahLst/>
            <a:cxnLst/>
            <a:rect l="l" t="t" r="r" b="b"/>
            <a:pathLst>
              <a:path w="2657475" h="1000125">
                <a:moveTo>
                  <a:pt x="2586278" y="1000124"/>
                </a:moveTo>
                <a:lnTo>
                  <a:pt x="71196" y="1000124"/>
                </a:lnTo>
                <a:lnTo>
                  <a:pt x="66241" y="999636"/>
                </a:lnTo>
                <a:lnTo>
                  <a:pt x="29705" y="984502"/>
                </a:lnTo>
                <a:lnTo>
                  <a:pt x="3885" y="948462"/>
                </a:lnTo>
                <a:lnTo>
                  <a:pt x="0" y="928928"/>
                </a:lnTo>
                <a:lnTo>
                  <a:pt x="0" y="92392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586278" y="0"/>
                </a:lnTo>
                <a:lnTo>
                  <a:pt x="2627767" y="15621"/>
                </a:lnTo>
                <a:lnTo>
                  <a:pt x="2653587" y="51661"/>
                </a:lnTo>
                <a:lnTo>
                  <a:pt x="2657474" y="71196"/>
                </a:lnTo>
                <a:lnTo>
                  <a:pt x="2657474" y="928928"/>
                </a:lnTo>
                <a:lnTo>
                  <a:pt x="2641851" y="970419"/>
                </a:lnTo>
                <a:lnTo>
                  <a:pt x="2605812" y="996238"/>
                </a:lnTo>
                <a:lnTo>
                  <a:pt x="2591232" y="999636"/>
                </a:lnTo>
                <a:lnTo>
                  <a:pt x="2586278" y="1000124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83886" y="1219200"/>
            <a:ext cx="1339850" cy="930910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62230">
              <a:spcBef>
                <a:spcPts val="1880"/>
              </a:spcBef>
            </a:pPr>
            <a:r>
              <a:rPr lang="en-US" sz="2550" b="1" spc="-290" dirty="0">
                <a:solidFill>
                  <a:srgbClr val="2A6BB0"/>
                </a:solidFill>
                <a:latin typeface="Montserrat"/>
                <a:cs typeface="Montserrat"/>
              </a:rPr>
              <a:t>₹</a:t>
            </a:r>
            <a:r>
              <a:rPr sz="2550" b="1" spc="-290" dirty="0">
                <a:solidFill>
                  <a:srgbClr val="2A6BB0"/>
                </a:solidFill>
                <a:latin typeface="Montserrat"/>
                <a:cs typeface="Montserrat"/>
              </a:rPr>
              <a:t>XX,XXX</a:t>
            </a:r>
            <a:endParaRPr sz="2550" dirty="0">
              <a:latin typeface="Montserrat"/>
              <a:cs typeface="Montserrat"/>
            </a:endParaRPr>
          </a:p>
          <a:p>
            <a:pPr marL="12700">
              <a:spcBef>
                <a:spcPts val="840"/>
              </a:spcBef>
            </a:pPr>
            <a:r>
              <a:rPr sz="1200" spc="-80" dirty="0">
                <a:solidFill>
                  <a:srgbClr val="4A5467"/>
                </a:solidFill>
                <a:latin typeface="Montserrat Medium"/>
                <a:cs typeface="Montserrat Medium"/>
              </a:rPr>
              <a:t>Monthly</a:t>
            </a:r>
            <a:r>
              <a:rPr sz="12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200" spc="-90" dirty="0">
                <a:solidFill>
                  <a:srgbClr val="4A5467"/>
                </a:solidFill>
                <a:latin typeface="Montserrat Medium"/>
                <a:cs typeface="Montserrat Medium"/>
              </a:rPr>
              <a:t>Burn</a:t>
            </a:r>
            <a:r>
              <a:rPr sz="12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200" spc="-60" dirty="0">
                <a:solidFill>
                  <a:srgbClr val="4A5467"/>
                </a:solidFill>
                <a:latin typeface="Montserrat Medium"/>
                <a:cs typeface="Montserrat Medium"/>
              </a:rPr>
              <a:t>Rate</a:t>
            </a:r>
            <a:endParaRPr sz="1200" dirty="0">
              <a:latin typeface="Montserrat Medium"/>
              <a:cs typeface="Montserrat Medium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599" y="3124200"/>
            <a:ext cx="10972800" cy="1905000"/>
            <a:chOff x="609599" y="5238749"/>
            <a:chExt cx="10972800" cy="1905000"/>
          </a:xfrm>
        </p:grpSpPr>
        <p:sp>
          <p:nvSpPr>
            <p:cNvPr id="14" name="object 14"/>
            <p:cNvSpPr/>
            <p:nvPr/>
          </p:nvSpPr>
          <p:spPr>
            <a:xfrm>
              <a:off x="609599" y="5238749"/>
              <a:ext cx="10972800" cy="1905000"/>
            </a:xfrm>
            <a:custGeom>
              <a:avLst/>
              <a:gdLst/>
              <a:ahLst/>
              <a:cxnLst/>
              <a:rect l="l" t="t" r="r" b="b"/>
              <a:pathLst>
                <a:path w="10972800" h="1905000">
                  <a:moveTo>
                    <a:pt x="10896599" y="1904999"/>
                  </a:moveTo>
                  <a:lnTo>
                    <a:pt x="76199" y="1904999"/>
                  </a:lnTo>
                  <a:lnTo>
                    <a:pt x="68693" y="1904636"/>
                  </a:lnTo>
                  <a:lnTo>
                    <a:pt x="27882" y="1887732"/>
                  </a:lnTo>
                  <a:lnTo>
                    <a:pt x="3262" y="1850885"/>
                  </a:lnTo>
                  <a:lnTo>
                    <a:pt x="0" y="1828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10896599" y="0"/>
                  </a:lnTo>
                  <a:lnTo>
                    <a:pt x="10938940" y="12829"/>
                  </a:lnTo>
                  <a:lnTo>
                    <a:pt x="10966997" y="47038"/>
                  </a:lnTo>
                  <a:lnTo>
                    <a:pt x="10972799" y="76199"/>
                  </a:lnTo>
                  <a:lnTo>
                    <a:pt x="10972799" y="1828799"/>
                  </a:lnTo>
                  <a:lnTo>
                    <a:pt x="10959968" y="1871141"/>
                  </a:lnTo>
                  <a:lnTo>
                    <a:pt x="10925759" y="1899198"/>
                  </a:lnTo>
                  <a:lnTo>
                    <a:pt x="10896599" y="1904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87" y="5238749"/>
              <a:ext cx="10972800" cy="1905000"/>
            </a:xfrm>
            <a:custGeom>
              <a:avLst/>
              <a:gdLst/>
              <a:ahLst/>
              <a:cxnLst/>
              <a:rect l="l" t="t" r="r" b="b"/>
              <a:pathLst>
                <a:path w="10972800" h="1905000">
                  <a:moveTo>
                    <a:pt x="19050" y="1733435"/>
                  </a:moveTo>
                  <a:lnTo>
                    <a:pt x="0" y="1733435"/>
                  </a:lnTo>
                  <a:lnTo>
                    <a:pt x="0" y="1790585"/>
                  </a:lnTo>
                  <a:lnTo>
                    <a:pt x="19050" y="1790585"/>
                  </a:lnTo>
                  <a:lnTo>
                    <a:pt x="19050" y="1733435"/>
                  </a:lnTo>
                  <a:close/>
                </a:path>
                <a:path w="10972800" h="1905000">
                  <a:moveTo>
                    <a:pt x="19050" y="1638071"/>
                  </a:moveTo>
                  <a:lnTo>
                    <a:pt x="0" y="1638071"/>
                  </a:lnTo>
                  <a:lnTo>
                    <a:pt x="0" y="1695221"/>
                  </a:lnTo>
                  <a:lnTo>
                    <a:pt x="19050" y="1695221"/>
                  </a:lnTo>
                  <a:lnTo>
                    <a:pt x="19050" y="1638071"/>
                  </a:lnTo>
                  <a:close/>
                </a:path>
                <a:path w="10972800" h="1905000">
                  <a:moveTo>
                    <a:pt x="19050" y="1542719"/>
                  </a:moveTo>
                  <a:lnTo>
                    <a:pt x="0" y="1542719"/>
                  </a:lnTo>
                  <a:lnTo>
                    <a:pt x="0" y="1599869"/>
                  </a:lnTo>
                  <a:lnTo>
                    <a:pt x="19050" y="1599869"/>
                  </a:lnTo>
                  <a:lnTo>
                    <a:pt x="19050" y="1542719"/>
                  </a:lnTo>
                  <a:close/>
                </a:path>
                <a:path w="10972800" h="1905000">
                  <a:moveTo>
                    <a:pt x="19050" y="1447355"/>
                  </a:moveTo>
                  <a:lnTo>
                    <a:pt x="0" y="1447355"/>
                  </a:lnTo>
                  <a:lnTo>
                    <a:pt x="0" y="1504505"/>
                  </a:lnTo>
                  <a:lnTo>
                    <a:pt x="19050" y="1504505"/>
                  </a:lnTo>
                  <a:lnTo>
                    <a:pt x="19050" y="1447355"/>
                  </a:lnTo>
                  <a:close/>
                </a:path>
                <a:path w="10972800" h="1905000">
                  <a:moveTo>
                    <a:pt x="19050" y="1352003"/>
                  </a:moveTo>
                  <a:lnTo>
                    <a:pt x="0" y="1352003"/>
                  </a:lnTo>
                  <a:lnTo>
                    <a:pt x="0" y="1409153"/>
                  </a:lnTo>
                  <a:lnTo>
                    <a:pt x="19050" y="1409153"/>
                  </a:lnTo>
                  <a:lnTo>
                    <a:pt x="19050" y="1352003"/>
                  </a:lnTo>
                  <a:close/>
                </a:path>
                <a:path w="10972800" h="1905000">
                  <a:moveTo>
                    <a:pt x="19050" y="1256652"/>
                  </a:moveTo>
                  <a:lnTo>
                    <a:pt x="0" y="1256652"/>
                  </a:lnTo>
                  <a:lnTo>
                    <a:pt x="0" y="1313802"/>
                  </a:lnTo>
                  <a:lnTo>
                    <a:pt x="19050" y="1313802"/>
                  </a:lnTo>
                  <a:lnTo>
                    <a:pt x="19050" y="1256652"/>
                  </a:lnTo>
                  <a:close/>
                </a:path>
                <a:path w="10972800" h="1905000">
                  <a:moveTo>
                    <a:pt x="19050" y="1161288"/>
                  </a:moveTo>
                  <a:lnTo>
                    <a:pt x="0" y="1161288"/>
                  </a:lnTo>
                  <a:lnTo>
                    <a:pt x="0" y="1218438"/>
                  </a:lnTo>
                  <a:lnTo>
                    <a:pt x="19050" y="1218438"/>
                  </a:lnTo>
                  <a:lnTo>
                    <a:pt x="19050" y="1161288"/>
                  </a:lnTo>
                  <a:close/>
                </a:path>
                <a:path w="10972800" h="1905000">
                  <a:moveTo>
                    <a:pt x="19050" y="1065936"/>
                  </a:moveTo>
                  <a:lnTo>
                    <a:pt x="0" y="1065936"/>
                  </a:lnTo>
                  <a:lnTo>
                    <a:pt x="0" y="1123086"/>
                  </a:lnTo>
                  <a:lnTo>
                    <a:pt x="19050" y="1123086"/>
                  </a:lnTo>
                  <a:lnTo>
                    <a:pt x="19050" y="1065936"/>
                  </a:lnTo>
                  <a:close/>
                </a:path>
                <a:path w="10972800" h="1905000">
                  <a:moveTo>
                    <a:pt x="19050" y="970584"/>
                  </a:moveTo>
                  <a:lnTo>
                    <a:pt x="0" y="970584"/>
                  </a:lnTo>
                  <a:lnTo>
                    <a:pt x="0" y="1027734"/>
                  </a:lnTo>
                  <a:lnTo>
                    <a:pt x="19050" y="1027734"/>
                  </a:lnTo>
                  <a:lnTo>
                    <a:pt x="19050" y="970584"/>
                  </a:lnTo>
                  <a:close/>
                </a:path>
                <a:path w="10972800" h="1905000">
                  <a:moveTo>
                    <a:pt x="19050" y="875220"/>
                  </a:moveTo>
                  <a:lnTo>
                    <a:pt x="0" y="875220"/>
                  </a:lnTo>
                  <a:lnTo>
                    <a:pt x="0" y="932370"/>
                  </a:lnTo>
                  <a:lnTo>
                    <a:pt x="19050" y="932370"/>
                  </a:lnTo>
                  <a:lnTo>
                    <a:pt x="19050" y="875220"/>
                  </a:lnTo>
                  <a:close/>
                </a:path>
                <a:path w="10972800" h="1905000">
                  <a:moveTo>
                    <a:pt x="19050" y="779868"/>
                  </a:moveTo>
                  <a:lnTo>
                    <a:pt x="0" y="779868"/>
                  </a:lnTo>
                  <a:lnTo>
                    <a:pt x="0" y="837018"/>
                  </a:lnTo>
                  <a:lnTo>
                    <a:pt x="19050" y="837018"/>
                  </a:lnTo>
                  <a:lnTo>
                    <a:pt x="19050" y="779868"/>
                  </a:lnTo>
                  <a:close/>
                </a:path>
                <a:path w="10972800" h="1905000">
                  <a:moveTo>
                    <a:pt x="19050" y="684504"/>
                  </a:moveTo>
                  <a:lnTo>
                    <a:pt x="0" y="684504"/>
                  </a:lnTo>
                  <a:lnTo>
                    <a:pt x="0" y="741654"/>
                  </a:lnTo>
                  <a:lnTo>
                    <a:pt x="19050" y="741654"/>
                  </a:lnTo>
                  <a:lnTo>
                    <a:pt x="19050" y="684504"/>
                  </a:lnTo>
                  <a:close/>
                </a:path>
                <a:path w="10972800" h="1905000">
                  <a:moveTo>
                    <a:pt x="19050" y="589153"/>
                  </a:moveTo>
                  <a:lnTo>
                    <a:pt x="0" y="589153"/>
                  </a:lnTo>
                  <a:lnTo>
                    <a:pt x="0" y="646303"/>
                  </a:lnTo>
                  <a:lnTo>
                    <a:pt x="19050" y="646303"/>
                  </a:lnTo>
                  <a:lnTo>
                    <a:pt x="19050" y="589153"/>
                  </a:lnTo>
                  <a:close/>
                </a:path>
                <a:path w="10972800" h="1905000">
                  <a:moveTo>
                    <a:pt x="19050" y="493801"/>
                  </a:moveTo>
                  <a:lnTo>
                    <a:pt x="0" y="493801"/>
                  </a:lnTo>
                  <a:lnTo>
                    <a:pt x="0" y="550951"/>
                  </a:lnTo>
                  <a:lnTo>
                    <a:pt x="19050" y="550951"/>
                  </a:lnTo>
                  <a:lnTo>
                    <a:pt x="19050" y="493801"/>
                  </a:lnTo>
                  <a:close/>
                </a:path>
                <a:path w="10972800" h="1905000">
                  <a:moveTo>
                    <a:pt x="19050" y="398437"/>
                  </a:moveTo>
                  <a:lnTo>
                    <a:pt x="0" y="398437"/>
                  </a:lnTo>
                  <a:lnTo>
                    <a:pt x="0" y="455587"/>
                  </a:lnTo>
                  <a:lnTo>
                    <a:pt x="19050" y="455587"/>
                  </a:lnTo>
                  <a:lnTo>
                    <a:pt x="19050" y="398437"/>
                  </a:lnTo>
                  <a:close/>
                </a:path>
                <a:path w="10972800" h="1905000">
                  <a:moveTo>
                    <a:pt x="19050" y="303085"/>
                  </a:moveTo>
                  <a:lnTo>
                    <a:pt x="0" y="303085"/>
                  </a:lnTo>
                  <a:lnTo>
                    <a:pt x="0" y="360235"/>
                  </a:lnTo>
                  <a:lnTo>
                    <a:pt x="19050" y="360235"/>
                  </a:lnTo>
                  <a:lnTo>
                    <a:pt x="19050" y="303085"/>
                  </a:lnTo>
                  <a:close/>
                </a:path>
                <a:path w="10972800" h="1905000">
                  <a:moveTo>
                    <a:pt x="19050" y="207721"/>
                  </a:moveTo>
                  <a:lnTo>
                    <a:pt x="0" y="207721"/>
                  </a:lnTo>
                  <a:lnTo>
                    <a:pt x="0" y="264871"/>
                  </a:lnTo>
                  <a:lnTo>
                    <a:pt x="19050" y="264871"/>
                  </a:lnTo>
                  <a:lnTo>
                    <a:pt x="19050" y="207721"/>
                  </a:lnTo>
                  <a:close/>
                </a:path>
                <a:path w="10972800" h="1905000">
                  <a:moveTo>
                    <a:pt x="19050" y="112369"/>
                  </a:moveTo>
                  <a:lnTo>
                    <a:pt x="0" y="112369"/>
                  </a:lnTo>
                  <a:lnTo>
                    <a:pt x="0" y="169519"/>
                  </a:lnTo>
                  <a:lnTo>
                    <a:pt x="19050" y="169519"/>
                  </a:lnTo>
                  <a:lnTo>
                    <a:pt x="19050" y="112369"/>
                  </a:lnTo>
                  <a:close/>
                </a:path>
                <a:path w="10972800" h="1905000">
                  <a:moveTo>
                    <a:pt x="38963" y="1872386"/>
                  </a:moveTo>
                  <a:lnTo>
                    <a:pt x="35801" y="1869211"/>
                  </a:lnTo>
                  <a:lnTo>
                    <a:pt x="30441" y="1863852"/>
                  </a:lnTo>
                  <a:lnTo>
                    <a:pt x="26301" y="1857679"/>
                  </a:lnTo>
                  <a:lnTo>
                    <a:pt x="20510" y="1843671"/>
                  </a:lnTo>
                  <a:lnTo>
                    <a:pt x="19050" y="1836318"/>
                  </a:lnTo>
                  <a:lnTo>
                    <a:pt x="19050" y="1828800"/>
                  </a:lnTo>
                  <a:lnTo>
                    <a:pt x="0" y="1828800"/>
                  </a:lnTo>
                  <a:lnTo>
                    <a:pt x="12839" y="1871141"/>
                  </a:lnTo>
                  <a:lnTo>
                    <a:pt x="26733" y="1886686"/>
                  </a:lnTo>
                  <a:lnTo>
                    <a:pt x="38963" y="1872386"/>
                  </a:lnTo>
                  <a:close/>
                </a:path>
                <a:path w="10972800" h="1905000">
                  <a:moveTo>
                    <a:pt x="40246" y="31343"/>
                  </a:moveTo>
                  <a:lnTo>
                    <a:pt x="28562" y="16776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14" y="73990"/>
                  </a:lnTo>
                  <a:lnTo>
                    <a:pt x="19050" y="74549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801" y="35801"/>
                  </a:lnTo>
                  <a:lnTo>
                    <a:pt x="40246" y="31343"/>
                  </a:lnTo>
                  <a:close/>
                </a:path>
                <a:path w="10972800" h="1905000">
                  <a:moveTo>
                    <a:pt x="124637" y="1885950"/>
                  </a:moveTo>
                  <a:lnTo>
                    <a:pt x="68948" y="1885950"/>
                  </a:lnTo>
                  <a:lnTo>
                    <a:pt x="66598" y="1904339"/>
                  </a:lnTo>
                  <a:lnTo>
                    <a:pt x="68694" y="1904644"/>
                  </a:lnTo>
                  <a:lnTo>
                    <a:pt x="76200" y="1905000"/>
                  </a:lnTo>
                  <a:lnTo>
                    <a:pt x="124637" y="1905000"/>
                  </a:lnTo>
                  <a:lnTo>
                    <a:pt x="124637" y="1885950"/>
                  </a:lnTo>
                  <a:close/>
                </a:path>
                <a:path w="10972800" h="190500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w="10972800" h="1905000">
                  <a:moveTo>
                    <a:pt x="219989" y="1885950"/>
                  </a:moveTo>
                  <a:lnTo>
                    <a:pt x="162839" y="1885950"/>
                  </a:lnTo>
                  <a:lnTo>
                    <a:pt x="162839" y="1905000"/>
                  </a:lnTo>
                  <a:lnTo>
                    <a:pt x="219989" y="1905000"/>
                  </a:lnTo>
                  <a:lnTo>
                    <a:pt x="219989" y="1885950"/>
                  </a:lnTo>
                  <a:close/>
                </a:path>
                <a:path w="10972800" h="1905000">
                  <a:moveTo>
                    <a:pt x="228714" y="0"/>
                  </a:moveTo>
                  <a:lnTo>
                    <a:pt x="171564" y="0"/>
                  </a:lnTo>
                  <a:lnTo>
                    <a:pt x="171564" y="19050"/>
                  </a:lnTo>
                  <a:lnTo>
                    <a:pt x="228714" y="19050"/>
                  </a:lnTo>
                  <a:lnTo>
                    <a:pt x="228714" y="0"/>
                  </a:lnTo>
                  <a:close/>
                </a:path>
                <a:path w="10972800" h="1905000">
                  <a:moveTo>
                    <a:pt x="315353" y="1885950"/>
                  </a:moveTo>
                  <a:lnTo>
                    <a:pt x="258203" y="1885950"/>
                  </a:lnTo>
                  <a:lnTo>
                    <a:pt x="258203" y="1905000"/>
                  </a:lnTo>
                  <a:lnTo>
                    <a:pt x="315353" y="1905000"/>
                  </a:lnTo>
                  <a:lnTo>
                    <a:pt x="315353" y="1885950"/>
                  </a:lnTo>
                  <a:close/>
                </a:path>
                <a:path w="10972800" h="1905000">
                  <a:moveTo>
                    <a:pt x="324065" y="0"/>
                  </a:moveTo>
                  <a:lnTo>
                    <a:pt x="266915" y="0"/>
                  </a:lnTo>
                  <a:lnTo>
                    <a:pt x="266915" y="19050"/>
                  </a:lnTo>
                  <a:lnTo>
                    <a:pt x="324065" y="19050"/>
                  </a:lnTo>
                  <a:lnTo>
                    <a:pt x="324065" y="0"/>
                  </a:lnTo>
                  <a:close/>
                </a:path>
                <a:path w="10972800" h="1905000">
                  <a:moveTo>
                    <a:pt x="410705" y="1885950"/>
                  </a:moveTo>
                  <a:lnTo>
                    <a:pt x="353555" y="1885950"/>
                  </a:lnTo>
                  <a:lnTo>
                    <a:pt x="353555" y="1905000"/>
                  </a:lnTo>
                  <a:lnTo>
                    <a:pt x="410705" y="1905000"/>
                  </a:lnTo>
                  <a:lnTo>
                    <a:pt x="410705" y="1885950"/>
                  </a:lnTo>
                  <a:close/>
                </a:path>
                <a:path w="10972800" h="1905000">
                  <a:moveTo>
                    <a:pt x="419430" y="0"/>
                  </a:moveTo>
                  <a:lnTo>
                    <a:pt x="362280" y="0"/>
                  </a:lnTo>
                  <a:lnTo>
                    <a:pt x="362280" y="19050"/>
                  </a:lnTo>
                  <a:lnTo>
                    <a:pt x="419430" y="19050"/>
                  </a:lnTo>
                  <a:lnTo>
                    <a:pt x="419430" y="0"/>
                  </a:lnTo>
                  <a:close/>
                </a:path>
                <a:path w="10972800" h="1905000">
                  <a:moveTo>
                    <a:pt x="506069" y="1885950"/>
                  </a:moveTo>
                  <a:lnTo>
                    <a:pt x="448919" y="1885950"/>
                  </a:lnTo>
                  <a:lnTo>
                    <a:pt x="448919" y="1905000"/>
                  </a:lnTo>
                  <a:lnTo>
                    <a:pt x="506069" y="1905000"/>
                  </a:lnTo>
                  <a:lnTo>
                    <a:pt x="506069" y="1885950"/>
                  </a:lnTo>
                  <a:close/>
                </a:path>
                <a:path w="10972800" h="1905000">
                  <a:moveTo>
                    <a:pt x="514781" y="0"/>
                  </a:moveTo>
                  <a:lnTo>
                    <a:pt x="457631" y="0"/>
                  </a:lnTo>
                  <a:lnTo>
                    <a:pt x="457631" y="19050"/>
                  </a:lnTo>
                  <a:lnTo>
                    <a:pt x="514781" y="19050"/>
                  </a:lnTo>
                  <a:lnTo>
                    <a:pt x="514781" y="0"/>
                  </a:lnTo>
                  <a:close/>
                </a:path>
                <a:path w="10972800" h="1905000">
                  <a:moveTo>
                    <a:pt x="601421" y="1885950"/>
                  </a:moveTo>
                  <a:lnTo>
                    <a:pt x="544271" y="1885950"/>
                  </a:lnTo>
                  <a:lnTo>
                    <a:pt x="544271" y="1905000"/>
                  </a:lnTo>
                  <a:lnTo>
                    <a:pt x="601421" y="1905000"/>
                  </a:lnTo>
                  <a:lnTo>
                    <a:pt x="601421" y="1885950"/>
                  </a:lnTo>
                  <a:close/>
                </a:path>
                <a:path w="10972800" h="1905000">
                  <a:moveTo>
                    <a:pt x="610133" y="0"/>
                  </a:moveTo>
                  <a:lnTo>
                    <a:pt x="552983" y="0"/>
                  </a:lnTo>
                  <a:lnTo>
                    <a:pt x="552983" y="19050"/>
                  </a:lnTo>
                  <a:lnTo>
                    <a:pt x="610133" y="19050"/>
                  </a:lnTo>
                  <a:lnTo>
                    <a:pt x="610133" y="0"/>
                  </a:lnTo>
                  <a:close/>
                </a:path>
                <a:path w="10972800" h="1905000">
                  <a:moveTo>
                    <a:pt x="696772" y="1885950"/>
                  </a:moveTo>
                  <a:lnTo>
                    <a:pt x="639622" y="1885950"/>
                  </a:lnTo>
                  <a:lnTo>
                    <a:pt x="639622" y="1905000"/>
                  </a:lnTo>
                  <a:lnTo>
                    <a:pt x="696772" y="1905000"/>
                  </a:lnTo>
                  <a:lnTo>
                    <a:pt x="696772" y="1885950"/>
                  </a:lnTo>
                  <a:close/>
                </a:path>
                <a:path w="10972800" h="1905000">
                  <a:moveTo>
                    <a:pt x="705497" y="0"/>
                  </a:moveTo>
                  <a:lnTo>
                    <a:pt x="648347" y="0"/>
                  </a:lnTo>
                  <a:lnTo>
                    <a:pt x="648347" y="19050"/>
                  </a:lnTo>
                  <a:lnTo>
                    <a:pt x="705497" y="19050"/>
                  </a:lnTo>
                  <a:lnTo>
                    <a:pt x="705497" y="0"/>
                  </a:lnTo>
                  <a:close/>
                </a:path>
                <a:path w="10972800" h="1905000">
                  <a:moveTo>
                    <a:pt x="792137" y="1885950"/>
                  </a:moveTo>
                  <a:lnTo>
                    <a:pt x="734987" y="1885950"/>
                  </a:lnTo>
                  <a:lnTo>
                    <a:pt x="734987" y="1905000"/>
                  </a:lnTo>
                  <a:lnTo>
                    <a:pt x="792137" y="1905000"/>
                  </a:lnTo>
                  <a:lnTo>
                    <a:pt x="792137" y="1885950"/>
                  </a:lnTo>
                  <a:close/>
                </a:path>
                <a:path w="10972800" h="1905000">
                  <a:moveTo>
                    <a:pt x="800849" y="0"/>
                  </a:moveTo>
                  <a:lnTo>
                    <a:pt x="743699" y="0"/>
                  </a:lnTo>
                  <a:lnTo>
                    <a:pt x="743699" y="19050"/>
                  </a:lnTo>
                  <a:lnTo>
                    <a:pt x="800849" y="19050"/>
                  </a:lnTo>
                  <a:lnTo>
                    <a:pt x="800849" y="0"/>
                  </a:lnTo>
                  <a:close/>
                </a:path>
                <a:path w="10972800" h="1905000">
                  <a:moveTo>
                    <a:pt x="887488" y="1885950"/>
                  </a:moveTo>
                  <a:lnTo>
                    <a:pt x="830338" y="1885950"/>
                  </a:lnTo>
                  <a:lnTo>
                    <a:pt x="830338" y="1905000"/>
                  </a:lnTo>
                  <a:lnTo>
                    <a:pt x="887488" y="1905000"/>
                  </a:lnTo>
                  <a:lnTo>
                    <a:pt x="887488" y="1885950"/>
                  </a:lnTo>
                  <a:close/>
                </a:path>
                <a:path w="10972800" h="1905000">
                  <a:moveTo>
                    <a:pt x="896213" y="0"/>
                  </a:moveTo>
                  <a:lnTo>
                    <a:pt x="839063" y="0"/>
                  </a:lnTo>
                  <a:lnTo>
                    <a:pt x="839063" y="19050"/>
                  </a:lnTo>
                  <a:lnTo>
                    <a:pt x="896213" y="19050"/>
                  </a:lnTo>
                  <a:lnTo>
                    <a:pt x="896213" y="0"/>
                  </a:lnTo>
                  <a:close/>
                </a:path>
                <a:path w="10972800" h="1905000">
                  <a:moveTo>
                    <a:pt x="982840" y="1885950"/>
                  </a:moveTo>
                  <a:lnTo>
                    <a:pt x="925690" y="1885950"/>
                  </a:lnTo>
                  <a:lnTo>
                    <a:pt x="925690" y="1905000"/>
                  </a:lnTo>
                  <a:lnTo>
                    <a:pt x="982840" y="1905000"/>
                  </a:lnTo>
                  <a:lnTo>
                    <a:pt x="982840" y="1885950"/>
                  </a:lnTo>
                  <a:close/>
                </a:path>
                <a:path w="10972800" h="1905000">
                  <a:moveTo>
                    <a:pt x="991565" y="0"/>
                  </a:moveTo>
                  <a:lnTo>
                    <a:pt x="934415" y="0"/>
                  </a:lnTo>
                  <a:lnTo>
                    <a:pt x="934415" y="19050"/>
                  </a:lnTo>
                  <a:lnTo>
                    <a:pt x="991565" y="19050"/>
                  </a:lnTo>
                  <a:lnTo>
                    <a:pt x="991565" y="0"/>
                  </a:lnTo>
                  <a:close/>
                </a:path>
                <a:path w="10972800" h="1905000">
                  <a:moveTo>
                    <a:pt x="1078204" y="1885950"/>
                  </a:moveTo>
                  <a:lnTo>
                    <a:pt x="1021054" y="1885950"/>
                  </a:lnTo>
                  <a:lnTo>
                    <a:pt x="1021054" y="1905000"/>
                  </a:lnTo>
                  <a:lnTo>
                    <a:pt x="1078204" y="1905000"/>
                  </a:lnTo>
                  <a:lnTo>
                    <a:pt x="1078204" y="1885950"/>
                  </a:lnTo>
                  <a:close/>
                </a:path>
                <a:path w="10972800" h="1905000">
                  <a:moveTo>
                    <a:pt x="1086916" y="0"/>
                  </a:moveTo>
                  <a:lnTo>
                    <a:pt x="1029766" y="0"/>
                  </a:lnTo>
                  <a:lnTo>
                    <a:pt x="1029766" y="19050"/>
                  </a:lnTo>
                  <a:lnTo>
                    <a:pt x="1086916" y="19050"/>
                  </a:lnTo>
                  <a:lnTo>
                    <a:pt x="1086916" y="0"/>
                  </a:lnTo>
                  <a:close/>
                </a:path>
                <a:path w="10972800" h="1905000">
                  <a:moveTo>
                    <a:pt x="1173556" y="1885950"/>
                  </a:moveTo>
                  <a:lnTo>
                    <a:pt x="1116406" y="1885950"/>
                  </a:lnTo>
                  <a:lnTo>
                    <a:pt x="1116406" y="1905000"/>
                  </a:lnTo>
                  <a:lnTo>
                    <a:pt x="1173556" y="1905000"/>
                  </a:lnTo>
                  <a:lnTo>
                    <a:pt x="1173556" y="1885950"/>
                  </a:lnTo>
                  <a:close/>
                </a:path>
                <a:path w="10972800" h="1905000">
                  <a:moveTo>
                    <a:pt x="1182281" y="0"/>
                  </a:moveTo>
                  <a:lnTo>
                    <a:pt x="1125131" y="0"/>
                  </a:lnTo>
                  <a:lnTo>
                    <a:pt x="1125131" y="19050"/>
                  </a:lnTo>
                  <a:lnTo>
                    <a:pt x="1182281" y="19050"/>
                  </a:lnTo>
                  <a:lnTo>
                    <a:pt x="1182281" y="0"/>
                  </a:lnTo>
                  <a:close/>
                </a:path>
                <a:path w="10972800" h="1905000">
                  <a:moveTo>
                    <a:pt x="1268920" y="1885950"/>
                  </a:moveTo>
                  <a:lnTo>
                    <a:pt x="1211770" y="1885950"/>
                  </a:lnTo>
                  <a:lnTo>
                    <a:pt x="1211770" y="1905000"/>
                  </a:lnTo>
                  <a:lnTo>
                    <a:pt x="1268920" y="1905000"/>
                  </a:lnTo>
                  <a:lnTo>
                    <a:pt x="1268920" y="1885950"/>
                  </a:lnTo>
                  <a:close/>
                </a:path>
                <a:path w="10972800" h="1905000">
                  <a:moveTo>
                    <a:pt x="1277632" y="0"/>
                  </a:moveTo>
                  <a:lnTo>
                    <a:pt x="1220482" y="0"/>
                  </a:lnTo>
                  <a:lnTo>
                    <a:pt x="1220482" y="19050"/>
                  </a:lnTo>
                  <a:lnTo>
                    <a:pt x="1277632" y="19050"/>
                  </a:lnTo>
                  <a:lnTo>
                    <a:pt x="1277632" y="0"/>
                  </a:lnTo>
                  <a:close/>
                </a:path>
                <a:path w="10972800" h="1905000">
                  <a:moveTo>
                    <a:pt x="1364272" y="1885950"/>
                  </a:moveTo>
                  <a:lnTo>
                    <a:pt x="1307122" y="1885950"/>
                  </a:lnTo>
                  <a:lnTo>
                    <a:pt x="1307122" y="1905000"/>
                  </a:lnTo>
                  <a:lnTo>
                    <a:pt x="1364272" y="1905000"/>
                  </a:lnTo>
                  <a:lnTo>
                    <a:pt x="1364272" y="1885950"/>
                  </a:lnTo>
                  <a:close/>
                </a:path>
                <a:path w="10972800" h="1905000">
                  <a:moveTo>
                    <a:pt x="1372997" y="0"/>
                  </a:moveTo>
                  <a:lnTo>
                    <a:pt x="1315847" y="0"/>
                  </a:lnTo>
                  <a:lnTo>
                    <a:pt x="1315847" y="19050"/>
                  </a:lnTo>
                  <a:lnTo>
                    <a:pt x="1372997" y="19050"/>
                  </a:lnTo>
                  <a:lnTo>
                    <a:pt x="1372997" y="0"/>
                  </a:lnTo>
                  <a:close/>
                </a:path>
                <a:path w="10972800" h="1905000">
                  <a:moveTo>
                    <a:pt x="1459636" y="1885950"/>
                  </a:moveTo>
                  <a:lnTo>
                    <a:pt x="1402486" y="1885950"/>
                  </a:lnTo>
                  <a:lnTo>
                    <a:pt x="1402486" y="1905000"/>
                  </a:lnTo>
                  <a:lnTo>
                    <a:pt x="1459636" y="1905000"/>
                  </a:lnTo>
                  <a:lnTo>
                    <a:pt x="1459636" y="1885950"/>
                  </a:lnTo>
                  <a:close/>
                </a:path>
                <a:path w="10972800" h="1905000">
                  <a:moveTo>
                    <a:pt x="1468348" y="0"/>
                  </a:moveTo>
                  <a:lnTo>
                    <a:pt x="1411198" y="0"/>
                  </a:lnTo>
                  <a:lnTo>
                    <a:pt x="1411198" y="19050"/>
                  </a:lnTo>
                  <a:lnTo>
                    <a:pt x="1468348" y="19050"/>
                  </a:lnTo>
                  <a:lnTo>
                    <a:pt x="1468348" y="0"/>
                  </a:lnTo>
                  <a:close/>
                </a:path>
                <a:path w="10972800" h="1905000">
                  <a:moveTo>
                    <a:pt x="1554988" y="1885950"/>
                  </a:moveTo>
                  <a:lnTo>
                    <a:pt x="1497838" y="1885950"/>
                  </a:lnTo>
                  <a:lnTo>
                    <a:pt x="1497838" y="1905000"/>
                  </a:lnTo>
                  <a:lnTo>
                    <a:pt x="1554988" y="1905000"/>
                  </a:lnTo>
                  <a:lnTo>
                    <a:pt x="1554988" y="1885950"/>
                  </a:lnTo>
                  <a:close/>
                </a:path>
                <a:path w="10972800" h="1905000">
                  <a:moveTo>
                    <a:pt x="1563700" y="0"/>
                  </a:moveTo>
                  <a:lnTo>
                    <a:pt x="1506550" y="0"/>
                  </a:lnTo>
                  <a:lnTo>
                    <a:pt x="1506550" y="19050"/>
                  </a:lnTo>
                  <a:lnTo>
                    <a:pt x="1563700" y="19050"/>
                  </a:lnTo>
                  <a:lnTo>
                    <a:pt x="1563700" y="0"/>
                  </a:lnTo>
                  <a:close/>
                </a:path>
                <a:path w="10972800" h="1905000">
                  <a:moveTo>
                    <a:pt x="1650339" y="1885950"/>
                  </a:moveTo>
                  <a:lnTo>
                    <a:pt x="1593189" y="1885950"/>
                  </a:lnTo>
                  <a:lnTo>
                    <a:pt x="1593189" y="1905000"/>
                  </a:lnTo>
                  <a:lnTo>
                    <a:pt x="1650339" y="1905000"/>
                  </a:lnTo>
                  <a:lnTo>
                    <a:pt x="1650339" y="1885950"/>
                  </a:lnTo>
                  <a:close/>
                </a:path>
                <a:path w="10972800" h="1905000">
                  <a:moveTo>
                    <a:pt x="1659064" y="0"/>
                  </a:moveTo>
                  <a:lnTo>
                    <a:pt x="1601914" y="0"/>
                  </a:lnTo>
                  <a:lnTo>
                    <a:pt x="1601914" y="19050"/>
                  </a:lnTo>
                  <a:lnTo>
                    <a:pt x="1659064" y="19050"/>
                  </a:lnTo>
                  <a:lnTo>
                    <a:pt x="1659064" y="0"/>
                  </a:lnTo>
                  <a:close/>
                </a:path>
                <a:path w="10972800" h="1905000">
                  <a:moveTo>
                    <a:pt x="1745703" y="1885950"/>
                  </a:moveTo>
                  <a:lnTo>
                    <a:pt x="1688553" y="1885950"/>
                  </a:lnTo>
                  <a:lnTo>
                    <a:pt x="1688553" y="1905000"/>
                  </a:lnTo>
                  <a:lnTo>
                    <a:pt x="1745703" y="1905000"/>
                  </a:lnTo>
                  <a:lnTo>
                    <a:pt x="1745703" y="1885950"/>
                  </a:lnTo>
                  <a:close/>
                </a:path>
                <a:path w="10972800" h="1905000">
                  <a:moveTo>
                    <a:pt x="1754416" y="0"/>
                  </a:moveTo>
                  <a:lnTo>
                    <a:pt x="1697266" y="0"/>
                  </a:lnTo>
                  <a:lnTo>
                    <a:pt x="1697266" y="19050"/>
                  </a:lnTo>
                  <a:lnTo>
                    <a:pt x="1754416" y="19050"/>
                  </a:lnTo>
                  <a:lnTo>
                    <a:pt x="1754416" y="0"/>
                  </a:lnTo>
                  <a:close/>
                </a:path>
                <a:path w="10972800" h="1905000">
                  <a:moveTo>
                    <a:pt x="1841055" y="1885950"/>
                  </a:moveTo>
                  <a:lnTo>
                    <a:pt x="1783905" y="1885950"/>
                  </a:lnTo>
                  <a:lnTo>
                    <a:pt x="1783905" y="1905000"/>
                  </a:lnTo>
                  <a:lnTo>
                    <a:pt x="1841055" y="1905000"/>
                  </a:lnTo>
                  <a:lnTo>
                    <a:pt x="1841055" y="1885950"/>
                  </a:lnTo>
                  <a:close/>
                </a:path>
                <a:path w="10972800" h="1905000">
                  <a:moveTo>
                    <a:pt x="1849780" y="0"/>
                  </a:moveTo>
                  <a:lnTo>
                    <a:pt x="1792630" y="0"/>
                  </a:lnTo>
                  <a:lnTo>
                    <a:pt x="1792630" y="19050"/>
                  </a:lnTo>
                  <a:lnTo>
                    <a:pt x="1849780" y="19050"/>
                  </a:lnTo>
                  <a:lnTo>
                    <a:pt x="1849780" y="0"/>
                  </a:lnTo>
                  <a:close/>
                </a:path>
                <a:path w="10972800" h="1905000">
                  <a:moveTo>
                    <a:pt x="1936419" y="1885950"/>
                  </a:moveTo>
                  <a:lnTo>
                    <a:pt x="1879269" y="1885950"/>
                  </a:lnTo>
                  <a:lnTo>
                    <a:pt x="1879269" y="1905000"/>
                  </a:lnTo>
                  <a:lnTo>
                    <a:pt x="1936419" y="1905000"/>
                  </a:lnTo>
                  <a:lnTo>
                    <a:pt x="1936419" y="1885950"/>
                  </a:lnTo>
                  <a:close/>
                </a:path>
                <a:path w="10972800" h="1905000">
                  <a:moveTo>
                    <a:pt x="1945132" y="0"/>
                  </a:moveTo>
                  <a:lnTo>
                    <a:pt x="1887982" y="0"/>
                  </a:lnTo>
                  <a:lnTo>
                    <a:pt x="1887982" y="19050"/>
                  </a:lnTo>
                  <a:lnTo>
                    <a:pt x="1945132" y="19050"/>
                  </a:lnTo>
                  <a:lnTo>
                    <a:pt x="1945132" y="0"/>
                  </a:lnTo>
                  <a:close/>
                </a:path>
                <a:path w="10972800" h="1905000">
                  <a:moveTo>
                    <a:pt x="2031771" y="1885950"/>
                  </a:moveTo>
                  <a:lnTo>
                    <a:pt x="1974621" y="1885950"/>
                  </a:lnTo>
                  <a:lnTo>
                    <a:pt x="1974621" y="1905000"/>
                  </a:lnTo>
                  <a:lnTo>
                    <a:pt x="2031771" y="1905000"/>
                  </a:lnTo>
                  <a:lnTo>
                    <a:pt x="2031771" y="1885950"/>
                  </a:lnTo>
                  <a:close/>
                </a:path>
                <a:path w="10972800" h="1905000">
                  <a:moveTo>
                    <a:pt x="2040483" y="0"/>
                  </a:moveTo>
                  <a:lnTo>
                    <a:pt x="1983333" y="0"/>
                  </a:lnTo>
                  <a:lnTo>
                    <a:pt x="1983333" y="19050"/>
                  </a:lnTo>
                  <a:lnTo>
                    <a:pt x="2040483" y="19050"/>
                  </a:lnTo>
                  <a:lnTo>
                    <a:pt x="2040483" y="0"/>
                  </a:lnTo>
                  <a:close/>
                </a:path>
                <a:path w="10972800" h="1905000">
                  <a:moveTo>
                    <a:pt x="2127123" y="1885950"/>
                  </a:moveTo>
                  <a:lnTo>
                    <a:pt x="2069973" y="1885950"/>
                  </a:lnTo>
                  <a:lnTo>
                    <a:pt x="2069973" y="1905000"/>
                  </a:lnTo>
                  <a:lnTo>
                    <a:pt x="2127123" y="1905000"/>
                  </a:lnTo>
                  <a:lnTo>
                    <a:pt x="2127123" y="1885950"/>
                  </a:lnTo>
                  <a:close/>
                </a:path>
                <a:path w="10972800" h="1905000">
                  <a:moveTo>
                    <a:pt x="2135848" y="0"/>
                  </a:moveTo>
                  <a:lnTo>
                    <a:pt x="2078697" y="0"/>
                  </a:lnTo>
                  <a:lnTo>
                    <a:pt x="2078697" y="19050"/>
                  </a:lnTo>
                  <a:lnTo>
                    <a:pt x="2135848" y="19050"/>
                  </a:lnTo>
                  <a:lnTo>
                    <a:pt x="2135848" y="0"/>
                  </a:lnTo>
                  <a:close/>
                </a:path>
                <a:path w="10972800" h="1905000">
                  <a:moveTo>
                    <a:pt x="2222487" y="1885950"/>
                  </a:moveTo>
                  <a:lnTo>
                    <a:pt x="2165337" y="1885950"/>
                  </a:lnTo>
                  <a:lnTo>
                    <a:pt x="2165337" y="1905000"/>
                  </a:lnTo>
                  <a:lnTo>
                    <a:pt x="2222487" y="1905000"/>
                  </a:lnTo>
                  <a:lnTo>
                    <a:pt x="2222487" y="1885950"/>
                  </a:lnTo>
                  <a:close/>
                </a:path>
                <a:path w="10972800" h="1905000">
                  <a:moveTo>
                    <a:pt x="2231199" y="0"/>
                  </a:moveTo>
                  <a:lnTo>
                    <a:pt x="2174049" y="0"/>
                  </a:lnTo>
                  <a:lnTo>
                    <a:pt x="2174049" y="19050"/>
                  </a:lnTo>
                  <a:lnTo>
                    <a:pt x="2231199" y="19050"/>
                  </a:lnTo>
                  <a:lnTo>
                    <a:pt x="2231199" y="0"/>
                  </a:lnTo>
                  <a:close/>
                </a:path>
                <a:path w="10972800" h="1905000">
                  <a:moveTo>
                    <a:pt x="2317839" y="1885950"/>
                  </a:moveTo>
                  <a:lnTo>
                    <a:pt x="2260689" y="1885950"/>
                  </a:lnTo>
                  <a:lnTo>
                    <a:pt x="2260689" y="1905000"/>
                  </a:lnTo>
                  <a:lnTo>
                    <a:pt x="2317839" y="1905000"/>
                  </a:lnTo>
                  <a:lnTo>
                    <a:pt x="2317839" y="1885950"/>
                  </a:lnTo>
                  <a:close/>
                </a:path>
                <a:path w="10972800" h="1905000">
                  <a:moveTo>
                    <a:pt x="2326563" y="0"/>
                  </a:moveTo>
                  <a:lnTo>
                    <a:pt x="2269413" y="0"/>
                  </a:lnTo>
                  <a:lnTo>
                    <a:pt x="2269413" y="19050"/>
                  </a:lnTo>
                  <a:lnTo>
                    <a:pt x="2326563" y="19050"/>
                  </a:lnTo>
                  <a:lnTo>
                    <a:pt x="2326563" y="0"/>
                  </a:lnTo>
                  <a:close/>
                </a:path>
                <a:path w="10972800" h="1905000">
                  <a:moveTo>
                    <a:pt x="2413190" y="1885950"/>
                  </a:moveTo>
                  <a:lnTo>
                    <a:pt x="2356040" y="1885950"/>
                  </a:lnTo>
                  <a:lnTo>
                    <a:pt x="2356040" y="1905000"/>
                  </a:lnTo>
                  <a:lnTo>
                    <a:pt x="2413190" y="1905000"/>
                  </a:lnTo>
                  <a:lnTo>
                    <a:pt x="2413190" y="1885950"/>
                  </a:lnTo>
                  <a:close/>
                </a:path>
                <a:path w="10972800" h="1905000">
                  <a:moveTo>
                    <a:pt x="2421915" y="0"/>
                  </a:moveTo>
                  <a:lnTo>
                    <a:pt x="2364765" y="0"/>
                  </a:lnTo>
                  <a:lnTo>
                    <a:pt x="2364765" y="19050"/>
                  </a:lnTo>
                  <a:lnTo>
                    <a:pt x="2421915" y="19050"/>
                  </a:lnTo>
                  <a:lnTo>
                    <a:pt x="2421915" y="0"/>
                  </a:lnTo>
                  <a:close/>
                </a:path>
                <a:path w="10972800" h="1905000">
                  <a:moveTo>
                    <a:pt x="2508554" y="1885950"/>
                  </a:moveTo>
                  <a:lnTo>
                    <a:pt x="2451404" y="1885950"/>
                  </a:lnTo>
                  <a:lnTo>
                    <a:pt x="2451404" y="1905000"/>
                  </a:lnTo>
                  <a:lnTo>
                    <a:pt x="2508554" y="1905000"/>
                  </a:lnTo>
                  <a:lnTo>
                    <a:pt x="2508554" y="1885950"/>
                  </a:lnTo>
                  <a:close/>
                </a:path>
                <a:path w="10972800" h="1905000">
                  <a:moveTo>
                    <a:pt x="2517267" y="0"/>
                  </a:moveTo>
                  <a:lnTo>
                    <a:pt x="2460117" y="0"/>
                  </a:lnTo>
                  <a:lnTo>
                    <a:pt x="2460117" y="19050"/>
                  </a:lnTo>
                  <a:lnTo>
                    <a:pt x="2517267" y="19050"/>
                  </a:lnTo>
                  <a:lnTo>
                    <a:pt x="2517267" y="0"/>
                  </a:lnTo>
                  <a:close/>
                </a:path>
                <a:path w="10972800" h="1905000">
                  <a:moveTo>
                    <a:pt x="2603906" y="1885950"/>
                  </a:moveTo>
                  <a:lnTo>
                    <a:pt x="2546756" y="1885950"/>
                  </a:lnTo>
                  <a:lnTo>
                    <a:pt x="2546756" y="1905000"/>
                  </a:lnTo>
                  <a:lnTo>
                    <a:pt x="2603906" y="1905000"/>
                  </a:lnTo>
                  <a:lnTo>
                    <a:pt x="2603906" y="1885950"/>
                  </a:lnTo>
                  <a:close/>
                </a:path>
                <a:path w="10972800" h="1905000">
                  <a:moveTo>
                    <a:pt x="2612631" y="0"/>
                  </a:moveTo>
                  <a:lnTo>
                    <a:pt x="2555481" y="0"/>
                  </a:lnTo>
                  <a:lnTo>
                    <a:pt x="2555481" y="19050"/>
                  </a:lnTo>
                  <a:lnTo>
                    <a:pt x="2612631" y="19050"/>
                  </a:lnTo>
                  <a:lnTo>
                    <a:pt x="2612631" y="0"/>
                  </a:lnTo>
                  <a:close/>
                </a:path>
                <a:path w="10972800" h="1905000">
                  <a:moveTo>
                    <a:pt x="2699270" y="1885950"/>
                  </a:moveTo>
                  <a:lnTo>
                    <a:pt x="2642120" y="1885950"/>
                  </a:lnTo>
                  <a:lnTo>
                    <a:pt x="2642120" y="1905000"/>
                  </a:lnTo>
                  <a:lnTo>
                    <a:pt x="2699270" y="1905000"/>
                  </a:lnTo>
                  <a:lnTo>
                    <a:pt x="2699270" y="1885950"/>
                  </a:lnTo>
                  <a:close/>
                </a:path>
                <a:path w="10972800" h="1905000">
                  <a:moveTo>
                    <a:pt x="2707983" y="0"/>
                  </a:moveTo>
                  <a:lnTo>
                    <a:pt x="2650833" y="0"/>
                  </a:lnTo>
                  <a:lnTo>
                    <a:pt x="2650833" y="19050"/>
                  </a:lnTo>
                  <a:lnTo>
                    <a:pt x="2707983" y="19050"/>
                  </a:lnTo>
                  <a:lnTo>
                    <a:pt x="2707983" y="0"/>
                  </a:lnTo>
                  <a:close/>
                </a:path>
                <a:path w="10972800" h="1905000">
                  <a:moveTo>
                    <a:pt x="2794622" y="1885950"/>
                  </a:moveTo>
                  <a:lnTo>
                    <a:pt x="2737472" y="1885950"/>
                  </a:lnTo>
                  <a:lnTo>
                    <a:pt x="2737472" y="1905000"/>
                  </a:lnTo>
                  <a:lnTo>
                    <a:pt x="2794622" y="1905000"/>
                  </a:lnTo>
                  <a:lnTo>
                    <a:pt x="2794622" y="1885950"/>
                  </a:lnTo>
                  <a:close/>
                </a:path>
                <a:path w="10972800" h="1905000">
                  <a:moveTo>
                    <a:pt x="2803347" y="0"/>
                  </a:moveTo>
                  <a:lnTo>
                    <a:pt x="2746197" y="0"/>
                  </a:lnTo>
                  <a:lnTo>
                    <a:pt x="2746197" y="19050"/>
                  </a:lnTo>
                  <a:lnTo>
                    <a:pt x="2803347" y="19050"/>
                  </a:lnTo>
                  <a:lnTo>
                    <a:pt x="2803347" y="0"/>
                  </a:lnTo>
                  <a:close/>
                </a:path>
                <a:path w="10972800" h="1905000">
                  <a:moveTo>
                    <a:pt x="2889974" y="1885950"/>
                  </a:moveTo>
                  <a:lnTo>
                    <a:pt x="2832824" y="1885950"/>
                  </a:lnTo>
                  <a:lnTo>
                    <a:pt x="2832824" y="1905000"/>
                  </a:lnTo>
                  <a:lnTo>
                    <a:pt x="2889974" y="1905000"/>
                  </a:lnTo>
                  <a:lnTo>
                    <a:pt x="2889974" y="1885950"/>
                  </a:lnTo>
                  <a:close/>
                </a:path>
                <a:path w="10972800" h="1905000">
                  <a:moveTo>
                    <a:pt x="2898698" y="0"/>
                  </a:moveTo>
                  <a:lnTo>
                    <a:pt x="2841548" y="0"/>
                  </a:lnTo>
                  <a:lnTo>
                    <a:pt x="2841548" y="19050"/>
                  </a:lnTo>
                  <a:lnTo>
                    <a:pt x="2898698" y="19050"/>
                  </a:lnTo>
                  <a:lnTo>
                    <a:pt x="2898698" y="0"/>
                  </a:lnTo>
                  <a:close/>
                </a:path>
                <a:path w="10972800" h="1905000">
                  <a:moveTo>
                    <a:pt x="2985338" y="1885950"/>
                  </a:moveTo>
                  <a:lnTo>
                    <a:pt x="2928188" y="1885950"/>
                  </a:lnTo>
                  <a:lnTo>
                    <a:pt x="2928188" y="1905000"/>
                  </a:lnTo>
                  <a:lnTo>
                    <a:pt x="2985338" y="1905000"/>
                  </a:lnTo>
                  <a:lnTo>
                    <a:pt x="2985338" y="1885950"/>
                  </a:lnTo>
                  <a:close/>
                </a:path>
                <a:path w="10972800" h="1905000">
                  <a:moveTo>
                    <a:pt x="2994050" y="0"/>
                  </a:moveTo>
                  <a:lnTo>
                    <a:pt x="2936900" y="0"/>
                  </a:lnTo>
                  <a:lnTo>
                    <a:pt x="2936900" y="19050"/>
                  </a:lnTo>
                  <a:lnTo>
                    <a:pt x="2994050" y="19050"/>
                  </a:lnTo>
                  <a:lnTo>
                    <a:pt x="2994050" y="0"/>
                  </a:lnTo>
                  <a:close/>
                </a:path>
                <a:path w="10972800" h="1905000">
                  <a:moveTo>
                    <a:pt x="3080689" y="1885950"/>
                  </a:moveTo>
                  <a:lnTo>
                    <a:pt x="3023539" y="1885950"/>
                  </a:lnTo>
                  <a:lnTo>
                    <a:pt x="3023539" y="1905000"/>
                  </a:lnTo>
                  <a:lnTo>
                    <a:pt x="3080689" y="1905000"/>
                  </a:lnTo>
                  <a:lnTo>
                    <a:pt x="3080689" y="1885950"/>
                  </a:lnTo>
                  <a:close/>
                </a:path>
                <a:path w="10972800" h="1905000">
                  <a:moveTo>
                    <a:pt x="3089414" y="0"/>
                  </a:moveTo>
                  <a:lnTo>
                    <a:pt x="3032264" y="0"/>
                  </a:lnTo>
                  <a:lnTo>
                    <a:pt x="3032264" y="19050"/>
                  </a:lnTo>
                  <a:lnTo>
                    <a:pt x="3089414" y="19050"/>
                  </a:lnTo>
                  <a:lnTo>
                    <a:pt x="3089414" y="0"/>
                  </a:lnTo>
                  <a:close/>
                </a:path>
                <a:path w="10972800" h="1905000">
                  <a:moveTo>
                    <a:pt x="3176054" y="1885950"/>
                  </a:moveTo>
                  <a:lnTo>
                    <a:pt x="3118904" y="1885950"/>
                  </a:lnTo>
                  <a:lnTo>
                    <a:pt x="3118904" y="1905000"/>
                  </a:lnTo>
                  <a:lnTo>
                    <a:pt x="3176054" y="1905000"/>
                  </a:lnTo>
                  <a:lnTo>
                    <a:pt x="3176054" y="1885950"/>
                  </a:lnTo>
                  <a:close/>
                </a:path>
                <a:path w="10972800" h="1905000">
                  <a:moveTo>
                    <a:pt x="3184766" y="0"/>
                  </a:moveTo>
                  <a:lnTo>
                    <a:pt x="3127616" y="0"/>
                  </a:lnTo>
                  <a:lnTo>
                    <a:pt x="3127616" y="19050"/>
                  </a:lnTo>
                  <a:lnTo>
                    <a:pt x="3184766" y="19050"/>
                  </a:lnTo>
                  <a:lnTo>
                    <a:pt x="3184766" y="0"/>
                  </a:lnTo>
                  <a:close/>
                </a:path>
                <a:path w="10972800" h="1905000">
                  <a:moveTo>
                    <a:pt x="3271405" y="1885950"/>
                  </a:moveTo>
                  <a:lnTo>
                    <a:pt x="3214255" y="1885950"/>
                  </a:lnTo>
                  <a:lnTo>
                    <a:pt x="3214255" y="1905000"/>
                  </a:lnTo>
                  <a:lnTo>
                    <a:pt x="3271405" y="1905000"/>
                  </a:lnTo>
                  <a:lnTo>
                    <a:pt x="3271405" y="1885950"/>
                  </a:lnTo>
                  <a:close/>
                </a:path>
                <a:path w="10972800" h="1905000">
                  <a:moveTo>
                    <a:pt x="3280130" y="0"/>
                  </a:moveTo>
                  <a:lnTo>
                    <a:pt x="3222980" y="0"/>
                  </a:lnTo>
                  <a:lnTo>
                    <a:pt x="3222980" y="19050"/>
                  </a:lnTo>
                  <a:lnTo>
                    <a:pt x="3280130" y="19050"/>
                  </a:lnTo>
                  <a:lnTo>
                    <a:pt x="3280130" y="0"/>
                  </a:lnTo>
                  <a:close/>
                </a:path>
                <a:path w="10972800" h="1905000">
                  <a:moveTo>
                    <a:pt x="3366757" y="1885950"/>
                  </a:moveTo>
                  <a:lnTo>
                    <a:pt x="3309620" y="1885950"/>
                  </a:lnTo>
                  <a:lnTo>
                    <a:pt x="3309620" y="1905000"/>
                  </a:lnTo>
                  <a:lnTo>
                    <a:pt x="3366757" y="1905000"/>
                  </a:lnTo>
                  <a:lnTo>
                    <a:pt x="3366757" y="1885950"/>
                  </a:lnTo>
                  <a:close/>
                </a:path>
                <a:path w="10972800" h="1905000">
                  <a:moveTo>
                    <a:pt x="3375482" y="0"/>
                  </a:moveTo>
                  <a:lnTo>
                    <a:pt x="3318332" y="0"/>
                  </a:lnTo>
                  <a:lnTo>
                    <a:pt x="3318332" y="19050"/>
                  </a:lnTo>
                  <a:lnTo>
                    <a:pt x="3375482" y="19050"/>
                  </a:lnTo>
                  <a:lnTo>
                    <a:pt x="3375482" y="0"/>
                  </a:lnTo>
                  <a:close/>
                </a:path>
                <a:path w="10972800" h="1905000">
                  <a:moveTo>
                    <a:pt x="3462121" y="1885950"/>
                  </a:moveTo>
                  <a:lnTo>
                    <a:pt x="3404971" y="1885950"/>
                  </a:lnTo>
                  <a:lnTo>
                    <a:pt x="3404971" y="1905000"/>
                  </a:lnTo>
                  <a:lnTo>
                    <a:pt x="3462121" y="1905000"/>
                  </a:lnTo>
                  <a:lnTo>
                    <a:pt x="3462121" y="1885950"/>
                  </a:lnTo>
                  <a:close/>
                </a:path>
                <a:path w="10972800" h="1905000">
                  <a:moveTo>
                    <a:pt x="3470833" y="0"/>
                  </a:moveTo>
                  <a:lnTo>
                    <a:pt x="3413683" y="0"/>
                  </a:lnTo>
                  <a:lnTo>
                    <a:pt x="3413683" y="19050"/>
                  </a:lnTo>
                  <a:lnTo>
                    <a:pt x="3470833" y="19050"/>
                  </a:lnTo>
                  <a:lnTo>
                    <a:pt x="3470833" y="0"/>
                  </a:lnTo>
                  <a:close/>
                </a:path>
                <a:path w="10972800" h="1905000">
                  <a:moveTo>
                    <a:pt x="3557473" y="1885950"/>
                  </a:moveTo>
                  <a:lnTo>
                    <a:pt x="3500323" y="1885950"/>
                  </a:lnTo>
                  <a:lnTo>
                    <a:pt x="3500323" y="1905000"/>
                  </a:lnTo>
                  <a:lnTo>
                    <a:pt x="3557473" y="1905000"/>
                  </a:lnTo>
                  <a:lnTo>
                    <a:pt x="3557473" y="1885950"/>
                  </a:lnTo>
                  <a:close/>
                </a:path>
                <a:path w="10972800" h="1905000">
                  <a:moveTo>
                    <a:pt x="3566198" y="0"/>
                  </a:moveTo>
                  <a:lnTo>
                    <a:pt x="3509048" y="0"/>
                  </a:lnTo>
                  <a:lnTo>
                    <a:pt x="3509048" y="19050"/>
                  </a:lnTo>
                  <a:lnTo>
                    <a:pt x="3566198" y="19050"/>
                  </a:lnTo>
                  <a:lnTo>
                    <a:pt x="3566198" y="0"/>
                  </a:lnTo>
                  <a:close/>
                </a:path>
                <a:path w="10972800" h="1905000">
                  <a:moveTo>
                    <a:pt x="3652837" y="1885950"/>
                  </a:moveTo>
                  <a:lnTo>
                    <a:pt x="3595687" y="1885950"/>
                  </a:lnTo>
                  <a:lnTo>
                    <a:pt x="3595687" y="1905000"/>
                  </a:lnTo>
                  <a:lnTo>
                    <a:pt x="3652837" y="1905000"/>
                  </a:lnTo>
                  <a:lnTo>
                    <a:pt x="3652837" y="1885950"/>
                  </a:lnTo>
                  <a:close/>
                </a:path>
                <a:path w="10972800" h="1905000">
                  <a:moveTo>
                    <a:pt x="3661549" y="0"/>
                  </a:moveTo>
                  <a:lnTo>
                    <a:pt x="3604399" y="0"/>
                  </a:lnTo>
                  <a:lnTo>
                    <a:pt x="3604399" y="19050"/>
                  </a:lnTo>
                  <a:lnTo>
                    <a:pt x="3661549" y="19050"/>
                  </a:lnTo>
                  <a:lnTo>
                    <a:pt x="3661549" y="0"/>
                  </a:lnTo>
                  <a:close/>
                </a:path>
                <a:path w="10972800" h="1905000">
                  <a:moveTo>
                    <a:pt x="3748189" y="1885950"/>
                  </a:moveTo>
                  <a:lnTo>
                    <a:pt x="3691039" y="1885950"/>
                  </a:lnTo>
                  <a:lnTo>
                    <a:pt x="3691039" y="1905000"/>
                  </a:lnTo>
                  <a:lnTo>
                    <a:pt x="3748189" y="1905000"/>
                  </a:lnTo>
                  <a:lnTo>
                    <a:pt x="3748189" y="1885950"/>
                  </a:lnTo>
                  <a:close/>
                </a:path>
                <a:path w="10972800" h="1905000">
                  <a:moveTo>
                    <a:pt x="3756914" y="0"/>
                  </a:moveTo>
                  <a:lnTo>
                    <a:pt x="3699764" y="0"/>
                  </a:lnTo>
                  <a:lnTo>
                    <a:pt x="3699764" y="19050"/>
                  </a:lnTo>
                  <a:lnTo>
                    <a:pt x="3756914" y="19050"/>
                  </a:lnTo>
                  <a:lnTo>
                    <a:pt x="3756914" y="0"/>
                  </a:lnTo>
                  <a:close/>
                </a:path>
                <a:path w="10972800" h="1905000">
                  <a:moveTo>
                    <a:pt x="3843540" y="1885950"/>
                  </a:moveTo>
                  <a:lnTo>
                    <a:pt x="3786390" y="1885950"/>
                  </a:lnTo>
                  <a:lnTo>
                    <a:pt x="3786390" y="1905000"/>
                  </a:lnTo>
                  <a:lnTo>
                    <a:pt x="3843540" y="1905000"/>
                  </a:lnTo>
                  <a:lnTo>
                    <a:pt x="3843540" y="1885950"/>
                  </a:lnTo>
                  <a:close/>
                </a:path>
                <a:path w="10972800" h="1905000">
                  <a:moveTo>
                    <a:pt x="3852265" y="0"/>
                  </a:moveTo>
                  <a:lnTo>
                    <a:pt x="3795115" y="0"/>
                  </a:lnTo>
                  <a:lnTo>
                    <a:pt x="3795115" y="19050"/>
                  </a:lnTo>
                  <a:lnTo>
                    <a:pt x="3852265" y="19050"/>
                  </a:lnTo>
                  <a:lnTo>
                    <a:pt x="3852265" y="0"/>
                  </a:lnTo>
                  <a:close/>
                </a:path>
                <a:path w="10972800" h="1905000">
                  <a:moveTo>
                    <a:pt x="3938905" y="1885950"/>
                  </a:moveTo>
                  <a:lnTo>
                    <a:pt x="3881755" y="1885950"/>
                  </a:lnTo>
                  <a:lnTo>
                    <a:pt x="3881755" y="1905000"/>
                  </a:lnTo>
                  <a:lnTo>
                    <a:pt x="3938905" y="1905000"/>
                  </a:lnTo>
                  <a:lnTo>
                    <a:pt x="3938905" y="1885950"/>
                  </a:lnTo>
                  <a:close/>
                </a:path>
                <a:path w="10972800" h="1905000">
                  <a:moveTo>
                    <a:pt x="3947617" y="0"/>
                  </a:moveTo>
                  <a:lnTo>
                    <a:pt x="3890467" y="0"/>
                  </a:lnTo>
                  <a:lnTo>
                    <a:pt x="3890467" y="19050"/>
                  </a:lnTo>
                  <a:lnTo>
                    <a:pt x="3947617" y="19050"/>
                  </a:lnTo>
                  <a:lnTo>
                    <a:pt x="3947617" y="0"/>
                  </a:lnTo>
                  <a:close/>
                </a:path>
                <a:path w="10972800" h="1905000">
                  <a:moveTo>
                    <a:pt x="4034256" y="1885950"/>
                  </a:moveTo>
                  <a:lnTo>
                    <a:pt x="3977106" y="1885950"/>
                  </a:lnTo>
                  <a:lnTo>
                    <a:pt x="3977106" y="1905000"/>
                  </a:lnTo>
                  <a:lnTo>
                    <a:pt x="4034256" y="1905000"/>
                  </a:lnTo>
                  <a:lnTo>
                    <a:pt x="4034256" y="1885950"/>
                  </a:lnTo>
                  <a:close/>
                </a:path>
                <a:path w="10972800" h="1905000">
                  <a:moveTo>
                    <a:pt x="4042981" y="0"/>
                  </a:moveTo>
                  <a:lnTo>
                    <a:pt x="3985831" y="0"/>
                  </a:lnTo>
                  <a:lnTo>
                    <a:pt x="3985831" y="19050"/>
                  </a:lnTo>
                  <a:lnTo>
                    <a:pt x="4042981" y="19050"/>
                  </a:lnTo>
                  <a:lnTo>
                    <a:pt x="4042981" y="0"/>
                  </a:lnTo>
                  <a:close/>
                </a:path>
                <a:path w="10972800" h="1905000">
                  <a:moveTo>
                    <a:pt x="4129621" y="1885950"/>
                  </a:moveTo>
                  <a:lnTo>
                    <a:pt x="4072471" y="1885950"/>
                  </a:lnTo>
                  <a:lnTo>
                    <a:pt x="4072471" y="1905000"/>
                  </a:lnTo>
                  <a:lnTo>
                    <a:pt x="4129621" y="1905000"/>
                  </a:lnTo>
                  <a:lnTo>
                    <a:pt x="4129621" y="1885950"/>
                  </a:lnTo>
                  <a:close/>
                </a:path>
                <a:path w="10972800" h="1905000">
                  <a:moveTo>
                    <a:pt x="4138333" y="0"/>
                  </a:moveTo>
                  <a:lnTo>
                    <a:pt x="4081183" y="0"/>
                  </a:lnTo>
                  <a:lnTo>
                    <a:pt x="4081183" y="19050"/>
                  </a:lnTo>
                  <a:lnTo>
                    <a:pt x="4138333" y="19050"/>
                  </a:lnTo>
                  <a:lnTo>
                    <a:pt x="4138333" y="0"/>
                  </a:lnTo>
                  <a:close/>
                </a:path>
                <a:path w="10972800" h="1905000">
                  <a:moveTo>
                    <a:pt x="4224972" y="1885950"/>
                  </a:moveTo>
                  <a:lnTo>
                    <a:pt x="4167822" y="1885950"/>
                  </a:lnTo>
                  <a:lnTo>
                    <a:pt x="4167822" y="1905000"/>
                  </a:lnTo>
                  <a:lnTo>
                    <a:pt x="4224972" y="1905000"/>
                  </a:lnTo>
                  <a:lnTo>
                    <a:pt x="4224972" y="1885950"/>
                  </a:lnTo>
                  <a:close/>
                </a:path>
                <a:path w="10972800" h="1905000">
                  <a:moveTo>
                    <a:pt x="4233684" y="0"/>
                  </a:moveTo>
                  <a:lnTo>
                    <a:pt x="4176534" y="0"/>
                  </a:lnTo>
                  <a:lnTo>
                    <a:pt x="4176534" y="19050"/>
                  </a:lnTo>
                  <a:lnTo>
                    <a:pt x="4233684" y="19050"/>
                  </a:lnTo>
                  <a:lnTo>
                    <a:pt x="4233684" y="0"/>
                  </a:lnTo>
                  <a:close/>
                </a:path>
                <a:path w="10972800" h="1905000">
                  <a:moveTo>
                    <a:pt x="4320324" y="1885950"/>
                  </a:moveTo>
                  <a:lnTo>
                    <a:pt x="4263174" y="1885950"/>
                  </a:lnTo>
                  <a:lnTo>
                    <a:pt x="4263174" y="1905000"/>
                  </a:lnTo>
                  <a:lnTo>
                    <a:pt x="4320324" y="1905000"/>
                  </a:lnTo>
                  <a:lnTo>
                    <a:pt x="4320324" y="1885950"/>
                  </a:lnTo>
                  <a:close/>
                </a:path>
                <a:path w="10972800" h="1905000">
                  <a:moveTo>
                    <a:pt x="4329049" y="0"/>
                  </a:moveTo>
                  <a:lnTo>
                    <a:pt x="4271899" y="0"/>
                  </a:lnTo>
                  <a:lnTo>
                    <a:pt x="4271899" y="19050"/>
                  </a:lnTo>
                  <a:lnTo>
                    <a:pt x="4329049" y="19050"/>
                  </a:lnTo>
                  <a:lnTo>
                    <a:pt x="4329049" y="0"/>
                  </a:lnTo>
                  <a:close/>
                </a:path>
                <a:path w="10972800" h="1905000">
                  <a:moveTo>
                    <a:pt x="4415688" y="1885950"/>
                  </a:moveTo>
                  <a:lnTo>
                    <a:pt x="4358538" y="1885950"/>
                  </a:lnTo>
                  <a:lnTo>
                    <a:pt x="4358538" y="1905000"/>
                  </a:lnTo>
                  <a:lnTo>
                    <a:pt x="4415688" y="1905000"/>
                  </a:lnTo>
                  <a:lnTo>
                    <a:pt x="4415688" y="1885950"/>
                  </a:lnTo>
                  <a:close/>
                </a:path>
                <a:path w="10972800" h="1905000">
                  <a:moveTo>
                    <a:pt x="4424400" y="0"/>
                  </a:moveTo>
                  <a:lnTo>
                    <a:pt x="4367250" y="0"/>
                  </a:lnTo>
                  <a:lnTo>
                    <a:pt x="4367250" y="19050"/>
                  </a:lnTo>
                  <a:lnTo>
                    <a:pt x="4424400" y="19050"/>
                  </a:lnTo>
                  <a:lnTo>
                    <a:pt x="4424400" y="0"/>
                  </a:lnTo>
                  <a:close/>
                </a:path>
                <a:path w="10972800" h="1905000">
                  <a:moveTo>
                    <a:pt x="4511040" y="1885950"/>
                  </a:moveTo>
                  <a:lnTo>
                    <a:pt x="4453890" y="1885950"/>
                  </a:lnTo>
                  <a:lnTo>
                    <a:pt x="4453890" y="1905000"/>
                  </a:lnTo>
                  <a:lnTo>
                    <a:pt x="4511040" y="1905000"/>
                  </a:lnTo>
                  <a:lnTo>
                    <a:pt x="4511040" y="1885950"/>
                  </a:lnTo>
                  <a:close/>
                </a:path>
                <a:path w="10972800" h="1905000">
                  <a:moveTo>
                    <a:pt x="4519765" y="0"/>
                  </a:moveTo>
                  <a:lnTo>
                    <a:pt x="4462615" y="0"/>
                  </a:lnTo>
                  <a:lnTo>
                    <a:pt x="4462615" y="19050"/>
                  </a:lnTo>
                  <a:lnTo>
                    <a:pt x="4519765" y="19050"/>
                  </a:lnTo>
                  <a:lnTo>
                    <a:pt x="4519765" y="0"/>
                  </a:lnTo>
                  <a:close/>
                </a:path>
                <a:path w="10972800" h="1905000">
                  <a:moveTo>
                    <a:pt x="4606404" y="1885950"/>
                  </a:moveTo>
                  <a:lnTo>
                    <a:pt x="4549254" y="1885950"/>
                  </a:lnTo>
                  <a:lnTo>
                    <a:pt x="4549254" y="1905000"/>
                  </a:lnTo>
                  <a:lnTo>
                    <a:pt x="4606404" y="1905000"/>
                  </a:lnTo>
                  <a:lnTo>
                    <a:pt x="4606404" y="1885950"/>
                  </a:lnTo>
                  <a:close/>
                </a:path>
                <a:path w="10972800" h="1905000">
                  <a:moveTo>
                    <a:pt x="4615116" y="0"/>
                  </a:moveTo>
                  <a:lnTo>
                    <a:pt x="4557966" y="0"/>
                  </a:lnTo>
                  <a:lnTo>
                    <a:pt x="4557966" y="19050"/>
                  </a:lnTo>
                  <a:lnTo>
                    <a:pt x="4615116" y="19050"/>
                  </a:lnTo>
                  <a:lnTo>
                    <a:pt x="4615116" y="0"/>
                  </a:lnTo>
                  <a:close/>
                </a:path>
                <a:path w="10972800" h="1905000">
                  <a:moveTo>
                    <a:pt x="4701756" y="1885950"/>
                  </a:moveTo>
                  <a:lnTo>
                    <a:pt x="4644606" y="1885950"/>
                  </a:lnTo>
                  <a:lnTo>
                    <a:pt x="4644606" y="1905000"/>
                  </a:lnTo>
                  <a:lnTo>
                    <a:pt x="4701756" y="1905000"/>
                  </a:lnTo>
                  <a:lnTo>
                    <a:pt x="4701756" y="1885950"/>
                  </a:lnTo>
                  <a:close/>
                </a:path>
                <a:path w="10972800" h="1905000">
                  <a:moveTo>
                    <a:pt x="4710468" y="0"/>
                  </a:moveTo>
                  <a:lnTo>
                    <a:pt x="4653318" y="0"/>
                  </a:lnTo>
                  <a:lnTo>
                    <a:pt x="4653318" y="19050"/>
                  </a:lnTo>
                  <a:lnTo>
                    <a:pt x="4710468" y="19050"/>
                  </a:lnTo>
                  <a:lnTo>
                    <a:pt x="4710468" y="0"/>
                  </a:lnTo>
                  <a:close/>
                </a:path>
                <a:path w="10972800" h="1905000">
                  <a:moveTo>
                    <a:pt x="4797107" y="1885950"/>
                  </a:moveTo>
                  <a:lnTo>
                    <a:pt x="4739957" y="1885950"/>
                  </a:lnTo>
                  <a:lnTo>
                    <a:pt x="4739957" y="1905000"/>
                  </a:lnTo>
                  <a:lnTo>
                    <a:pt x="4797107" y="1905000"/>
                  </a:lnTo>
                  <a:lnTo>
                    <a:pt x="4797107" y="1885950"/>
                  </a:lnTo>
                  <a:close/>
                </a:path>
                <a:path w="10972800" h="1905000">
                  <a:moveTo>
                    <a:pt x="4805832" y="0"/>
                  </a:moveTo>
                  <a:lnTo>
                    <a:pt x="4748682" y="0"/>
                  </a:lnTo>
                  <a:lnTo>
                    <a:pt x="4748682" y="19050"/>
                  </a:lnTo>
                  <a:lnTo>
                    <a:pt x="4805832" y="19050"/>
                  </a:lnTo>
                  <a:lnTo>
                    <a:pt x="4805832" y="0"/>
                  </a:lnTo>
                  <a:close/>
                </a:path>
                <a:path w="10972800" h="1905000">
                  <a:moveTo>
                    <a:pt x="4892472" y="1885950"/>
                  </a:moveTo>
                  <a:lnTo>
                    <a:pt x="4835322" y="1885950"/>
                  </a:lnTo>
                  <a:lnTo>
                    <a:pt x="4835322" y="1905000"/>
                  </a:lnTo>
                  <a:lnTo>
                    <a:pt x="4892472" y="1905000"/>
                  </a:lnTo>
                  <a:lnTo>
                    <a:pt x="4892472" y="1885950"/>
                  </a:lnTo>
                  <a:close/>
                </a:path>
                <a:path w="10972800" h="1905000">
                  <a:moveTo>
                    <a:pt x="4901184" y="0"/>
                  </a:moveTo>
                  <a:lnTo>
                    <a:pt x="4844034" y="0"/>
                  </a:lnTo>
                  <a:lnTo>
                    <a:pt x="4844034" y="19050"/>
                  </a:lnTo>
                  <a:lnTo>
                    <a:pt x="4901184" y="19050"/>
                  </a:lnTo>
                  <a:lnTo>
                    <a:pt x="4901184" y="0"/>
                  </a:lnTo>
                  <a:close/>
                </a:path>
                <a:path w="10972800" h="1905000">
                  <a:moveTo>
                    <a:pt x="4987823" y="1885950"/>
                  </a:moveTo>
                  <a:lnTo>
                    <a:pt x="4930673" y="1885950"/>
                  </a:lnTo>
                  <a:lnTo>
                    <a:pt x="4930673" y="1905000"/>
                  </a:lnTo>
                  <a:lnTo>
                    <a:pt x="4987823" y="1905000"/>
                  </a:lnTo>
                  <a:lnTo>
                    <a:pt x="4987823" y="1885950"/>
                  </a:lnTo>
                  <a:close/>
                </a:path>
                <a:path w="10972800" h="1905000">
                  <a:moveTo>
                    <a:pt x="4996548" y="0"/>
                  </a:moveTo>
                  <a:lnTo>
                    <a:pt x="4939398" y="0"/>
                  </a:lnTo>
                  <a:lnTo>
                    <a:pt x="4939398" y="19050"/>
                  </a:lnTo>
                  <a:lnTo>
                    <a:pt x="4996548" y="19050"/>
                  </a:lnTo>
                  <a:lnTo>
                    <a:pt x="4996548" y="0"/>
                  </a:lnTo>
                  <a:close/>
                </a:path>
                <a:path w="10972800" h="1905000">
                  <a:moveTo>
                    <a:pt x="5083187" y="1885950"/>
                  </a:moveTo>
                  <a:lnTo>
                    <a:pt x="5026037" y="1885950"/>
                  </a:lnTo>
                  <a:lnTo>
                    <a:pt x="5026037" y="1905000"/>
                  </a:lnTo>
                  <a:lnTo>
                    <a:pt x="5083187" y="1905000"/>
                  </a:lnTo>
                  <a:lnTo>
                    <a:pt x="5083187" y="1885950"/>
                  </a:lnTo>
                  <a:close/>
                </a:path>
                <a:path w="10972800" h="1905000">
                  <a:moveTo>
                    <a:pt x="5091900" y="0"/>
                  </a:moveTo>
                  <a:lnTo>
                    <a:pt x="5034750" y="0"/>
                  </a:lnTo>
                  <a:lnTo>
                    <a:pt x="5034750" y="19050"/>
                  </a:lnTo>
                  <a:lnTo>
                    <a:pt x="5091900" y="19050"/>
                  </a:lnTo>
                  <a:lnTo>
                    <a:pt x="5091900" y="0"/>
                  </a:lnTo>
                  <a:close/>
                </a:path>
                <a:path w="10972800" h="1905000">
                  <a:moveTo>
                    <a:pt x="5178539" y="1885950"/>
                  </a:moveTo>
                  <a:lnTo>
                    <a:pt x="5121389" y="1885950"/>
                  </a:lnTo>
                  <a:lnTo>
                    <a:pt x="5121389" y="1905000"/>
                  </a:lnTo>
                  <a:lnTo>
                    <a:pt x="5178539" y="1905000"/>
                  </a:lnTo>
                  <a:lnTo>
                    <a:pt x="5178539" y="1885950"/>
                  </a:lnTo>
                  <a:close/>
                </a:path>
                <a:path w="10972800" h="1905000">
                  <a:moveTo>
                    <a:pt x="5187251" y="0"/>
                  </a:moveTo>
                  <a:lnTo>
                    <a:pt x="5130101" y="0"/>
                  </a:lnTo>
                  <a:lnTo>
                    <a:pt x="5130101" y="19050"/>
                  </a:lnTo>
                  <a:lnTo>
                    <a:pt x="5187251" y="19050"/>
                  </a:lnTo>
                  <a:lnTo>
                    <a:pt x="5187251" y="0"/>
                  </a:lnTo>
                  <a:close/>
                </a:path>
                <a:path w="10972800" h="1905000">
                  <a:moveTo>
                    <a:pt x="5273891" y="1885950"/>
                  </a:moveTo>
                  <a:lnTo>
                    <a:pt x="5216741" y="1885950"/>
                  </a:lnTo>
                  <a:lnTo>
                    <a:pt x="5216741" y="1905000"/>
                  </a:lnTo>
                  <a:lnTo>
                    <a:pt x="5273891" y="1905000"/>
                  </a:lnTo>
                  <a:lnTo>
                    <a:pt x="5273891" y="1885950"/>
                  </a:lnTo>
                  <a:close/>
                </a:path>
                <a:path w="10972800" h="1905000">
                  <a:moveTo>
                    <a:pt x="5282616" y="0"/>
                  </a:moveTo>
                  <a:lnTo>
                    <a:pt x="5225466" y="0"/>
                  </a:lnTo>
                  <a:lnTo>
                    <a:pt x="5225466" y="19050"/>
                  </a:lnTo>
                  <a:lnTo>
                    <a:pt x="5282616" y="19050"/>
                  </a:lnTo>
                  <a:lnTo>
                    <a:pt x="5282616" y="0"/>
                  </a:lnTo>
                  <a:close/>
                </a:path>
                <a:path w="10972800" h="1905000">
                  <a:moveTo>
                    <a:pt x="5369255" y="1885950"/>
                  </a:moveTo>
                  <a:lnTo>
                    <a:pt x="5312105" y="1885950"/>
                  </a:lnTo>
                  <a:lnTo>
                    <a:pt x="5312105" y="1905000"/>
                  </a:lnTo>
                  <a:lnTo>
                    <a:pt x="5369255" y="1905000"/>
                  </a:lnTo>
                  <a:lnTo>
                    <a:pt x="5369255" y="1885950"/>
                  </a:lnTo>
                  <a:close/>
                </a:path>
                <a:path w="10972800" h="1905000">
                  <a:moveTo>
                    <a:pt x="5377967" y="0"/>
                  </a:moveTo>
                  <a:lnTo>
                    <a:pt x="5320817" y="0"/>
                  </a:lnTo>
                  <a:lnTo>
                    <a:pt x="5320817" y="19050"/>
                  </a:lnTo>
                  <a:lnTo>
                    <a:pt x="5377967" y="19050"/>
                  </a:lnTo>
                  <a:lnTo>
                    <a:pt x="5377967" y="0"/>
                  </a:lnTo>
                  <a:close/>
                </a:path>
                <a:path w="10972800" h="1905000">
                  <a:moveTo>
                    <a:pt x="5464607" y="1885950"/>
                  </a:moveTo>
                  <a:lnTo>
                    <a:pt x="5407457" y="1885950"/>
                  </a:lnTo>
                  <a:lnTo>
                    <a:pt x="5407457" y="1905000"/>
                  </a:lnTo>
                  <a:lnTo>
                    <a:pt x="5464607" y="1905000"/>
                  </a:lnTo>
                  <a:lnTo>
                    <a:pt x="5464607" y="1885950"/>
                  </a:lnTo>
                  <a:close/>
                </a:path>
                <a:path w="10972800" h="1905000">
                  <a:moveTo>
                    <a:pt x="5473331" y="0"/>
                  </a:moveTo>
                  <a:lnTo>
                    <a:pt x="5416181" y="0"/>
                  </a:lnTo>
                  <a:lnTo>
                    <a:pt x="5416181" y="19050"/>
                  </a:lnTo>
                  <a:lnTo>
                    <a:pt x="5473331" y="19050"/>
                  </a:lnTo>
                  <a:lnTo>
                    <a:pt x="5473331" y="0"/>
                  </a:lnTo>
                  <a:close/>
                </a:path>
                <a:path w="10972800" h="1905000">
                  <a:moveTo>
                    <a:pt x="5559958" y="1885950"/>
                  </a:moveTo>
                  <a:lnTo>
                    <a:pt x="5502808" y="1885950"/>
                  </a:lnTo>
                  <a:lnTo>
                    <a:pt x="5502808" y="1905000"/>
                  </a:lnTo>
                  <a:lnTo>
                    <a:pt x="5559958" y="1905000"/>
                  </a:lnTo>
                  <a:lnTo>
                    <a:pt x="5559958" y="1885950"/>
                  </a:lnTo>
                  <a:close/>
                </a:path>
                <a:path w="10972800" h="1905000">
                  <a:moveTo>
                    <a:pt x="5568683" y="0"/>
                  </a:moveTo>
                  <a:lnTo>
                    <a:pt x="5511533" y="0"/>
                  </a:lnTo>
                  <a:lnTo>
                    <a:pt x="5511533" y="19050"/>
                  </a:lnTo>
                  <a:lnTo>
                    <a:pt x="5568683" y="19050"/>
                  </a:lnTo>
                  <a:lnTo>
                    <a:pt x="5568683" y="0"/>
                  </a:lnTo>
                  <a:close/>
                </a:path>
                <a:path w="10972800" h="1905000">
                  <a:moveTo>
                    <a:pt x="5655322" y="1885950"/>
                  </a:moveTo>
                  <a:lnTo>
                    <a:pt x="5598172" y="1885950"/>
                  </a:lnTo>
                  <a:lnTo>
                    <a:pt x="5598172" y="1905000"/>
                  </a:lnTo>
                  <a:lnTo>
                    <a:pt x="5655322" y="1905000"/>
                  </a:lnTo>
                  <a:lnTo>
                    <a:pt x="5655322" y="1885950"/>
                  </a:lnTo>
                  <a:close/>
                </a:path>
                <a:path w="10972800" h="1905000">
                  <a:moveTo>
                    <a:pt x="5664035" y="0"/>
                  </a:moveTo>
                  <a:lnTo>
                    <a:pt x="5606885" y="0"/>
                  </a:lnTo>
                  <a:lnTo>
                    <a:pt x="5606885" y="19050"/>
                  </a:lnTo>
                  <a:lnTo>
                    <a:pt x="5664035" y="19050"/>
                  </a:lnTo>
                  <a:lnTo>
                    <a:pt x="5664035" y="0"/>
                  </a:lnTo>
                  <a:close/>
                </a:path>
                <a:path w="10972800" h="1905000">
                  <a:moveTo>
                    <a:pt x="5750674" y="1885950"/>
                  </a:moveTo>
                  <a:lnTo>
                    <a:pt x="5693524" y="1885950"/>
                  </a:lnTo>
                  <a:lnTo>
                    <a:pt x="5693524" y="1905000"/>
                  </a:lnTo>
                  <a:lnTo>
                    <a:pt x="5750674" y="1905000"/>
                  </a:lnTo>
                  <a:lnTo>
                    <a:pt x="5750674" y="1885950"/>
                  </a:lnTo>
                  <a:close/>
                </a:path>
                <a:path w="10972800" h="1905000">
                  <a:moveTo>
                    <a:pt x="5759399" y="0"/>
                  </a:moveTo>
                  <a:lnTo>
                    <a:pt x="5702249" y="0"/>
                  </a:lnTo>
                  <a:lnTo>
                    <a:pt x="5702249" y="19050"/>
                  </a:lnTo>
                  <a:lnTo>
                    <a:pt x="5759399" y="19050"/>
                  </a:lnTo>
                  <a:lnTo>
                    <a:pt x="5759399" y="0"/>
                  </a:lnTo>
                  <a:close/>
                </a:path>
                <a:path w="10972800" h="1905000">
                  <a:moveTo>
                    <a:pt x="5846038" y="1885950"/>
                  </a:moveTo>
                  <a:lnTo>
                    <a:pt x="5788888" y="1885950"/>
                  </a:lnTo>
                  <a:lnTo>
                    <a:pt x="5788888" y="1905000"/>
                  </a:lnTo>
                  <a:lnTo>
                    <a:pt x="5846038" y="1905000"/>
                  </a:lnTo>
                  <a:lnTo>
                    <a:pt x="5846038" y="1885950"/>
                  </a:lnTo>
                  <a:close/>
                </a:path>
                <a:path w="10972800" h="1905000">
                  <a:moveTo>
                    <a:pt x="5854751" y="0"/>
                  </a:moveTo>
                  <a:lnTo>
                    <a:pt x="5797601" y="0"/>
                  </a:lnTo>
                  <a:lnTo>
                    <a:pt x="5797601" y="19050"/>
                  </a:lnTo>
                  <a:lnTo>
                    <a:pt x="5854751" y="19050"/>
                  </a:lnTo>
                  <a:lnTo>
                    <a:pt x="5854751" y="0"/>
                  </a:lnTo>
                  <a:close/>
                </a:path>
                <a:path w="10972800" h="1905000">
                  <a:moveTo>
                    <a:pt x="5941390" y="1885950"/>
                  </a:moveTo>
                  <a:lnTo>
                    <a:pt x="5884240" y="1885950"/>
                  </a:lnTo>
                  <a:lnTo>
                    <a:pt x="5884240" y="1905000"/>
                  </a:lnTo>
                  <a:lnTo>
                    <a:pt x="5941390" y="1905000"/>
                  </a:lnTo>
                  <a:lnTo>
                    <a:pt x="5941390" y="1885950"/>
                  </a:lnTo>
                  <a:close/>
                </a:path>
                <a:path w="10972800" h="1905000">
                  <a:moveTo>
                    <a:pt x="5950115" y="0"/>
                  </a:moveTo>
                  <a:lnTo>
                    <a:pt x="5892965" y="0"/>
                  </a:lnTo>
                  <a:lnTo>
                    <a:pt x="5892965" y="19050"/>
                  </a:lnTo>
                  <a:lnTo>
                    <a:pt x="5950115" y="19050"/>
                  </a:lnTo>
                  <a:lnTo>
                    <a:pt x="5950115" y="0"/>
                  </a:lnTo>
                  <a:close/>
                </a:path>
                <a:path w="10972800" h="1905000">
                  <a:moveTo>
                    <a:pt x="6036754" y="1885950"/>
                  </a:moveTo>
                  <a:lnTo>
                    <a:pt x="5979604" y="1885950"/>
                  </a:lnTo>
                  <a:lnTo>
                    <a:pt x="5979604" y="1905000"/>
                  </a:lnTo>
                  <a:lnTo>
                    <a:pt x="6036754" y="1905000"/>
                  </a:lnTo>
                  <a:lnTo>
                    <a:pt x="6036754" y="1885950"/>
                  </a:lnTo>
                  <a:close/>
                </a:path>
                <a:path w="10972800" h="1905000">
                  <a:moveTo>
                    <a:pt x="6045466" y="0"/>
                  </a:moveTo>
                  <a:lnTo>
                    <a:pt x="5988316" y="0"/>
                  </a:lnTo>
                  <a:lnTo>
                    <a:pt x="5988316" y="19050"/>
                  </a:lnTo>
                  <a:lnTo>
                    <a:pt x="6045466" y="19050"/>
                  </a:lnTo>
                  <a:lnTo>
                    <a:pt x="6045466" y="0"/>
                  </a:lnTo>
                  <a:close/>
                </a:path>
                <a:path w="10972800" h="1905000">
                  <a:moveTo>
                    <a:pt x="6132106" y="1885950"/>
                  </a:moveTo>
                  <a:lnTo>
                    <a:pt x="6074956" y="1885950"/>
                  </a:lnTo>
                  <a:lnTo>
                    <a:pt x="6074956" y="1905000"/>
                  </a:lnTo>
                  <a:lnTo>
                    <a:pt x="6132106" y="1905000"/>
                  </a:lnTo>
                  <a:lnTo>
                    <a:pt x="6132106" y="1885950"/>
                  </a:lnTo>
                  <a:close/>
                </a:path>
                <a:path w="10972800" h="1905000">
                  <a:moveTo>
                    <a:pt x="6140818" y="0"/>
                  </a:moveTo>
                  <a:lnTo>
                    <a:pt x="6083668" y="0"/>
                  </a:lnTo>
                  <a:lnTo>
                    <a:pt x="6083668" y="19050"/>
                  </a:lnTo>
                  <a:lnTo>
                    <a:pt x="6140818" y="19050"/>
                  </a:lnTo>
                  <a:lnTo>
                    <a:pt x="6140818" y="0"/>
                  </a:lnTo>
                  <a:close/>
                </a:path>
                <a:path w="10972800" h="1905000">
                  <a:moveTo>
                    <a:pt x="6227457" y="1885950"/>
                  </a:moveTo>
                  <a:lnTo>
                    <a:pt x="6170307" y="1885950"/>
                  </a:lnTo>
                  <a:lnTo>
                    <a:pt x="6170307" y="1905000"/>
                  </a:lnTo>
                  <a:lnTo>
                    <a:pt x="6227457" y="1905000"/>
                  </a:lnTo>
                  <a:lnTo>
                    <a:pt x="6227457" y="1885950"/>
                  </a:lnTo>
                  <a:close/>
                </a:path>
                <a:path w="10972800" h="1905000">
                  <a:moveTo>
                    <a:pt x="6236182" y="0"/>
                  </a:moveTo>
                  <a:lnTo>
                    <a:pt x="6179032" y="0"/>
                  </a:lnTo>
                  <a:lnTo>
                    <a:pt x="6179032" y="19050"/>
                  </a:lnTo>
                  <a:lnTo>
                    <a:pt x="6236182" y="19050"/>
                  </a:lnTo>
                  <a:lnTo>
                    <a:pt x="6236182" y="0"/>
                  </a:lnTo>
                  <a:close/>
                </a:path>
                <a:path w="10972800" h="1905000">
                  <a:moveTo>
                    <a:pt x="6322822" y="1885950"/>
                  </a:moveTo>
                  <a:lnTo>
                    <a:pt x="6265672" y="1885950"/>
                  </a:lnTo>
                  <a:lnTo>
                    <a:pt x="6265672" y="1905000"/>
                  </a:lnTo>
                  <a:lnTo>
                    <a:pt x="6322822" y="1905000"/>
                  </a:lnTo>
                  <a:lnTo>
                    <a:pt x="6322822" y="1885950"/>
                  </a:lnTo>
                  <a:close/>
                </a:path>
                <a:path w="10972800" h="1905000">
                  <a:moveTo>
                    <a:pt x="6331534" y="0"/>
                  </a:moveTo>
                  <a:lnTo>
                    <a:pt x="6274384" y="0"/>
                  </a:lnTo>
                  <a:lnTo>
                    <a:pt x="6274384" y="19050"/>
                  </a:lnTo>
                  <a:lnTo>
                    <a:pt x="6331534" y="19050"/>
                  </a:lnTo>
                  <a:lnTo>
                    <a:pt x="6331534" y="0"/>
                  </a:lnTo>
                  <a:close/>
                </a:path>
                <a:path w="10972800" h="1905000">
                  <a:moveTo>
                    <a:pt x="6418173" y="1885950"/>
                  </a:moveTo>
                  <a:lnTo>
                    <a:pt x="6361023" y="1885950"/>
                  </a:lnTo>
                  <a:lnTo>
                    <a:pt x="6361023" y="1905000"/>
                  </a:lnTo>
                  <a:lnTo>
                    <a:pt x="6418173" y="1905000"/>
                  </a:lnTo>
                  <a:lnTo>
                    <a:pt x="6418173" y="1885950"/>
                  </a:lnTo>
                  <a:close/>
                </a:path>
                <a:path w="10972800" h="1905000">
                  <a:moveTo>
                    <a:pt x="6426898" y="0"/>
                  </a:moveTo>
                  <a:lnTo>
                    <a:pt x="6369748" y="0"/>
                  </a:lnTo>
                  <a:lnTo>
                    <a:pt x="6369748" y="19050"/>
                  </a:lnTo>
                  <a:lnTo>
                    <a:pt x="6426898" y="19050"/>
                  </a:lnTo>
                  <a:lnTo>
                    <a:pt x="6426898" y="0"/>
                  </a:lnTo>
                  <a:close/>
                </a:path>
                <a:path w="10972800" h="1905000">
                  <a:moveTo>
                    <a:pt x="6513525" y="1885950"/>
                  </a:moveTo>
                  <a:lnTo>
                    <a:pt x="6456375" y="1885950"/>
                  </a:lnTo>
                  <a:lnTo>
                    <a:pt x="6456375" y="1905000"/>
                  </a:lnTo>
                  <a:lnTo>
                    <a:pt x="6513525" y="1905000"/>
                  </a:lnTo>
                  <a:lnTo>
                    <a:pt x="6513525" y="1885950"/>
                  </a:lnTo>
                  <a:close/>
                </a:path>
                <a:path w="10972800" h="1905000">
                  <a:moveTo>
                    <a:pt x="6522250" y="0"/>
                  </a:moveTo>
                  <a:lnTo>
                    <a:pt x="6465100" y="0"/>
                  </a:lnTo>
                  <a:lnTo>
                    <a:pt x="6465100" y="19050"/>
                  </a:lnTo>
                  <a:lnTo>
                    <a:pt x="6522250" y="19050"/>
                  </a:lnTo>
                  <a:lnTo>
                    <a:pt x="6522250" y="0"/>
                  </a:lnTo>
                  <a:close/>
                </a:path>
                <a:path w="10972800" h="1905000">
                  <a:moveTo>
                    <a:pt x="6608889" y="1885950"/>
                  </a:moveTo>
                  <a:lnTo>
                    <a:pt x="6551739" y="1885950"/>
                  </a:lnTo>
                  <a:lnTo>
                    <a:pt x="6551739" y="1905000"/>
                  </a:lnTo>
                  <a:lnTo>
                    <a:pt x="6608889" y="1905000"/>
                  </a:lnTo>
                  <a:lnTo>
                    <a:pt x="6608889" y="1885950"/>
                  </a:lnTo>
                  <a:close/>
                </a:path>
                <a:path w="10972800" h="1905000">
                  <a:moveTo>
                    <a:pt x="6617602" y="0"/>
                  </a:moveTo>
                  <a:lnTo>
                    <a:pt x="6560452" y="0"/>
                  </a:lnTo>
                  <a:lnTo>
                    <a:pt x="6560452" y="19050"/>
                  </a:lnTo>
                  <a:lnTo>
                    <a:pt x="6617602" y="19050"/>
                  </a:lnTo>
                  <a:lnTo>
                    <a:pt x="6617602" y="0"/>
                  </a:lnTo>
                  <a:close/>
                </a:path>
                <a:path w="10972800" h="1905000">
                  <a:moveTo>
                    <a:pt x="6704241" y="1885950"/>
                  </a:moveTo>
                  <a:lnTo>
                    <a:pt x="6647091" y="1885950"/>
                  </a:lnTo>
                  <a:lnTo>
                    <a:pt x="6647091" y="1905000"/>
                  </a:lnTo>
                  <a:lnTo>
                    <a:pt x="6704241" y="1905000"/>
                  </a:lnTo>
                  <a:lnTo>
                    <a:pt x="6704241" y="1885950"/>
                  </a:lnTo>
                  <a:close/>
                </a:path>
                <a:path w="10972800" h="1905000">
                  <a:moveTo>
                    <a:pt x="6712966" y="0"/>
                  </a:moveTo>
                  <a:lnTo>
                    <a:pt x="6655816" y="0"/>
                  </a:lnTo>
                  <a:lnTo>
                    <a:pt x="6655816" y="19050"/>
                  </a:lnTo>
                  <a:lnTo>
                    <a:pt x="6712966" y="19050"/>
                  </a:lnTo>
                  <a:lnTo>
                    <a:pt x="6712966" y="0"/>
                  </a:lnTo>
                  <a:close/>
                </a:path>
                <a:path w="10972800" h="1905000">
                  <a:moveTo>
                    <a:pt x="6799605" y="1885950"/>
                  </a:moveTo>
                  <a:lnTo>
                    <a:pt x="6742455" y="1885950"/>
                  </a:lnTo>
                  <a:lnTo>
                    <a:pt x="6742455" y="1905000"/>
                  </a:lnTo>
                  <a:lnTo>
                    <a:pt x="6799605" y="1905000"/>
                  </a:lnTo>
                  <a:lnTo>
                    <a:pt x="6799605" y="1885950"/>
                  </a:lnTo>
                  <a:close/>
                </a:path>
                <a:path w="10972800" h="1905000">
                  <a:moveTo>
                    <a:pt x="6808317" y="0"/>
                  </a:moveTo>
                  <a:lnTo>
                    <a:pt x="6751167" y="0"/>
                  </a:lnTo>
                  <a:lnTo>
                    <a:pt x="6751167" y="19050"/>
                  </a:lnTo>
                  <a:lnTo>
                    <a:pt x="6808317" y="19050"/>
                  </a:lnTo>
                  <a:lnTo>
                    <a:pt x="6808317" y="0"/>
                  </a:lnTo>
                  <a:close/>
                </a:path>
                <a:path w="10972800" h="1905000">
                  <a:moveTo>
                    <a:pt x="6894957" y="1885950"/>
                  </a:moveTo>
                  <a:lnTo>
                    <a:pt x="6837807" y="1885950"/>
                  </a:lnTo>
                  <a:lnTo>
                    <a:pt x="6837807" y="1905000"/>
                  </a:lnTo>
                  <a:lnTo>
                    <a:pt x="6894957" y="1905000"/>
                  </a:lnTo>
                  <a:lnTo>
                    <a:pt x="6894957" y="1885950"/>
                  </a:lnTo>
                  <a:close/>
                </a:path>
                <a:path w="10972800" h="1905000">
                  <a:moveTo>
                    <a:pt x="6903682" y="0"/>
                  </a:moveTo>
                  <a:lnTo>
                    <a:pt x="6846532" y="0"/>
                  </a:lnTo>
                  <a:lnTo>
                    <a:pt x="6846532" y="19050"/>
                  </a:lnTo>
                  <a:lnTo>
                    <a:pt x="6903682" y="19050"/>
                  </a:lnTo>
                  <a:lnTo>
                    <a:pt x="6903682" y="0"/>
                  </a:lnTo>
                  <a:close/>
                </a:path>
                <a:path w="10972800" h="1905000">
                  <a:moveTo>
                    <a:pt x="6990308" y="1885950"/>
                  </a:moveTo>
                  <a:lnTo>
                    <a:pt x="6933158" y="1885950"/>
                  </a:lnTo>
                  <a:lnTo>
                    <a:pt x="6933158" y="1905000"/>
                  </a:lnTo>
                  <a:lnTo>
                    <a:pt x="6990308" y="1905000"/>
                  </a:lnTo>
                  <a:lnTo>
                    <a:pt x="6990308" y="1885950"/>
                  </a:lnTo>
                  <a:close/>
                </a:path>
                <a:path w="10972800" h="1905000">
                  <a:moveTo>
                    <a:pt x="6999033" y="0"/>
                  </a:moveTo>
                  <a:lnTo>
                    <a:pt x="6941883" y="0"/>
                  </a:lnTo>
                  <a:lnTo>
                    <a:pt x="6941883" y="19050"/>
                  </a:lnTo>
                  <a:lnTo>
                    <a:pt x="6999033" y="19050"/>
                  </a:lnTo>
                  <a:lnTo>
                    <a:pt x="6999033" y="0"/>
                  </a:lnTo>
                  <a:close/>
                </a:path>
                <a:path w="10972800" h="1905000">
                  <a:moveTo>
                    <a:pt x="7085673" y="1885950"/>
                  </a:moveTo>
                  <a:lnTo>
                    <a:pt x="7028523" y="1885950"/>
                  </a:lnTo>
                  <a:lnTo>
                    <a:pt x="7028523" y="1905000"/>
                  </a:lnTo>
                  <a:lnTo>
                    <a:pt x="7085673" y="1905000"/>
                  </a:lnTo>
                  <a:lnTo>
                    <a:pt x="7085673" y="1885950"/>
                  </a:lnTo>
                  <a:close/>
                </a:path>
                <a:path w="10972800" h="1905000">
                  <a:moveTo>
                    <a:pt x="7094385" y="0"/>
                  </a:moveTo>
                  <a:lnTo>
                    <a:pt x="7037235" y="0"/>
                  </a:lnTo>
                  <a:lnTo>
                    <a:pt x="7037235" y="19050"/>
                  </a:lnTo>
                  <a:lnTo>
                    <a:pt x="7094385" y="19050"/>
                  </a:lnTo>
                  <a:lnTo>
                    <a:pt x="7094385" y="0"/>
                  </a:lnTo>
                  <a:close/>
                </a:path>
                <a:path w="10972800" h="1905000">
                  <a:moveTo>
                    <a:pt x="7181024" y="1885950"/>
                  </a:moveTo>
                  <a:lnTo>
                    <a:pt x="7123874" y="1885950"/>
                  </a:lnTo>
                  <a:lnTo>
                    <a:pt x="7123874" y="1905000"/>
                  </a:lnTo>
                  <a:lnTo>
                    <a:pt x="7181024" y="1905000"/>
                  </a:lnTo>
                  <a:lnTo>
                    <a:pt x="7181024" y="1885950"/>
                  </a:lnTo>
                  <a:close/>
                </a:path>
                <a:path w="10972800" h="1905000">
                  <a:moveTo>
                    <a:pt x="7189749" y="0"/>
                  </a:moveTo>
                  <a:lnTo>
                    <a:pt x="7132599" y="0"/>
                  </a:lnTo>
                  <a:lnTo>
                    <a:pt x="7132599" y="19050"/>
                  </a:lnTo>
                  <a:lnTo>
                    <a:pt x="7189749" y="19050"/>
                  </a:lnTo>
                  <a:lnTo>
                    <a:pt x="7189749" y="0"/>
                  </a:lnTo>
                  <a:close/>
                </a:path>
                <a:path w="10972800" h="1905000">
                  <a:moveTo>
                    <a:pt x="7276389" y="1885950"/>
                  </a:moveTo>
                  <a:lnTo>
                    <a:pt x="7219239" y="1885950"/>
                  </a:lnTo>
                  <a:lnTo>
                    <a:pt x="7219239" y="1905000"/>
                  </a:lnTo>
                  <a:lnTo>
                    <a:pt x="7276389" y="1905000"/>
                  </a:lnTo>
                  <a:lnTo>
                    <a:pt x="7276389" y="1885950"/>
                  </a:lnTo>
                  <a:close/>
                </a:path>
                <a:path w="10972800" h="1905000">
                  <a:moveTo>
                    <a:pt x="7285101" y="0"/>
                  </a:moveTo>
                  <a:lnTo>
                    <a:pt x="7227951" y="0"/>
                  </a:lnTo>
                  <a:lnTo>
                    <a:pt x="7227951" y="19050"/>
                  </a:lnTo>
                  <a:lnTo>
                    <a:pt x="7285101" y="19050"/>
                  </a:lnTo>
                  <a:lnTo>
                    <a:pt x="7285101" y="0"/>
                  </a:lnTo>
                  <a:close/>
                </a:path>
                <a:path w="10972800" h="1905000">
                  <a:moveTo>
                    <a:pt x="7371740" y="1885950"/>
                  </a:moveTo>
                  <a:lnTo>
                    <a:pt x="7314590" y="1885950"/>
                  </a:lnTo>
                  <a:lnTo>
                    <a:pt x="7314590" y="1905000"/>
                  </a:lnTo>
                  <a:lnTo>
                    <a:pt x="7371740" y="1905000"/>
                  </a:lnTo>
                  <a:lnTo>
                    <a:pt x="7371740" y="1885950"/>
                  </a:lnTo>
                  <a:close/>
                </a:path>
                <a:path w="10972800" h="1905000">
                  <a:moveTo>
                    <a:pt x="7380465" y="0"/>
                  </a:moveTo>
                  <a:lnTo>
                    <a:pt x="7323315" y="0"/>
                  </a:lnTo>
                  <a:lnTo>
                    <a:pt x="7323315" y="19050"/>
                  </a:lnTo>
                  <a:lnTo>
                    <a:pt x="7380465" y="19050"/>
                  </a:lnTo>
                  <a:lnTo>
                    <a:pt x="7380465" y="0"/>
                  </a:lnTo>
                  <a:close/>
                </a:path>
                <a:path w="10972800" h="1905000">
                  <a:moveTo>
                    <a:pt x="7467092" y="1885950"/>
                  </a:moveTo>
                  <a:lnTo>
                    <a:pt x="7409942" y="1885950"/>
                  </a:lnTo>
                  <a:lnTo>
                    <a:pt x="7409942" y="1905000"/>
                  </a:lnTo>
                  <a:lnTo>
                    <a:pt x="7467092" y="1905000"/>
                  </a:lnTo>
                  <a:lnTo>
                    <a:pt x="7467092" y="1885950"/>
                  </a:lnTo>
                  <a:close/>
                </a:path>
                <a:path w="10972800" h="1905000">
                  <a:moveTo>
                    <a:pt x="7475817" y="0"/>
                  </a:moveTo>
                  <a:lnTo>
                    <a:pt x="7418667" y="0"/>
                  </a:lnTo>
                  <a:lnTo>
                    <a:pt x="7418667" y="19050"/>
                  </a:lnTo>
                  <a:lnTo>
                    <a:pt x="7475817" y="19050"/>
                  </a:lnTo>
                  <a:lnTo>
                    <a:pt x="7475817" y="0"/>
                  </a:lnTo>
                  <a:close/>
                </a:path>
                <a:path w="10972800" h="1905000">
                  <a:moveTo>
                    <a:pt x="7562456" y="1885950"/>
                  </a:moveTo>
                  <a:lnTo>
                    <a:pt x="7505306" y="1885950"/>
                  </a:lnTo>
                  <a:lnTo>
                    <a:pt x="7505306" y="1905000"/>
                  </a:lnTo>
                  <a:lnTo>
                    <a:pt x="7562456" y="1905000"/>
                  </a:lnTo>
                  <a:lnTo>
                    <a:pt x="7562456" y="1885950"/>
                  </a:lnTo>
                  <a:close/>
                </a:path>
                <a:path w="10972800" h="1905000">
                  <a:moveTo>
                    <a:pt x="7571168" y="0"/>
                  </a:moveTo>
                  <a:lnTo>
                    <a:pt x="7514018" y="0"/>
                  </a:lnTo>
                  <a:lnTo>
                    <a:pt x="7514018" y="19050"/>
                  </a:lnTo>
                  <a:lnTo>
                    <a:pt x="7571168" y="19050"/>
                  </a:lnTo>
                  <a:lnTo>
                    <a:pt x="7571168" y="0"/>
                  </a:lnTo>
                  <a:close/>
                </a:path>
                <a:path w="10972800" h="1905000">
                  <a:moveTo>
                    <a:pt x="7657808" y="1885950"/>
                  </a:moveTo>
                  <a:lnTo>
                    <a:pt x="7600658" y="1885950"/>
                  </a:lnTo>
                  <a:lnTo>
                    <a:pt x="7600658" y="1905000"/>
                  </a:lnTo>
                  <a:lnTo>
                    <a:pt x="7657808" y="1905000"/>
                  </a:lnTo>
                  <a:lnTo>
                    <a:pt x="7657808" y="1885950"/>
                  </a:lnTo>
                  <a:close/>
                </a:path>
                <a:path w="10972800" h="1905000">
                  <a:moveTo>
                    <a:pt x="7666533" y="0"/>
                  </a:moveTo>
                  <a:lnTo>
                    <a:pt x="7609383" y="0"/>
                  </a:lnTo>
                  <a:lnTo>
                    <a:pt x="7609383" y="19050"/>
                  </a:lnTo>
                  <a:lnTo>
                    <a:pt x="7666533" y="19050"/>
                  </a:lnTo>
                  <a:lnTo>
                    <a:pt x="7666533" y="0"/>
                  </a:lnTo>
                  <a:close/>
                </a:path>
                <a:path w="10972800" h="1905000">
                  <a:moveTo>
                    <a:pt x="7753172" y="1885950"/>
                  </a:moveTo>
                  <a:lnTo>
                    <a:pt x="7696022" y="1885950"/>
                  </a:lnTo>
                  <a:lnTo>
                    <a:pt x="7696022" y="1905000"/>
                  </a:lnTo>
                  <a:lnTo>
                    <a:pt x="7753172" y="1905000"/>
                  </a:lnTo>
                  <a:lnTo>
                    <a:pt x="7753172" y="1885950"/>
                  </a:lnTo>
                  <a:close/>
                </a:path>
                <a:path w="10972800" h="1905000">
                  <a:moveTo>
                    <a:pt x="7761884" y="0"/>
                  </a:moveTo>
                  <a:lnTo>
                    <a:pt x="7704734" y="0"/>
                  </a:lnTo>
                  <a:lnTo>
                    <a:pt x="7704734" y="19050"/>
                  </a:lnTo>
                  <a:lnTo>
                    <a:pt x="7761884" y="19050"/>
                  </a:lnTo>
                  <a:lnTo>
                    <a:pt x="7761884" y="0"/>
                  </a:lnTo>
                  <a:close/>
                </a:path>
                <a:path w="10972800" h="1905000">
                  <a:moveTo>
                    <a:pt x="7848524" y="1885950"/>
                  </a:moveTo>
                  <a:lnTo>
                    <a:pt x="7791374" y="1885950"/>
                  </a:lnTo>
                  <a:lnTo>
                    <a:pt x="7791374" y="1905000"/>
                  </a:lnTo>
                  <a:lnTo>
                    <a:pt x="7848524" y="1905000"/>
                  </a:lnTo>
                  <a:lnTo>
                    <a:pt x="7848524" y="1885950"/>
                  </a:lnTo>
                  <a:close/>
                </a:path>
                <a:path w="10972800" h="1905000">
                  <a:moveTo>
                    <a:pt x="7857236" y="0"/>
                  </a:moveTo>
                  <a:lnTo>
                    <a:pt x="7800086" y="0"/>
                  </a:lnTo>
                  <a:lnTo>
                    <a:pt x="7800086" y="19050"/>
                  </a:lnTo>
                  <a:lnTo>
                    <a:pt x="7857236" y="19050"/>
                  </a:lnTo>
                  <a:lnTo>
                    <a:pt x="7857236" y="0"/>
                  </a:lnTo>
                  <a:close/>
                </a:path>
                <a:path w="10972800" h="1905000">
                  <a:moveTo>
                    <a:pt x="7943875" y="1885950"/>
                  </a:moveTo>
                  <a:lnTo>
                    <a:pt x="7886725" y="1885950"/>
                  </a:lnTo>
                  <a:lnTo>
                    <a:pt x="7886725" y="1905000"/>
                  </a:lnTo>
                  <a:lnTo>
                    <a:pt x="7943875" y="1905000"/>
                  </a:lnTo>
                  <a:lnTo>
                    <a:pt x="7943875" y="1885950"/>
                  </a:lnTo>
                  <a:close/>
                </a:path>
                <a:path w="10972800" h="1905000">
                  <a:moveTo>
                    <a:pt x="7952600" y="0"/>
                  </a:moveTo>
                  <a:lnTo>
                    <a:pt x="7895450" y="0"/>
                  </a:lnTo>
                  <a:lnTo>
                    <a:pt x="7895450" y="19050"/>
                  </a:lnTo>
                  <a:lnTo>
                    <a:pt x="7952600" y="19050"/>
                  </a:lnTo>
                  <a:lnTo>
                    <a:pt x="7952600" y="0"/>
                  </a:lnTo>
                  <a:close/>
                </a:path>
                <a:path w="10972800" h="1905000">
                  <a:moveTo>
                    <a:pt x="8039240" y="1885950"/>
                  </a:moveTo>
                  <a:lnTo>
                    <a:pt x="7982090" y="1885950"/>
                  </a:lnTo>
                  <a:lnTo>
                    <a:pt x="7982090" y="1905000"/>
                  </a:lnTo>
                  <a:lnTo>
                    <a:pt x="8039240" y="1905000"/>
                  </a:lnTo>
                  <a:lnTo>
                    <a:pt x="8039240" y="1885950"/>
                  </a:lnTo>
                  <a:close/>
                </a:path>
                <a:path w="10972800" h="1905000">
                  <a:moveTo>
                    <a:pt x="8047952" y="0"/>
                  </a:moveTo>
                  <a:lnTo>
                    <a:pt x="7990802" y="0"/>
                  </a:lnTo>
                  <a:lnTo>
                    <a:pt x="7990802" y="19050"/>
                  </a:lnTo>
                  <a:lnTo>
                    <a:pt x="8047952" y="19050"/>
                  </a:lnTo>
                  <a:lnTo>
                    <a:pt x="8047952" y="0"/>
                  </a:lnTo>
                  <a:close/>
                </a:path>
                <a:path w="10972800" h="1905000">
                  <a:moveTo>
                    <a:pt x="8134591" y="1885950"/>
                  </a:moveTo>
                  <a:lnTo>
                    <a:pt x="8077441" y="1885950"/>
                  </a:lnTo>
                  <a:lnTo>
                    <a:pt x="8077441" y="1905000"/>
                  </a:lnTo>
                  <a:lnTo>
                    <a:pt x="8134591" y="1905000"/>
                  </a:lnTo>
                  <a:lnTo>
                    <a:pt x="8134591" y="1885950"/>
                  </a:lnTo>
                  <a:close/>
                </a:path>
                <a:path w="10972800" h="1905000">
                  <a:moveTo>
                    <a:pt x="8143316" y="0"/>
                  </a:moveTo>
                  <a:lnTo>
                    <a:pt x="8086166" y="0"/>
                  </a:lnTo>
                  <a:lnTo>
                    <a:pt x="8086166" y="19050"/>
                  </a:lnTo>
                  <a:lnTo>
                    <a:pt x="8143316" y="19050"/>
                  </a:lnTo>
                  <a:lnTo>
                    <a:pt x="8143316" y="0"/>
                  </a:lnTo>
                  <a:close/>
                </a:path>
                <a:path w="10972800" h="1905000">
                  <a:moveTo>
                    <a:pt x="8229955" y="1885950"/>
                  </a:moveTo>
                  <a:lnTo>
                    <a:pt x="8172805" y="1885950"/>
                  </a:lnTo>
                  <a:lnTo>
                    <a:pt x="8172805" y="1905000"/>
                  </a:lnTo>
                  <a:lnTo>
                    <a:pt x="8229955" y="1905000"/>
                  </a:lnTo>
                  <a:lnTo>
                    <a:pt x="8229955" y="1885950"/>
                  </a:lnTo>
                  <a:close/>
                </a:path>
                <a:path w="10972800" h="1905000">
                  <a:moveTo>
                    <a:pt x="8238668" y="0"/>
                  </a:moveTo>
                  <a:lnTo>
                    <a:pt x="8181518" y="0"/>
                  </a:lnTo>
                  <a:lnTo>
                    <a:pt x="8181518" y="19050"/>
                  </a:lnTo>
                  <a:lnTo>
                    <a:pt x="8238668" y="19050"/>
                  </a:lnTo>
                  <a:lnTo>
                    <a:pt x="8238668" y="0"/>
                  </a:lnTo>
                  <a:close/>
                </a:path>
                <a:path w="10972800" h="1905000">
                  <a:moveTo>
                    <a:pt x="8325307" y="1885950"/>
                  </a:moveTo>
                  <a:lnTo>
                    <a:pt x="8268157" y="1885950"/>
                  </a:lnTo>
                  <a:lnTo>
                    <a:pt x="8268157" y="1905000"/>
                  </a:lnTo>
                  <a:lnTo>
                    <a:pt x="8325307" y="1905000"/>
                  </a:lnTo>
                  <a:lnTo>
                    <a:pt x="8325307" y="1885950"/>
                  </a:lnTo>
                  <a:close/>
                </a:path>
                <a:path w="10972800" h="1905000">
                  <a:moveTo>
                    <a:pt x="8334019" y="0"/>
                  </a:moveTo>
                  <a:lnTo>
                    <a:pt x="8276869" y="0"/>
                  </a:lnTo>
                  <a:lnTo>
                    <a:pt x="8276869" y="19050"/>
                  </a:lnTo>
                  <a:lnTo>
                    <a:pt x="8334019" y="19050"/>
                  </a:lnTo>
                  <a:lnTo>
                    <a:pt x="8334019" y="0"/>
                  </a:lnTo>
                  <a:close/>
                </a:path>
                <a:path w="10972800" h="1905000">
                  <a:moveTo>
                    <a:pt x="8420659" y="1885950"/>
                  </a:moveTo>
                  <a:lnTo>
                    <a:pt x="8363509" y="1885950"/>
                  </a:lnTo>
                  <a:lnTo>
                    <a:pt x="8363509" y="1905000"/>
                  </a:lnTo>
                  <a:lnTo>
                    <a:pt x="8420659" y="1905000"/>
                  </a:lnTo>
                  <a:lnTo>
                    <a:pt x="8420659" y="1885950"/>
                  </a:lnTo>
                  <a:close/>
                </a:path>
                <a:path w="10972800" h="1905000">
                  <a:moveTo>
                    <a:pt x="8429384" y="0"/>
                  </a:moveTo>
                  <a:lnTo>
                    <a:pt x="8372234" y="0"/>
                  </a:lnTo>
                  <a:lnTo>
                    <a:pt x="8372234" y="19050"/>
                  </a:lnTo>
                  <a:lnTo>
                    <a:pt x="8429384" y="19050"/>
                  </a:lnTo>
                  <a:lnTo>
                    <a:pt x="8429384" y="0"/>
                  </a:lnTo>
                  <a:close/>
                </a:path>
                <a:path w="10972800" h="1905000">
                  <a:moveTo>
                    <a:pt x="8516023" y="1885950"/>
                  </a:moveTo>
                  <a:lnTo>
                    <a:pt x="8458873" y="1885950"/>
                  </a:lnTo>
                  <a:lnTo>
                    <a:pt x="8458873" y="1905000"/>
                  </a:lnTo>
                  <a:lnTo>
                    <a:pt x="8516023" y="1905000"/>
                  </a:lnTo>
                  <a:lnTo>
                    <a:pt x="8516023" y="1885950"/>
                  </a:lnTo>
                  <a:close/>
                </a:path>
                <a:path w="10972800" h="1905000">
                  <a:moveTo>
                    <a:pt x="8524735" y="0"/>
                  </a:moveTo>
                  <a:lnTo>
                    <a:pt x="8467585" y="0"/>
                  </a:lnTo>
                  <a:lnTo>
                    <a:pt x="8467585" y="19050"/>
                  </a:lnTo>
                  <a:lnTo>
                    <a:pt x="8524735" y="19050"/>
                  </a:lnTo>
                  <a:lnTo>
                    <a:pt x="8524735" y="0"/>
                  </a:lnTo>
                  <a:close/>
                </a:path>
                <a:path w="10972800" h="1905000">
                  <a:moveTo>
                    <a:pt x="8611375" y="1885950"/>
                  </a:moveTo>
                  <a:lnTo>
                    <a:pt x="8554225" y="1885950"/>
                  </a:lnTo>
                  <a:lnTo>
                    <a:pt x="8554225" y="1905000"/>
                  </a:lnTo>
                  <a:lnTo>
                    <a:pt x="8611375" y="1905000"/>
                  </a:lnTo>
                  <a:lnTo>
                    <a:pt x="8611375" y="1885950"/>
                  </a:lnTo>
                  <a:close/>
                </a:path>
                <a:path w="10972800" h="1905000">
                  <a:moveTo>
                    <a:pt x="8620100" y="0"/>
                  </a:moveTo>
                  <a:lnTo>
                    <a:pt x="8562950" y="0"/>
                  </a:lnTo>
                  <a:lnTo>
                    <a:pt x="8562950" y="19050"/>
                  </a:lnTo>
                  <a:lnTo>
                    <a:pt x="8620100" y="19050"/>
                  </a:lnTo>
                  <a:lnTo>
                    <a:pt x="8620100" y="0"/>
                  </a:lnTo>
                  <a:close/>
                </a:path>
                <a:path w="10972800" h="1905000">
                  <a:moveTo>
                    <a:pt x="8706739" y="1885950"/>
                  </a:moveTo>
                  <a:lnTo>
                    <a:pt x="8649589" y="1885950"/>
                  </a:lnTo>
                  <a:lnTo>
                    <a:pt x="8649589" y="1905000"/>
                  </a:lnTo>
                  <a:lnTo>
                    <a:pt x="8706739" y="1905000"/>
                  </a:lnTo>
                  <a:lnTo>
                    <a:pt x="8706739" y="1885950"/>
                  </a:lnTo>
                  <a:close/>
                </a:path>
                <a:path w="10972800" h="1905000">
                  <a:moveTo>
                    <a:pt x="8715451" y="0"/>
                  </a:moveTo>
                  <a:lnTo>
                    <a:pt x="8658301" y="0"/>
                  </a:lnTo>
                  <a:lnTo>
                    <a:pt x="8658301" y="19050"/>
                  </a:lnTo>
                  <a:lnTo>
                    <a:pt x="8715451" y="19050"/>
                  </a:lnTo>
                  <a:lnTo>
                    <a:pt x="8715451" y="0"/>
                  </a:lnTo>
                  <a:close/>
                </a:path>
                <a:path w="10972800" h="1905000">
                  <a:moveTo>
                    <a:pt x="8802091" y="1885950"/>
                  </a:moveTo>
                  <a:lnTo>
                    <a:pt x="8744941" y="1885950"/>
                  </a:lnTo>
                  <a:lnTo>
                    <a:pt x="8744941" y="1905000"/>
                  </a:lnTo>
                  <a:lnTo>
                    <a:pt x="8802091" y="1905000"/>
                  </a:lnTo>
                  <a:lnTo>
                    <a:pt x="8802091" y="1885950"/>
                  </a:lnTo>
                  <a:close/>
                </a:path>
                <a:path w="10972800" h="1905000">
                  <a:moveTo>
                    <a:pt x="8810803" y="0"/>
                  </a:moveTo>
                  <a:lnTo>
                    <a:pt x="8753653" y="0"/>
                  </a:lnTo>
                  <a:lnTo>
                    <a:pt x="8753653" y="19050"/>
                  </a:lnTo>
                  <a:lnTo>
                    <a:pt x="8810803" y="19050"/>
                  </a:lnTo>
                  <a:lnTo>
                    <a:pt x="8810803" y="0"/>
                  </a:lnTo>
                  <a:close/>
                </a:path>
                <a:path w="10972800" h="1905000">
                  <a:moveTo>
                    <a:pt x="8897442" y="1885950"/>
                  </a:moveTo>
                  <a:lnTo>
                    <a:pt x="8840292" y="1885950"/>
                  </a:lnTo>
                  <a:lnTo>
                    <a:pt x="8840292" y="1905000"/>
                  </a:lnTo>
                  <a:lnTo>
                    <a:pt x="8897442" y="1905000"/>
                  </a:lnTo>
                  <a:lnTo>
                    <a:pt x="8897442" y="1885950"/>
                  </a:lnTo>
                  <a:close/>
                </a:path>
                <a:path w="10972800" h="1905000">
                  <a:moveTo>
                    <a:pt x="8906167" y="0"/>
                  </a:moveTo>
                  <a:lnTo>
                    <a:pt x="8849017" y="0"/>
                  </a:lnTo>
                  <a:lnTo>
                    <a:pt x="8849017" y="19050"/>
                  </a:lnTo>
                  <a:lnTo>
                    <a:pt x="8906167" y="19050"/>
                  </a:lnTo>
                  <a:lnTo>
                    <a:pt x="8906167" y="0"/>
                  </a:lnTo>
                  <a:close/>
                </a:path>
                <a:path w="10972800" h="1905000">
                  <a:moveTo>
                    <a:pt x="8992806" y="1885950"/>
                  </a:moveTo>
                  <a:lnTo>
                    <a:pt x="8935656" y="1885950"/>
                  </a:lnTo>
                  <a:lnTo>
                    <a:pt x="8935656" y="1905000"/>
                  </a:lnTo>
                  <a:lnTo>
                    <a:pt x="8992806" y="1905000"/>
                  </a:lnTo>
                  <a:lnTo>
                    <a:pt x="8992806" y="1885950"/>
                  </a:lnTo>
                  <a:close/>
                </a:path>
                <a:path w="10972800" h="1905000">
                  <a:moveTo>
                    <a:pt x="9001519" y="0"/>
                  </a:moveTo>
                  <a:lnTo>
                    <a:pt x="8944369" y="0"/>
                  </a:lnTo>
                  <a:lnTo>
                    <a:pt x="8944369" y="19050"/>
                  </a:lnTo>
                  <a:lnTo>
                    <a:pt x="9001519" y="19050"/>
                  </a:lnTo>
                  <a:lnTo>
                    <a:pt x="9001519" y="0"/>
                  </a:lnTo>
                  <a:close/>
                </a:path>
                <a:path w="10972800" h="1905000">
                  <a:moveTo>
                    <a:pt x="9088158" y="1885950"/>
                  </a:moveTo>
                  <a:lnTo>
                    <a:pt x="9031008" y="1885950"/>
                  </a:lnTo>
                  <a:lnTo>
                    <a:pt x="9031008" y="1905000"/>
                  </a:lnTo>
                  <a:lnTo>
                    <a:pt x="9088158" y="1905000"/>
                  </a:lnTo>
                  <a:lnTo>
                    <a:pt x="9088158" y="1885950"/>
                  </a:lnTo>
                  <a:close/>
                </a:path>
                <a:path w="10972800" h="1905000">
                  <a:moveTo>
                    <a:pt x="9096883" y="0"/>
                  </a:moveTo>
                  <a:lnTo>
                    <a:pt x="9039733" y="0"/>
                  </a:lnTo>
                  <a:lnTo>
                    <a:pt x="9039733" y="19050"/>
                  </a:lnTo>
                  <a:lnTo>
                    <a:pt x="9096883" y="19050"/>
                  </a:lnTo>
                  <a:lnTo>
                    <a:pt x="9096883" y="0"/>
                  </a:lnTo>
                  <a:close/>
                </a:path>
                <a:path w="10972800" h="1905000">
                  <a:moveTo>
                    <a:pt x="9183522" y="1885950"/>
                  </a:moveTo>
                  <a:lnTo>
                    <a:pt x="9126372" y="1885950"/>
                  </a:lnTo>
                  <a:lnTo>
                    <a:pt x="9126372" y="1905000"/>
                  </a:lnTo>
                  <a:lnTo>
                    <a:pt x="9183522" y="1905000"/>
                  </a:lnTo>
                  <a:lnTo>
                    <a:pt x="9183522" y="1885950"/>
                  </a:lnTo>
                  <a:close/>
                </a:path>
                <a:path w="10972800" h="1905000">
                  <a:moveTo>
                    <a:pt x="9192235" y="0"/>
                  </a:moveTo>
                  <a:lnTo>
                    <a:pt x="9135085" y="0"/>
                  </a:lnTo>
                  <a:lnTo>
                    <a:pt x="9135085" y="19050"/>
                  </a:lnTo>
                  <a:lnTo>
                    <a:pt x="9192235" y="19050"/>
                  </a:lnTo>
                  <a:lnTo>
                    <a:pt x="9192235" y="0"/>
                  </a:lnTo>
                  <a:close/>
                </a:path>
                <a:path w="10972800" h="1905000">
                  <a:moveTo>
                    <a:pt x="9278874" y="1885950"/>
                  </a:moveTo>
                  <a:lnTo>
                    <a:pt x="9221724" y="1885950"/>
                  </a:lnTo>
                  <a:lnTo>
                    <a:pt x="9221724" y="1905000"/>
                  </a:lnTo>
                  <a:lnTo>
                    <a:pt x="9278874" y="1905000"/>
                  </a:lnTo>
                  <a:lnTo>
                    <a:pt x="9278874" y="1885950"/>
                  </a:lnTo>
                  <a:close/>
                </a:path>
                <a:path w="10972800" h="1905000">
                  <a:moveTo>
                    <a:pt x="9287586" y="0"/>
                  </a:moveTo>
                  <a:lnTo>
                    <a:pt x="9230436" y="0"/>
                  </a:lnTo>
                  <a:lnTo>
                    <a:pt x="9230436" y="19050"/>
                  </a:lnTo>
                  <a:lnTo>
                    <a:pt x="9287586" y="19050"/>
                  </a:lnTo>
                  <a:lnTo>
                    <a:pt x="9287586" y="0"/>
                  </a:lnTo>
                  <a:close/>
                </a:path>
                <a:path w="10972800" h="1905000">
                  <a:moveTo>
                    <a:pt x="9374226" y="1885950"/>
                  </a:moveTo>
                  <a:lnTo>
                    <a:pt x="9317076" y="1885950"/>
                  </a:lnTo>
                  <a:lnTo>
                    <a:pt x="9317076" y="1905000"/>
                  </a:lnTo>
                  <a:lnTo>
                    <a:pt x="9374226" y="1905000"/>
                  </a:lnTo>
                  <a:lnTo>
                    <a:pt x="9374226" y="1885950"/>
                  </a:lnTo>
                  <a:close/>
                </a:path>
                <a:path w="10972800" h="1905000">
                  <a:moveTo>
                    <a:pt x="9382950" y="0"/>
                  </a:moveTo>
                  <a:lnTo>
                    <a:pt x="9325800" y="0"/>
                  </a:lnTo>
                  <a:lnTo>
                    <a:pt x="9325800" y="19050"/>
                  </a:lnTo>
                  <a:lnTo>
                    <a:pt x="9382950" y="19050"/>
                  </a:lnTo>
                  <a:lnTo>
                    <a:pt x="9382950" y="0"/>
                  </a:lnTo>
                  <a:close/>
                </a:path>
                <a:path w="10972800" h="1905000">
                  <a:moveTo>
                    <a:pt x="9469590" y="1885950"/>
                  </a:moveTo>
                  <a:lnTo>
                    <a:pt x="9412440" y="1885950"/>
                  </a:lnTo>
                  <a:lnTo>
                    <a:pt x="9412440" y="1905000"/>
                  </a:lnTo>
                  <a:lnTo>
                    <a:pt x="9469590" y="1905000"/>
                  </a:lnTo>
                  <a:lnTo>
                    <a:pt x="9469590" y="1885950"/>
                  </a:lnTo>
                  <a:close/>
                </a:path>
                <a:path w="10972800" h="1905000">
                  <a:moveTo>
                    <a:pt x="9478302" y="0"/>
                  </a:moveTo>
                  <a:lnTo>
                    <a:pt x="9421152" y="0"/>
                  </a:lnTo>
                  <a:lnTo>
                    <a:pt x="9421152" y="19050"/>
                  </a:lnTo>
                  <a:lnTo>
                    <a:pt x="9478302" y="19050"/>
                  </a:lnTo>
                  <a:lnTo>
                    <a:pt x="9478302" y="0"/>
                  </a:lnTo>
                  <a:close/>
                </a:path>
                <a:path w="10972800" h="1905000">
                  <a:moveTo>
                    <a:pt x="9564941" y="1885950"/>
                  </a:moveTo>
                  <a:lnTo>
                    <a:pt x="9507791" y="1885950"/>
                  </a:lnTo>
                  <a:lnTo>
                    <a:pt x="9507791" y="1905000"/>
                  </a:lnTo>
                  <a:lnTo>
                    <a:pt x="9564941" y="1905000"/>
                  </a:lnTo>
                  <a:lnTo>
                    <a:pt x="9564941" y="1885950"/>
                  </a:lnTo>
                  <a:close/>
                </a:path>
                <a:path w="10972800" h="1905000">
                  <a:moveTo>
                    <a:pt x="9573666" y="0"/>
                  </a:moveTo>
                  <a:lnTo>
                    <a:pt x="9516516" y="0"/>
                  </a:lnTo>
                  <a:lnTo>
                    <a:pt x="9516516" y="19050"/>
                  </a:lnTo>
                  <a:lnTo>
                    <a:pt x="9573666" y="19050"/>
                  </a:lnTo>
                  <a:lnTo>
                    <a:pt x="9573666" y="0"/>
                  </a:lnTo>
                  <a:close/>
                </a:path>
                <a:path w="10972800" h="1905000">
                  <a:moveTo>
                    <a:pt x="9660306" y="1885950"/>
                  </a:moveTo>
                  <a:lnTo>
                    <a:pt x="9603156" y="1885950"/>
                  </a:lnTo>
                  <a:lnTo>
                    <a:pt x="9603156" y="1905000"/>
                  </a:lnTo>
                  <a:lnTo>
                    <a:pt x="9660306" y="1905000"/>
                  </a:lnTo>
                  <a:lnTo>
                    <a:pt x="9660306" y="1885950"/>
                  </a:lnTo>
                  <a:close/>
                </a:path>
                <a:path w="10972800" h="1905000">
                  <a:moveTo>
                    <a:pt x="9669018" y="0"/>
                  </a:moveTo>
                  <a:lnTo>
                    <a:pt x="9611868" y="0"/>
                  </a:lnTo>
                  <a:lnTo>
                    <a:pt x="9611868" y="19050"/>
                  </a:lnTo>
                  <a:lnTo>
                    <a:pt x="9669018" y="19050"/>
                  </a:lnTo>
                  <a:lnTo>
                    <a:pt x="9669018" y="0"/>
                  </a:lnTo>
                  <a:close/>
                </a:path>
                <a:path w="10972800" h="1905000">
                  <a:moveTo>
                    <a:pt x="9755657" y="1885950"/>
                  </a:moveTo>
                  <a:lnTo>
                    <a:pt x="9698507" y="1885950"/>
                  </a:lnTo>
                  <a:lnTo>
                    <a:pt x="9698507" y="1905000"/>
                  </a:lnTo>
                  <a:lnTo>
                    <a:pt x="9755657" y="1905000"/>
                  </a:lnTo>
                  <a:lnTo>
                    <a:pt x="9755657" y="1885950"/>
                  </a:lnTo>
                  <a:close/>
                </a:path>
                <a:path w="10972800" h="1905000">
                  <a:moveTo>
                    <a:pt x="9764370" y="0"/>
                  </a:moveTo>
                  <a:lnTo>
                    <a:pt x="9707220" y="0"/>
                  </a:lnTo>
                  <a:lnTo>
                    <a:pt x="9707220" y="19050"/>
                  </a:lnTo>
                  <a:lnTo>
                    <a:pt x="9764370" y="19050"/>
                  </a:lnTo>
                  <a:lnTo>
                    <a:pt x="9764370" y="0"/>
                  </a:lnTo>
                  <a:close/>
                </a:path>
                <a:path w="10972800" h="1905000">
                  <a:moveTo>
                    <a:pt x="9851009" y="1885950"/>
                  </a:moveTo>
                  <a:lnTo>
                    <a:pt x="9793859" y="1885950"/>
                  </a:lnTo>
                  <a:lnTo>
                    <a:pt x="9793859" y="1905000"/>
                  </a:lnTo>
                  <a:lnTo>
                    <a:pt x="9851009" y="1905000"/>
                  </a:lnTo>
                  <a:lnTo>
                    <a:pt x="9851009" y="1885950"/>
                  </a:lnTo>
                  <a:close/>
                </a:path>
                <a:path w="10972800" h="1905000">
                  <a:moveTo>
                    <a:pt x="9859734" y="0"/>
                  </a:moveTo>
                  <a:lnTo>
                    <a:pt x="9802584" y="0"/>
                  </a:lnTo>
                  <a:lnTo>
                    <a:pt x="9802584" y="19050"/>
                  </a:lnTo>
                  <a:lnTo>
                    <a:pt x="9859734" y="19050"/>
                  </a:lnTo>
                  <a:lnTo>
                    <a:pt x="9859734" y="0"/>
                  </a:lnTo>
                  <a:close/>
                </a:path>
                <a:path w="10972800" h="1905000">
                  <a:moveTo>
                    <a:pt x="9946373" y="1885950"/>
                  </a:moveTo>
                  <a:lnTo>
                    <a:pt x="9889223" y="1885950"/>
                  </a:lnTo>
                  <a:lnTo>
                    <a:pt x="9889223" y="1905000"/>
                  </a:lnTo>
                  <a:lnTo>
                    <a:pt x="9946373" y="1905000"/>
                  </a:lnTo>
                  <a:lnTo>
                    <a:pt x="9946373" y="1885950"/>
                  </a:lnTo>
                  <a:close/>
                </a:path>
                <a:path w="10972800" h="1905000">
                  <a:moveTo>
                    <a:pt x="9955085" y="0"/>
                  </a:moveTo>
                  <a:lnTo>
                    <a:pt x="9897935" y="0"/>
                  </a:lnTo>
                  <a:lnTo>
                    <a:pt x="9897935" y="19050"/>
                  </a:lnTo>
                  <a:lnTo>
                    <a:pt x="9955085" y="19050"/>
                  </a:lnTo>
                  <a:lnTo>
                    <a:pt x="9955085" y="0"/>
                  </a:lnTo>
                  <a:close/>
                </a:path>
                <a:path w="10972800" h="1905000">
                  <a:moveTo>
                    <a:pt x="10041725" y="1885950"/>
                  </a:moveTo>
                  <a:lnTo>
                    <a:pt x="9984575" y="1885950"/>
                  </a:lnTo>
                  <a:lnTo>
                    <a:pt x="9984575" y="1905000"/>
                  </a:lnTo>
                  <a:lnTo>
                    <a:pt x="10041725" y="1905000"/>
                  </a:lnTo>
                  <a:lnTo>
                    <a:pt x="10041725" y="1885950"/>
                  </a:lnTo>
                  <a:close/>
                </a:path>
                <a:path w="10972800" h="1905000">
                  <a:moveTo>
                    <a:pt x="10050450" y="0"/>
                  </a:moveTo>
                  <a:lnTo>
                    <a:pt x="9993300" y="0"/>
                  </a:lnTo>
                  <a:lnTo>
                    <a:pt x="9993300" y="19050"/>
                  </a:lnTo>
                  <a:lnTo>
                    <a:pt x="10050450" y="19050"/>
                  </a:lnTo>
                  <a:lnTo>
                    <a:pt x="10050450" y="0"/>
                  </a:lnTo>
                  <a:close/>
                </a:path>
                <a:path w="10972800" h="1905000">
                  <a:moveTo>
                    <a:pt x="10137089" y="1885950"/>
                  </a:moveTo>
                  <a:lnTo>
                    <a:pt x="10079939" y="1885950"/>
                  </a:lnTo>
                  <a:lnTo>
                    <a:pt x="10079939" y="1905000"/>
                  </a:lnTo>
                  <a:lnTo>
                    <a:pt x="10137089" y="1905000"/>
                  </a:lnTo>
                  <a:lnTo>
                    <a:pt x="10137089" y="1885950"/>
                  </a:lnTo>
                  <a:close/>
                </a:path>
                <a:path w="10972800" h="1905000">
                  <a:moveTo>
                    <a:pt x="10145801" y="0"/>
                  </a:moveTo>
                  <a:lnTo>
                    <a:pt x="10088651" y="0"/>
                  </a:lnTo>
                  <a:lnTo>
                    <a:pt x="10088651" y="19050"/>
                  </a:lnTo>
                  <a:lnTo>
                    <a:pt x="10145801" y="19050"/>
                  </a:lnTo>
                  <a:lnTo>
                    <a:pt x="10145801" y="0"/>
                  </a:lnTo>
                  <a:close/>
                </a:path>
                <a:path w="10972800" h="1905000">
                  <a:moveTo>
                    <a:pt x="10232441" y="1885950"/>
                  </a:moveTo>
                  <a:lnTo>
                    <a:pt x="10175291" y="1885950"/>
                  </a:lnTo>
                  <a:lnTo>
                    <a:pt x="10175291" y="1905000"/>
                  </a:lnTo>
                  <a:lnTo>
                    <a:pt x="10232441" y="1905000"/>
                  </a:lnTo>
                  <a:lnTo>
                    <a:pt x="10232441" y="1885950"/>
                  </a:lnTo>
                  <a:close/>
                </a:path>
                <a:path w="10972800" h="1905000">
                  <a:moveTo>
                    <a:pt x="10241153" y="0"/>
                  </a:moveTo>
                  <a:lnTo>
                    <a:pt x="10184003" y="0"/>
                  </a:lnTo>
                  <a:lnTo>
                    <a:pt x="10184003" y="19050"/>
                  </a:lnTo>
                  <a:lnTo>
                    <a:pt x="10241153" y="19050"/>
                  </a:lnTo>
                  <a:lnTo>
                    <a:pt x="10241153" y="0"/>
                  </a:lnTo>
                  <a:close/>
                </a:path>
                <a:path w="10972800" h="1905000">
                  <a:moveTo>
                    <a:pt x="10327792" y="1885950"/>
                  </a:moveTo>
                  <a:lnTo>
                    <a:pt x="10270642" y="1885950"/>
                  </a:lnTo>
                  <a:lnTo>
                    <a:pt x="10270642" y="1905000"/>
                  </a:lnTo>
                  <a:lnTo>
                    <a:pt x="10327792" y="1905000"/>
                  </a:lnTo>
                  <a:lnTo>
                    <a:pt x="10327792" y="1885950"/>
                  </a:lnTo>
                  <a:close/>
                </a:path>
                <a:path w="10972800" h="1905000">
                  <a:moveTo>
                    <a:pt x="10336517" y="0"/>
                  </a:moveTo>
                  <a:lnTo>
                    <a:pt x="10279367" y="0"/>
                  </a:lnTo>
                  <a:lnTo>
                    <a:pt x="10279367" y="19050"/>
                  </a:lnTo>
                  <a:lnTo>
                    <a:pt x="10336517" y="19050"/>
                  </a:lnTo>
                  <a:lnTo>
                    <a:pt x="10336517" y="0"/>
                  </a:lnTo>
                  <a:close/>
                </a:path>
                <a:path w="10972800" h="1905000">
                  <a:moveTo>
                    <a:pt x="10423157" y="1885950"/>
                  </a:moveTo>
                  <a:lnTo>
                    <a:pt x="10366007" y="1885950"/>
                  </a:lnTo>
                  <a:lnTo>
                    <a:pt x="10366007" y="1905000"/>
                  </a:lnTo>
                  <a:lnTo>
                    <a:pt x="10423157" y="1905000"/>
                  </a:lnTo>
                  <a:lnTo>
                    <a:pt x="10423157" y="1885950"/>
                  </a:lnTo>
                  <a:close/>
                </a:path>
                <a:path w="10972800" h="1905000">
                  <a:moveTo>
                    <a:pt x="10431869" y="0"/>
                  </a:moveTo>
                  <a:lnTo>
                    <a:pt x="10374719" y="0"/>
                  </a:lnTo>
                  <a:lnTo>
                    <a:pt x="10374719" y="19050"/>
                  </a:lnTo>
                  <a:lnTo>
                    <a:pt x="10431869" y="19050"/>
                  </a:lnTo>
                  <a:lnTo>
                    <a:pt x="10431869" y="0"/>
                  </a:lnTo>
                  <a:close/>
                </a:path>
                <a:path w="10972800" h="1905000">
                  <a:moveTo>
                    <a:pt x="10518508" y="1885950"/>
                  </a:moveTo>
                  <a:lnTo>
                    <a:pt x="10461358" y="1885950"/>
                  </a:lnTo>
                  <a:lnTo>
                    <a:pt x="10461358" y="1905000"/>
                  </a:lnTo>
                  <a:lnTo>
                    <a:pt x="10518508" y="1905000"/>
                  </a:lnTo>
                  <a:lnTo>
                    <a:pt x="10518508" y="1885950"/>
                  </a:lnTo>
                  <a:close/>
                </a:path>
                <a:path w="10972800" h="1905000">
                  <a:moveTo>
                    <a:pt x="10527233" y="0"/>
                  </a:moveTo>
                  <a:lnTo>
                    <a:pt x="10470083" y="0"/>
                  </a:lnTo>
                  <a:lnTo>
                    <a:pt x="10470083" y="19050"/>
                  </a:lnTo>
                  <a:lnTo>
                    <a:pt x="10527233" y="19050"/>
                  </a:lnTo>
                  <a:lnTo>
                    <a:pt x="10527233" y="0"/>
                  </a:lnTo>
                  <a:close/>
                </a:path>
                <a:path w="10972800" h="1905000">
                  <a:moveTo>
                    <a:pt x="10613873" y="1885950"/>
                  </a:moveTo>
                  <a:lnTo>
                    <a:pt x="10556723" y="1885950"/>
                  </a:lnTo>
                  <a:lnTo>
                    <a:pt x="10556723" y="1905000"/>
                  </a:lnTo>
                  <a:lnTo>
                    <a:pt x="10613873" y="1905000"/>
                  </a:lnTo>
                  <a:lnTo>
                    <a:pt x="10613873" y="1885950"/>
                  </a:lnTo>
                  <a:close/>
                </a:path>
                <a:path w="10972800" h="1905000">
                  <a:moveTo>
                    <a:pt x="10622585" y="0"/>
                  </a:moveTo>
                  <a:lnTo>
                    <a:pt x="10565435" y="0"/>
                  </a:lnTo>
                  <a:lnTo>
                    <a:pt x="10565435" y="19050"/>
                  </a:lnTo>
                  <a:lnTo>
                    <a:pt x="10622585" y="19050"/>
                  </a:lnTo>
                  <a:lnTo>
                    <a:pt x="10622585" y="0"/>
                  </a:lnTo>
                  <a:close/>
                </a:path>
                <a:path w="10972800" h="1905000">
                  <a:moveTo>
                    <a:pt x="10709224" y="1885950"/>
                  </a:moveTo>
                  <a:lnTo>
                    <a:pt x="10652074" y="1885950"/>
                  </a:lnTo>
                  <a:lnTo>
                    <a:pt x="10652074" y="1905000"/>
                  </a:lnTo>
                  <a:lnTo>
                    <a:pt x="10709224" y="1905000"/>
                  </a:lnTo>
                  <a:lnTo>
                    <a:pt x="10709224" y="1885950"/>
                  </a:lnTo>
                  <a:close/>
                </a:path>
                <a:path w="10972800" h="1905000">
                  <a:moveTo>
                    <a:pt x="10717936" y="0"/>
                  </a:moveTo>
                  <a:lnTo>
                    <a:pt x="10660786" y="0"/>
                  </a:lnTo>
                  <a:lnTo>
                    <a:pt x="10660786" y="19050"/>
                  </a:lnTo>
                  <a:lnTo>
                    <a:pt x="10717936" y="19050"/>
                  </a:lnTo>
                  <a:lnTo>
                    <a:pt x="10717936" y="0"/>
                  </a:lnTo>
                  <a:close/>
                </a:path>
                <a:path w="10972800" h="1905000">
                  <a:moveTo>
                    <a:pt x="10804576" y="1885950"/>
                  </a:moveTo>
                  <a:lnTo>
                    <a:pt x="10747426" y="1885950"/>
                  </a:lnTo>
                  <a:lnTo>
                    <a:pt x="10747426" y="1905000"/>
                  </a:lnTo>
                  <a:lnTo>
                    <a:pt x="10804576" y="1905000"/>
                  </a:lnTo>
                  <a:lnTo>
                    <a:pt x="10804576" y="1885950"/>
                  </a:lnTo>
                  <a:close/>
                </a:path>
                <a:path w="10972800" h="1905000">
                  <a:moveTo>
                    <a:pt x="10813301" y="0"/>
                  </a:moveTo>
                  <a:lnTo>
                    <a:pt x="10756151" y="0"/>
                  </a:lnTo>
                  <a:lnTo>
                    <a:pt x="10756151" y="19050"/>
                  </a:lnTo>
                  <a:lnTo>
                    <a:pt x="10813301" y="19050"/>
                  </a:lnTo>
                  <a:lnTo>
                    <a:pt x="10813301" y="0"/>
                  </a:lnTo>
                  <a:close/>
                </a:path>
                <a:path w="10972800" h="1905000">
                  <a:moveTo>
                    <a:pt x="10900220" y="1904834"/>
                  </a:moveTo>
                  <a:lnTo>
                    <a:pt x="10899331" y="1885950"/>
                  </a:lnTo>
                  <a:lnTo>
                    <a:pt x="10842790" y="1885950"/>
                  </a:lnTo>
                  <a:lnTo>
                    <a:pt x="10842790" y="1905000"/>
                  </a:lnTo>
                  <a:lnTo>
                    <a:pt x="10896600" y="1905000"/>
                  </a:lnTo>
                  <a:lnTo>
                    <a:pt x="10900220" y="1904834"/>
                  </a:lnTo>
                  <a:close/>
                </a:path>
                <a:path w="10972800" h="1905000">
                  <a:moveTo>
                    <a:pt x="10909960" y="1231"/>
                  </a:moveTo>
                  <a:lnTo>
                    <a:pt x="10904106" y="368"/>
                  </a:lnTo>
                  <a:lnTo>
                    <a:pt x="10896600" y="0"/>
                  </a:lnTo>
                  <a:lnTo>
                    <a:pt x="10851502" y="0"/>
                  </a:lnTo>
                  <a:lnTo>
                    <a:pt x="10851502" y="19050"/>
                  </a:lnTo>
                  <a:lnTo>
                    <a:pt x="10906785" y="19050"/>
                  </a:lnTo>
                  <a:lnTo>
                    <a:pt x="10909960" y="1231"/>
                  </a:lnTo>
                  <a:close/>
                </a:path>
                <a:path w="10972800" h="1905000">
                  <a:moveTo>
                    <a:pt x="10972521" y="1834680"/>
                  </a:moveTo>
                  <a:lnTo>
                    <a:pt x="10953750" y="1833232"/>
                  </a:lnTo>
                  <a:lnTo>
                    <a:pt x="10953750" y="1836318"/>
                  </a:lnTo>
                  <a:lnTo>
                    <a:pt x="10952302" y="1843671"/>
                  </a:lnTo>
                  <a:lnTo>
                    <a:pt x="10946498" y="1857679"/>
                  </a:lnTo>
                  <a:lnTo>
                    <a:pt x="10942371" y="1863852"/>
                  </a:lnTo>
                  <a:lnTo>
                    <a:pt x="10937011" y="1869211"/>
                  </a:lnTo>
                  <a:lnTo>
                    <a:pt x="10931652" y="1874570"/>
                  </a:lnTo>
                  <a:lnTo>
                    <a:pt x="10930293" y="1875485"/>
                  </a:lnTo>
                  <a:lnTo>
                    <a:pt x="10941152" y="1890534"/>
                  </a:lnTo>
                  <a:lnTo>
                    <a:pt x="10944924" y="1887740"/>
                  </a:lnTo>
                  <a:lnTo>
                    <a:pt x="10969549" y="1850898"/>
                  </a:lnTo>
                  <a:lnTo>
                    <a:pt x="10972444" y="1836318"/>
                  </a:lnTo>
                  <a:lnTo>
                    <a:pt x="10972521" y="1834680"/>
                  </a:lnTo>
                  <a:close/>
                </a:path>
                <a:path w="10972800" h="1905000">
                  <a:moveTo>
                    <a:pt x="10972800" y="1738820"/>
                  </a:moveTo>
                  <a:lnTo>
                    <a:pt x="10953750" y="1738820"/>
                  </a:lnTo>
                  <a:lnTo>
                    <a:pt x="10953750" y="1795970"/>
                  </a:lnTo>
                  <a:lnTo>
                    <a:pt x="10972800" y="1795970"/>
                  </a:lnTo>
                  <a:lnTo>
                    <a:pt x="10972800" y="1738820"/>
                  </a:lnTo>
                  <a:close/>
                </a:path>
                <a:path w="10972800" h="1905000">
                  <a:moveTo>
                    <a:pt x="10972800" y="1643468"/>
                  </a:moveTo>
                  <a:lnTo>
                    <a:pt x="10953750" y="1643468"/>
                  </a:lnTo>
                  <a:lnTo>
                    <a:pt x="10953750" y="1700618"/>
                  </a:lnTo>
                  <a:lnTo>
                    <a:pt x="10972800" y="1700618"/>
                  </a:lnTo>
                  <a:lnTo>
                    <a:pt x="10972800" y="1643468"/>
                  </a:lnTo>
                  <a:close/>
                </a:path>
                <a:path w="10972800" h="1905000">
                  <a:moveTo>
                    <a:pt x="10972800" y="1548104"/>
                  </a:moveTo>
                  <a:lnTo>
                    <a:pt x="10953750" y="1548104"/>
                  </a:lnTo>
                  <a:lnTo>
                    <a:pt x="10953750" y="1605254"/>
                  </a:lnTo>
                  <a:lnTo>
                    <a:pt x="10972800" y="1605254"/>
                  </a:lnTo>
                  <a:lnTo>
                    <a:pt x="10972800" y="1548104"/>
                  </a:lnTo>
                  <a:close/>
                </a:path>
                <a:path w="10972800" h="1905000">
                  <a:moveTo>
                    <a:pt x="10972800" y="1452753"/>
                  </a:moveTo>
                  <a:lnTo>
                    <a:pt x="10953750" y="1452753"/>
                  </a:lnTo>
                  <a:lnTo>
                    <a:pt x="10953750" y="1509903"/>
                  </a:lnTo>
                  <a:lnTo>
                    <a:pt x="10972800" y="1509903"/>
                  </a:lnTo>
                  <a:lnTo>
                    <a:pt x="10972800" y="1452753"/>
                  </a:lnTo>
                  <a:close/>
                </a:path>
                <a:path w="10972800" h="1905000">
                  <a:moveTo>
                    <a:pt x="10972800" y="1357388"/>
                  </a:moveTo>
                  <a:lnTo>
                    <a:pt x="10953750" y="1357388"/>
                  </a:lnTo>
                  <a:lnTo>
                    <a:pt x="10953750" y="1414538"/>
                  </a:lnTo>
                  <a:lnTo>
                    <a:pt x="10972800" y="1414538"/>
                  </a:lnTo>
                  <a:lnTo>
                    <a:pt x="10972800" y="1357388"/>
                  </a:lnTo>
                  <a:close/>
                </a:path>
                <a:path w="10972800" h="1905000">
                  <a:moveTo>
                    <a:pt x="10972800" y="1262037"/>
                  </a:moveTo>
                  <a:lnTo>
                    <a:pt x="10953750" y="1262037"/>
                  </a:lnTo>
                  <a:lnTo>
                    <a:pt x="10953750" y="1319187"/>
                  </a:lnTo>
                  <a:lnTo>
                    <a:pt x="10972800" y="1319187"/>
                  </a:lnTo>
                  <a:lnTo>
                    <a:pt x="10972800" y="1262037"/>
                  </a:lnTo>
                  <a:close/>
                </a:path>
                <a:path w="10972800" h="1905000">
                  <a:moveTo>
                    <a:pt x="10972800" y="1166685"/>
                  </a:moveTo>
                  <a:lnTo>
                    <a:pt x="10953750" y="1166685"/>
                  </a:lnTo>
                  <a:lnTo>
                    <a:pt x="10953750" y="1223835"/>
                  </a:lnTo>
                  <a:lnTo>
                    <a:pt x="10972800" y="1223835"/>
                  </a:lnTo>
                  <a:lnTo>
                    <a:pt x="10972800" y="1166685"/>
                  </a:lnTo>
                  <a:close/>
                </a:path>
                <a:path w="10972800" h="1905000">
                  <a:moveTo>
                    <a:pt x="10972800" y="1071321"/>
                  </a:moveTo>
                  <a:lnTo>
                    <a:pt x="10953750" y="1071321"/>
                  </a:lnTo>
                  <a:lnTo>
                    <a:pt x="10953750" y="1128471"/>
                  </a:lnTo>
                  <a:lnTo>
                    <a:pt x="10972800" y="1128471"/>
                  </a:lnTo>
                  <a:lnTo>
                    <a:pt x="10972800" y="1071321"/>
                  </a:lnTo>
                  <a:close/>
                </a:path>
                <a:path w="10972800" h="1905000">
                  <a:moveTo>
                    <a:pt x="10972800" y="975969"/>
                  </a:moveTo>
                  <a:lnTo>
                    <a:pt x="10953750" y="975969"/>
                  </a:lnTo>
                  <a:lnTo>
                    <a:pt x="10953750" y="1033119"/>
                  </a:lnTo>
                  <a:lnTo>
                    <a:pt x="10972800" y="1033119"/>
                  </a:lnTo>
                  <a:lnTo>
                    <a:pt x="10972800" y="975969"/>
                  </a:lnTo>
                  <a:close/>
                </a:path>
                <a:path w="10972800" h="1905000">
                  <a:moveTo>
                    <a:pt x="10972800" y="880605"/>
                  </a:moveTo>
                  <a:lnTo>
                    <a:pt x="10953750" y="880605"/>
                  </a:lnTo>
                  <a:lnTo>
                    <a:pt x="10953750" y="937755"/>
                  </a:lnTo>
                  <a:lnTo>
                    <a:pt x="10972800" y="937755"/>
                  </a:lnTo>
                  <a:lnTo>
                    <a:pt x="10972800" y="880605"/>
                  </a:lnTo>
                  <a:close/>
                </a:path>
                <a:path w="10972800" h="1905000">
                  <a:moveTo>
                    <a:pt x="10972800" y="785253"/>
                  </a:moveTo>
                  <a:lnTo>
                    <a:pt x="10953750" y="785253"/>
                  </a:lnTo>
                  <a:lnTo>
                    <a:pt x="10953750" y="842403"/>
                  </a:lnTo>
                  <a:lnTo>
                    <a:pt x="10972800" y="842403"/>
                  </a:lnTo>
                  <a:lnTo>
                    <a:pt x="10972800" y="785253"/>
                  </a:lnTo>
                  <a:close/>
                </a:path>
                <a:path w="10972800" h="1905000">
                  <a:moveTo>
                    <a:pt x="10972800" y="689902"/>
                  </a:moveTo>
                  <a:lnTo>
                    <a:pt x="10953750" y="689902"/>
                  </a:lnTo>
                  <a:lnTo>
                    <a:pt x="10953750" y="747052"/>
                  </a:lnTo>
                  <a:lnTo>
                    <a:pt x="10972800" y="747052"/>
                  </a:lnTo>
                  <a:lnTo>
                    <a:pt x="10972800" y="689902"/>
                  </a:lnTo>
                  <a:close/>
                </a:path>
                <a:path w="10972800" h="1905000">
                  <a:moveTo>
                    <a:pt x="10972800" y="594537"/>
                  </a:moveTo>
                  <a:lnTo>
                    <a:pt x="10953750" y="594537"/>
                  </a:lnTo>
                  <a:lnTo>
                    <a:pt x="10953750" y="651687"/>
                  </a:lnTo>
                  <a:lnTo>
                    <a:pt x="10972800" y="651687"/>
                  </a:lnTo>
                  <a:lnTo>
                    <a:pt x="10972800" y="594537"/>
                  </a:lnTo>
                  <a:close/>
                </a:path>
                <a:path w="10972800" h="1905000">
                  <a:moveTo>
                    <a:pt x="10972800" y="499186"/>
                  </a:moveTo>
                  <a:lnTo>
                    <a:pt x="10953750" y="499186"/>
                  </a:lnTo>
                  <a:lnTo>
                    <a:pt x="10953750" y="556336"/>
                  </a:lnTo>
                  <a:lnTo>
                    <a:pt x="10972800" y="556336"/>
                  </a:lnTo>
                  <a:lnTo>
                    <a:pt x="10972800" y="499186"/>
                  </a:lnTo>
                  <a:close/>
                </a:path>
                <a:path w="10972800" h="1905000">
                  <a:moveTo>
                    <a:pt x="10972800" y="403821"/>
                  </a:moveTo>
                  <a:lnTo>
                    <a:pt x="10953750" y="403821"/>
                  </a:lnTo>
                  <a:lnTo>
                    <a:pt x="10953750" y="460971"/>
                  </a:lnTo>
                  <a:lnTo>
                    <a:pt x="10972800" y="460971"/>
                  </a:lnTo>
                  <a:lnTo>
                    <a:pt x="10972800" y="403821"/>
                  </a:lnTo>
                  <a:close/>
                </a:path>
                <a:path w="10972800" h="1905000">
                  <a:moveTo>
                    <a:pt x="10972800" y="308470"/>
                  </a:moveTo>
                  <a:lnTo>
                    <a:pt x="10953750" y="308470"/>
                  </a:lnTo>
                  <a:lnTo>
                    <a:pt x="10953750" y="365620"/>
                  </a:lnTo>
                  <a:lnTo>
                    <a:pt x="10972800" y="365620"/>
                  </a:lnTo>
                  <a:lnTo>
                    <a:pt x="10972800" y="308470"/>
                  </a:lnTo>
                  <a:close/>
                </a:path>
                <a:path w="10972800" h="1905000">
                  <a:moveTo>
                    <a:pt x="10972800" y="213118"/>
                  </a:moveTo>
                  <a:lnTo>
                    <a:pt x="10953750" y="213118"/>
                  </a:lnTo>
                  <a:lnTo>
                    <a:pt x="10953750" y="270268"/>
                  </a:lnTo>
                  <a:lnTo>
                    <a:pt x="10972800" y="270268"/>
                  </a:lnTo>
                  <a:lnTo>
                    <a:pt x="10972800" y="213118"/>
                  </a:lnTo>
                  <a:close/>
                </a:path>
                <a:path w="10972800" h="1905000">
                  <a:moveTo>
                    <a:pt x="10972800" y="117754"/>
                  </a:moveTo>
                  <a:lnTo>
                    <a:pt x="10953750" y="117754"/>
                  </a:lnTo>
                  <a:lnTo>
                    <a:pt x="10953750" y="174904"/>
                  </a:lnTo>
                  <a:lnTo>
                    <a:pt x="10972800" y="174904"/>
                  </a:lnTo>
                  <a:lnTo>
                    <a:pt x="10972800" y="117754"/>
                  </a:lnTo>
                  <a:close/>
                </a:path>
                <a:path w="10972800" h="1905000">
                  <a:moveTo>
                    <a:pt x="10972800" y="76200"/>
                  </a:moveTo>
                  <a:lnTo>
                    <a:pt x="10959973" y="33858"/>
                  </a:lnTo>
                  <a:lnTo>
                    <a:pt x="10948949" y="20929"/>
                  </a:lnTo>
                  <a:lnTo>
                    <a:pt x="10935919" y="34696"/>
                  </a:lnTo>
                  <a:lnTo>
                    <a:pt x="10937011" y="35801"/>
                  </a:lnTo>
                  <a:lnTo>
                    <a:pt x="10942371" y="41148"/>
                  </a:lnTo>
                  <a:lnTo>
                    <a:pt x="10946498" y="47332"/>
                  </a:lnTo>
                  <a:lnTo>
                    <a:pt x="10952302" y="61341"/>
                  </a:lnTo>
                  <a:lnTo>
                    <a:pt x="10953750" y="68630"/>
                  </a:lnTo>
                  <a:lnTo>
                    <a:pt x="10953750" y="79552"/>
                  </a:lnTo>
                  <a:lnTo>
                    <a:pt x="10972800" y="79552"/>
                  </a:lnTo>
                  <a:lnTo>
                    <a:pt x="10972800" y="762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7399" y="5800724"/>
              <a:ext cx="457200" cy="400050"/>
            </a:xfrm>
            <a:custGeom>
              <a:avLst/>
              <a:gdLst/>
              <a:ahLst/>
              <a:cxnLst/>
              <a:rect l="l" t="t" r="r" b="b"/>
              <a:pathLst>
                <a:path w="457200" h="400050">
                  <a:moveTo>
                    <a:pt x="428625" y="400050"/>
                  </a:moveTo>
                  <a:lnTo>
                    <a:pt x="71437" y="400050"/>
                  </a:lnTo>
                  <a:lnTo>
                    <a:pt x="43624" y="394438"/>
                  </a:lnTo>
                  <a:lnTo>
                    <a:pt x="20917" y="379132"/>
                  </a:lnTo>
                  <a:lnTo>
                    <a:pt x="5611" y="356425"/>
                  </a:lnTo>
                  <a:lnTo>
                    <a:pt x="0" y="328612"/>
                  </a:lnTo>
                  <a:lnTo>
                    <a:pt x="0" y="28575"/>
                  </a:lnTo>
                  <a:lnTo>
                    <a:pt x="2242" y="17442"/>
                  </a:lnTo>
                  <a:lnTo>
                    <a:pt x="8360" y="8360"/>
                  </a:lnTo>
                  <a:lnTo>
                    <a:pt x="17442" y="2242"/>
                  </a:lnTo>
                  <a:lnTo>
                    <a:pt x="28575" y="0"/>
                  </a:lnTo>
                  <a:lnTo>
                    <a:pt x="39707" y="2242"/>
                  </a:lnTo>
                  <a:lnTo>
                    <a:pt x="48789" y="8360"/>
                  </a:lnTo>
                  <a:lnTo>
                    <a:pt x="54907" y="17442"/>
                  </a:lnTo>
                  <a:lnTo>
                    <a:pt x="57150" y="28575"/>
                  </a:lnTo>
                  <a:lnTo>
                    <a:pt x="57150" y="336470"/>
                  </a:lnTo>
                  <a:lnTo>
                    <a:pt x="63579" y="342900"/>
                  </a:lnTo>
                  <a:lnTo>
                    <a:pt x="428625" y="342900"/>
                  </a:lnTo>
                  <a:lnTo>
                    <a:pt x="439757" y="345142"/>
                  </a:lnTo>
                  <a:lnTo>
                    <a:pt x="448839" y="351260"/>
                  </a:lnTo>
                  <a:lnTo>
                    <a:pt x="454957" y="360342"/>
                  </a:lnTo>
                  <a:lnTo>
                    <a:pt x="457200" y="371475"/>
                  </a:lnTo>
                  <a:lnTo>
                    <a:pt x="454957" y="382607"/>
                  </a:lnTo>
                  <a:lnTo>
                    <a:pt x="448839" y="391689"/>
                  </a:lnTo>
                  <a:lnTo>
                    <a:pt x="439757" y="397807"/>
                  </a:lnTo>
                  <a:lnTo>
                    <a:pt x="428625" y="400050"/>
                  </a:lnTo>
                  <a:close/>
                </a:path>
                <a:path w="457200" h="400050">
                  <a:moveTo>
                    <a:pt x="366742" y="159573"/>
                  </a:moveTo>
                  <a:lnTo>
                    <a:pt x="285750" y="159573"/>
                  </a:lnTo>
                  <a:lnTo>
                    <a:pt x="379779" y="65454"/>
                  </a:lnTo>
                  <a:lnTo>
                    <a:pt x="389239" y="59175"/>
                  </a:lnTo>
                  <a:lnTo>
                    <a:pt x="400005" y="57083"/>
                  </a:lnTo>
                  <a:lnTo>
                    <a:pt x="410771" y="59175"/>
                  </a:lnTo>
                  <a:lnTo>
                    <a:pt x="420231" y="65454"/>
                  </a:lnTo>
                  <a:lnTo>
                    <a:pt x="426509" y="74914"/>
                  </a:lnTo>
                  <a:lnTo>
                    <a:pt x="428602" y="85680"/>
                  </a:lnTo>
                  <a:lnTo>
                    <a:pt x="426509" y="96446"/>
                  </a:lnTo>
                  <a:lnTo>
                    <a:pt x="419878" y="106437"/>
                  </a:lnTo>
                  <a:lnTo>
                    <a:pt x="366742" y="159573"/>
                  </a:lnTo>
                  <a:close/>
                </a:path>
                <a:path w="457200" h="400050">
                  <a:moveTo>
                    <a:pt x="114255" y="257152"/>
                  </a:moveTo>
                  <a:lnTo>
                    <a:pt x="103489" y="255059"/>
                  </a:lnTo>
                  <a:lnTo>
                    <a:pt x="94029" y="248781"/>
                  </a:lnTo>
                  <a:lnTo>
                    <a:pt x="87750" y="239321"/>
                  </a:lnTo>
                  <a:lnTo>
                    <a:pt x="85658" y="228555"/>
                  </a:lnTo>
                  <a:lnTo>
                    <a:pt x="87750" y="217789"/>
                  </a:lnTo>
                  <a:lnTo>
                    <a:pt x="94029" y="208329"/>
                  </a:lnTo>
                  <a:lnTo>
                    <a:pt x="194042" y="108317"/>
                  </a:lnTo>
                  <a:lnTo>
                    <a:pt x="203501" y="102038"/>
                  </a:lnTo>
                  <a:lnTo>
                    <a:pt x="214267" y="99945"/>
                  </a:lnTo>
                  <a:lnTo>
                    <a:pt x="225033" y="102038"/>
                  </a:lnTo>
                  <a:lnTo>
                    <a:pt x="234493" y="108317"/>
                  </a:lnTo>
                  <a:lnTo>
                    <a:pt x="285750" y="159573"/>
                  </a:lnTo>
                  <a:lnTo>
                    <a:pt x="366742" y="159573"/>
                  </a:lnTo>
                  <a:lnTo>
                    <a:pt x="357276" y="169038"/>
                  </a:lnTo>
                  <a:lnTo>
                    <a:pt x="214312" y="169038"/>
                  </a:lnTo>
                  <a:lnTo>
                    <a:pt x="134481" y="248781"/>
                  </a:lnTo>
                  <a:lnTo>
                    <a:pt x="125021" y="255059"/>
                  </a:lnTo>
                  <a:lnTo>
                    <a:pt x="114255" y="257152"/>
                  </a:lnTo>
                  <a:close/>
                </a:path>
                <a:path w="457200" h="400050">
                  <a:moveTo>
                    <a:pt x="419878" y="106437"/>
                  </a:moveTo>
                  <a:lnTo>
                    <a:pt x="420217" y="105926"/>
                  </a:lnTo>
                  <a:lnTo>
                    <a:pt x="420388" y="105926"/>
                  </a:lnTo>
                  <a:lnTo>
                    <a:pt x="419878" y="106437"/>
                  </a:lnTo>
                  <a:close/>
                </a:path>
                <a:path w="457200" h="400050">
                  <a:moveTo>
                    <a:pt x="286368" y="228555"/>
                  </a:moveTo>
                  <a:lnTo>
                    <a:pt x="285220" y="228555"/>
                  </a:lnTo>
                  <a:lnTo>
                    <a:pt x="275028" y="226574"/>
                  </a:lnTo>
                  <a:lnTo>
                    <a:pt x="265568" y="220295"/>
                  </a:lnTo>
                  <a:lnTo>
                    <a:pt x="214312" y="169038"/>
                  </a:lnTo>
                  <a:lnTo>
                    <a:pt x="357276" y="169038"/>
                  </a:lnTo>
                  <a:lnTo>
                    <a:pt x="306020" y="220295"/>
                  </a:lnTo>
                  <a:lnTo>
                    <a:pt x="296560" y="226574"/>
                  </a:lnTo>
                  <a:lnTo>
                    <a:pt x="286368" y="228555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95626" y="4248278"/>
            <a:ext cx="5201285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300" spc="-45" dirty="0">
                <a:solidFill>
                  <a:srgbClr val="6A7280"/>
                </a:solidFill>
                <a:latin typeface="Montserrat"/>
                <a:cs typeface="Montserrat"/>
              </a:rPr>
              <a:t>Insert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revenue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45" dirty="0">
                <a:solidFill>
                  <a:srgbClr val="6A7280"/>
                </a:solidFill>
                <a:latin typeface="Montserrat"/>
                <a:cs typeface="Montserrat"/>
              </a:rPr>
              <a:t>vs.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expenses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6A7280"/>
                </a:solidFill>
                <a:latin typeface="Montserrat"/>
                <a:cs typeface="Montserrat"/>
              </a:rPr>
              <a:t>chart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with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6A7280"/>
                </a:solidFill>
                <a:latin typeface="Montserrat"/>
                <a:cs typeface="Montserrat"/>
              </a:rPr>
              <a:t>break-</a:t>
            </a:r>
            <a:r>
              <a:rPr sz="1300" spc="-80" dirty="0">
                <a:solidFill>
                  <a:srgbClr val="6A7280"/>
                </a:solidFill>
                <a:latin typeface="Montserrat"/>
                <a:cs typeface="Montserrat"/>
              </a:rPr>
              <a:t>even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point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40" dirty="0">
                <a:solidFill>
                  <a:srgbClr val="6A7280"/>
                </a:solidFill>
                <a:latin typeface="Montserrat"/>
                <a:cs typeface="Montserrat"/>
              </a:rPr>
              <a:t>highlighted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9599" y="5105400"/>
            <a:ext cx="10972800" cy="1447800"/>
            <a:chOff x="609599" y="7334249"/>
            <a:chExt cx="10972800" cy="1447800"/>
          </a:xfrm>
        </p:grpSpPr>
        <p:sp>
          <p:nvSpPr>
            <p:cNvPr id="19" name="object 19"/>
            <p:cNvSpPr/>
            <p:nvPr/>
          </p:nvSpPr>
          <p:spPr>
            <a:xfrm>
              <a:off x="628649" y="7334249"/>
              <a:ext cx="10953750" cy="1447800"/>
            </a:xfrm>
            <a:custGeom>
              <a:avLst/>
              <a:gdLst/>
              <a:ahLst/>
              <a:cxnLst/>
              <a:rect l="l" t="t" r="r" b="b"/>
              <a:pathLst>
                <a:path w="10953750" h="1447800">
                  <a:moveTo>
                    <a:pt x="10882552" y="1447799"/>
                  </a:moveTo>
                  <a:lnTo>
                    <a:pt x="0" y="1447799"/>
                  </a:lnTo>
                  <a:lnTo>
                    <a:pt x="0" y="0"/>
                  </a:lnTo>
                  <a:lnTo>
                    <a:pt x="10882552" y="0"/>
                  </a:lnTo>
                  <a:lnTo>
                    <a:pt x="10887506" y="487"/>
                  </a:lnTo>
                  <a:lnTo>
                    <a:pt x="10924041" y="15620"/>
                  </a:lnTo>
                  <a:lnTo>
                    <a:pt x="10949861" y="51660"/>
                  </a:lnTo>
                  <a:lnTo>
                    <a:pt x="10953747" y="71196"/>
                  </a:lnTo>
                  <a:lnTo>
                    <a:pt x="10953747" y="1376603"/>
                  </a:lnTo>
                  <a:lnTo>
                    <a:pt x="10938125" y="1418092"/>
                  </a:lnTo>
                  <a:lnTo>
                    <a:pt x="10902086" y="1443912"/>
                  </a:lnTo>
                  <a:lnTo>
                    <a:pt x="10882552" y="14477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599" y="7334249"/>
              <a:ext cx="38100" cy="1447800"/>
            </a:xfrm>
            <a:custGeom>
              <a:avLst/>
              <a:gdLst/>
              <a:ahLst/>
              <a:cxnLst/>
              <a:rect l="l" t="t" r="r" b="b"/>
              <a:pathLst>
                <a:path w="38100" h="1447800">
                  <a:moveTo>
                    <a:pt x="38099" y="1447799"/>
                  </a:moveTo>
                  <a:lnTo>
                    <a:pt x="0" y="1447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447799"/>
                  </a:lnTo>
                  <a:close/>
                </a:path>
              </a:pathLst>
            </a:custGeom>
            <a:solidFill>
              <a:srgbClr val="2A6B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87399" y="5235289"/>
            <a:ext cx="152273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b="1" spc="-145" dirty="0">
                <a:solidFill>
                  <a:srgbClr val="1A365C"/>
                </a:solidFill>
                <a:latin typeface="Montserrat SemiBold"/>
                <a:cs typeface="Montserrat SemiBold"/>
              </a:rPr>
              <a:t>Key</a:t>
            </a:r>
            <a:r>
              <a:rPr sz="1500" b="1" spc="-3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500" b="1" spc="-110" dirty="0">
                <a:solidFill>
                  <a:srgbClr val="1A365C"/>
                </a:solidFill>
                <a:latin typeface="Montserrat SemiBold"/>
                <a:cs typeface="Montserrat SemiBold"/>
              </a:rPr>
              <a:t>Assumptions</a:t>
            </a:r>
            <a:endParaRPr sz="1500">
              <a:latin typeface="Montserrat SemiBold"/>
              <a:cs typeface="Montserrat SemiBold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0099" y="5638800"/>
            <a:ext cx="5505450" cy="647700"/>
            <a:chOff x="800099" y="7867649"/>
            <a:chExt cx="5505450" cy="64770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099" y="7867649"/>
              <a:ext cx="114299" cy="114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099" y="8134349"/>
              <a:ext cx="114299" cy="114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099" y="8401049"/>
              <a:ext cx="114299" cy="114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49" y="7867649"/>
              <a:ext cx="114299" cy="114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49" y="8134349"/>
              <a:ext cx="114299" cy="114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49" y="8401049"/>
              <a:ext cx="114299" cy="1143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12838" y="5571788"/>
            <a:ext cx="3711563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140" dirty="0">
                <a:solidFill>
                  <a:srgbClr val="374050"/>
                </a:solidFill>
                <a:latin typeface="Montserrat"/>
                <a:cs typeface="Montserrat"/>
              </a:rPr>
              <a:t>Customer</a:t>
            </a:r>
            <a:r>
              <a:rPr sz="1250" spc="-2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14" dirty="0">
                <a:solidFill>
                  <a:srgbClr val="374050"/>
                </a:solidFill>
                <a:latin typeface="Montserrat"/>
                <a:cs typeface="Montserrat"/>
              </a:rPr>
              <a:t>acquisition</a:t>
            </a:r>
            <a:r>
              <a:rPr sz="1250" spc="-2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00" dirty="0">
                <a:solidFill>
                  <a:srgbClr val="374050"/>
                </a:solidFill>
                <a:latin typeface="Montserrat"/>
                <a:cs typeface="Montserrat"/>
              </a:rPr>
              <a:t>cost</a:t>
            </a:r>
            <a:r>
              <a:rPr lang="en-US" sz="1250" spc="-15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lang="en-US" sz="1250" spc="-100" dirty="0">
                <a:solidFill>
                  <a:srgbClr val="374050"/>
                </a:solidFill>
                <a:latin typeface="Montserrat"/>
                <a:cs typeface="Montserrat"/>
              </a:rPr>
              <a:t>:</a:t>
            </a:r>
            <a:r>
              <a:rPr lang="en-US" sz="1250" spc="-2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lang="en-US" sz="1250" spc="-155" dirty="0">
                <a:solidFill>
                  <a:srgbClr val="374050"/>
                </a:solidFill>
                <a:latin typeface="Montserrat"/>
                <a:cs typeface="Montserrat"/>
              </a:rPr>
              <a:t>₹ XX  </a:t>
            </a:r>
            <a:r>
              <a:rPr sz="1250" spc="-120" dirty="0">
                <a:solidFill>
                  <a:srgbClr val="374050"/>
                </a:solidFill>
                <a:latin typeface="Montserrat"/>
                <a:cs typeface="Montserrat"/>
              </a:rPr>
              <a:t>per</a:t>
            </a:r>
            <a:r>
              <a:rPr sz="1250" spc="-2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374050"/>
                </a:solidFill>
                <a:latin typeface="Montserrat"/>
                <a:cs typeface="Montserrat"/>
              </a:rPr>
              <a:t>customer</a:t>
            </a:r>
            <a:endParaRPr sz="1250" dirty="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2838" y="5838488"/>
            <a:ext cx="256095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130" dirty="0">
                <a:solidFill>
                  <a:srgbClr val="374050"/>
                </a:solidFill>
                <a:latin typeface="Montserrat"/>
                <a:cs typeface="Montserrat"/>
              </a:rPr>
              <a:t>Monthly</a:t>
            </a:r>
            <a:r>
              <a:rPr sz="1250" spc="-3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40" dirty="0">
                <a:solidFill>
                  <a:srgbClr val="374050"/>
                </a:solidFill>
                <a:latin typeface="Montserrat"/>
                <a:cs typeface="Montserrat"/>
              </a:rPr>
              <a:t>growth</a:t>
            </a:r>
            <a:r>
              <a:rPr sz="1250" spc="-3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374050"/>
                </a:solidFill>
                <a:latin typeface="Montserrat"/>
                <a:cs typeface="Montserrat"/>
              </a:rPr>
              <a:t>rate:</a:t>
            </a:r>
            <a:r>
              <a:rPr sz="1250" spc="-3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65" dirty="0">
                <a:solidFill>
                  <a:srgbClr val="374050"/>
                </a:solidFill>
                <a:latin typeface="Montserrat"/>
                <a:cs typeface="Montserrat"/>
              </a:rPr>
              <a:t>XX%</a:t>
            </a:r>
            <a:r>
              <a:rPr sz="1250" spc="-3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05" dirty="0">
                <a:solidFill>
                  <a:srgbClr val="374050"/>
                </a:solidFill>
                <a:latin typeface="Montserrat"/>
                <a:cs typeface="Montserrat"/>
              </a:rPr>
              <a:t>for</a:t>
            </a:r>
            <a:r>
              <a:rPr sz="1250" spc="-3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80" dirty="0">
                <a:solidFill>
                  <a:srgbClr val="374050"/>
                </a:solidFill>
                <a:latin typeface="Montserrat"/>
                <a:cs typeface="Montserrat"/>
              </a:rPr>
              <a:t>first</a:t>
            </a:r>
            <a:r>
              <a:rPr sz="1250" spc="-3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75" dirty="0">
                <a:solidFill>
                  <a:srgbClr val="374050"/>
                </a:solidFill>
                <a:latin typeface="Montserrat"/>
                <a:cs typeface="Montserrat"/>
              </a:rPr>
              <a:t>year</a:t>
            </a:r>
            <a:endParaRPr sz="1250" dirty="0">
              <a:latin typeface="Montserrat"/>
              <a:cs typeface="Montserra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03988" y="5571789"/>
            <a:ext cx="2292923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120" dirty="0">
                <a:solidFill>
                  <a:srgbClr val="374050"/>
                </a:solidFill>
                <a:latin typeface="Montserrat"/>
                <a:cs typeface="Montserrat"/>
              </a:rPr>
              <a:t>Fixed</a:t>
            </a:r>
            <a:r>
              <a:rPr sz="1250" spc="-5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00" dirty="0">
                <a:solidFill>
                  <a:srgbClr val="374050"/>
                </a:solidFill>
                <a:latin typeface="Montserrat"/>
                <a:cs typeface="Montserrat"/>
              </a:rPr>
              <a:t>costs:</a:t>
            </a:r>
            <a:r>
              <a:rPr sz="1250" spc="-4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lang="en-US" sz="1250" spc="-135" dirty="0">
                <a:solidFill>
                  <a:srgbClr val="374050"/>
                </a:solidFill>
                <a:latin typeface="Montserrat"/>
                <a:cs typeface="Montserrat"/>
              </a:rPr>
              <a:t>₹</a:t>
            </a:r>
            <a:r>
              <a:rPr sz="1250" spc="-135" dirty="0">
                <a:solidFill>
                  <a:srgbClr val="374050"/>
                </a:solidFill>
                <a:latin typeface="Montserrat"/>
                <a:cs typeface="Montserrat"/>
              </a:rPr>
              <a:t>XX,XXX</a:t>
            </a:r>
            <a:r>
              <a:rPr sz="1250" spc="-4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20" dirty="0">
                <a:solidFill>
                  <a:srgbClr val="374050"/>
                </a:solidFill>
                <a:latin typeface="Montserrat"/>
                <a:cs typeface="Montserrat"/>
              </a:rPr>
              <a:t>per</a:t>
            </a:r>
            <a:r>
              <a:rPr sz="1250" spc="-4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20" dirty="0">
                <a:solidFill>
                  <a:srgbClr val="374050"/>
                </a:solidFill>
                <a:latin typeface="Montserrat"/>
                <a:cs typeface="Montserrat"/>
              </a:rPr>
              <a:t>month</a:t>
            </a:r>
            <a:endParaRPr sz="1250" dirty="0">
              <a:latin typeface="Montserrat"/>
              <a:cs typeface="Montserra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03988" y="5838488"/>
            <a:ext cx="174688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120" dirty="0">
                <a:solidFill>
                  <a:srgbClr val="374050"/>
                </a:solidFill>
                <a:latin typeface="Montserrat"/>
                <a:cs typeface="Montserrat"/>
              </a:rPr>
              <a:t>Contribution</a:t>
            </a:r>
            <a:r>
              <a:rPr sz="1250" spc="-1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25" dirty="0">
                <a:solidFill>
                  <a:srgbClr val="374050"/>
                </a:solidFill>
                <a:latin typeface="Montserrat"/>
                <a:cs typeface="Montserrat"/>
              </a:rPr>
              <a:t>margin:</a:t>
            </a:r>
            <a:r>
              <a:rPr sz="1250" spc="-1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20" dirty="0">
                <a:solidFill>
                  <a:srgbClr val="374050"/>
                </a:solidFill>
                <a:latin typeface="Montserrat"/>
                <a:cs typeface="Montserrat"/>
              </a:rPr>
              <a:t>XX%</a:t>
            </a:r>
            <a:endParaRPr sz="125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03987" y="6105188"/>
            <a:ext cx="197612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140" dirty="0">
                <a:solidFill>
                  <a:srgbClr val="374050"/>
                </a:solidFill>
                <a:latin typeface="Montserrat"/>
                <a:cs typeface="Montserrat"/>
              </a:rPr>
              <a:t>Customer</a:t>
            </a:r>
            <a:r>
              <a:rPr sz="1250" spc="-1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20" dirty="0">
                <a:solidFill>
                  <a:srgbClr val="374050"/>
                </a:solidFill>
                <a:latin typeface="Montserrat"/>
                <a:cs typeface="Montserrat"/>
              </a:rPr>
              <a:t>retention</a:t>
            </a:r>
            <a:r>
              <a:rPr sz="1250" spc="-1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374050"/>
                </a:solidFill>
                <a:latin typeface="Montserrat"/>
                <a:cs typeface="Montserrat"/>
              </a:rPr>
              <a:t>rate:</a:t>
            </a:r>
            <a:r>
              <a:rPr sz="1250" spc="-1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374050"/>
                </a:solidFill>
                <a:latin typeface="Montserrat"/>
                <a:cs typeface="Montserrat"/>
              </a:rPr>
              <a:t>XX%</a:t>
            </a:r>
            <a:endParaRPr sz="1250">
              <a:latin typeface="Montserrat"/>
              <a:cs typeface="Montserra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7540" y="3240259"/>
            <a:ext cx="6082665" cy="3577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 marR="30480">
              <a:lnSpc>
                <a:spcPct val="105000"/>
              </a:lnSpc>
              <a:spcBef>
                <a:spcPts val="120"/>
              </a:spcBef>
            </a:pPr>
            <a:r>
              <a:rPr sz="1100" i="1" spc="-80" dirty="0">
                <a:solidFill>
                  <a:srgbClr val="A0AEBF"/>
                </a:solidFill>
                <a:latin typeface="Century Gothic"/>
                <a:cs typeface="Century Gothic"/>
              </a:rPr>
              <a:t>Speaker</a:t>
            </a:r>
            <a:r>
              <a:rPr sz="1100" i="1" spc="25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50" dirty="0">
                <a:solidFill>
                  <a:srgbClr val="A0AEBF"/>
                </a:solidFill>
                <a:latin typeface="Century Gothic"/>
                <a:cs typeface="Century Gothic"/>
              </a:rPr>
              <a:t>main</a:t>
            </a:r>
            <a:r>
              <a:rPr sz="1100" i="1" spc="25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75" dirty="0">
                <a:solidFill>
                  <a:srgbClr val="A0AEBF"/>
                </a:solidFill>
                <a:latin typeface="Century Gothic"/>
                <a:cs typeface="Century Gothic"/>
              </a:rPr>
              <a:t>variables</a:t>
            </a:r>
            <a:r>
              <a:rPr sz="1100" i="1" spc="25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55" dirty="0">
                <a:solidFill>
                  <a:srgbClr val="A0AEBF"/>
                </a:solidFill>
                <a:latin typeface="Century Gothic"/>
                <a:cs typeface="Century Gothic"/>
              </a:rPr>
              <a:t>that</a:t>
            </a:r>
            <a:r>
              <a:rPr sz="1100" i="1" spc="25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85" dirty="0">
                <a:solidFill>
                  <a:srgbClr val="A0AEBF"/>
                </a:solidFill>
                <a:latin typeface="Century Gothic"/>
                <a:cs typeface="Century Gothic"/>
              </a:rPr>
              <a:t>could</a:t>
            </a:r>
            <a:r>
              <a:rPr sz="1100" i="1" spc="25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120" dirty="0">
                <a:solidFill>
                  <a:srgbClr val="A0AEBF"/>
                </a:solidFill>
                <a:latin typeface="Century Gothic"/>
                <a:cs typeface="Century Gothic"/>
              </a:rPr>
              <a:t>accelerate</a:t>
            </a:r>
            <a:r>
              <a:rPr sz="1100" i="1" spc="25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25" dirty="0">
                <a:solidFill>
                  <a:srgbClr val="A0AEBF"/>
                </a:solidFill>
                <a:latin typeface="Century Gothic"/>
                <a:cs typeface="Century Gothic"/>
              </a:rPr>
              <a:t>or </a:t>
            </a:r>
            <a:r>
              <a:rPr sz="1100" i="1" spc="-105" dirty="0">
                <a:solidFill>
                  <a:srgbClr val="A0AEBF"/>
                </a:solidFill>
                <a:latin typeface="Century Gothic"/>
                <a:cs typeface="Century Gothic"/>
              </a:rPr>
              <a:t>delay</a:t>
            </a:r>
            <a:r>
              <a:rPr sz="1100" i="1" spc="-15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50" dirty="0">
                <a:solidFill>
                  <a:srgbClr val="A0AEBF"/>
                </a:solidFill>
                <a:latin typeface="Century Gothic"/>
                <a:cs typeface="Century Gothic"/>
              </a:rPr>
              <a:t>profitability.</a:t>
            </a:r>
            <a:r>
              <a:rPr sz="1100" i="1" spc="-10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40" dirty="0">
                <a:solidFill>
                  <a:srgbClr val="A0AEBF"/>
                </a:solidFill>
                <a:latin typeface="Century Gothic"/>
                <a:cs typeface="Century Gothic"/>
              </a:rPr>
              <a:t>Explain</a:t>
            </a:r>
            <a:r>
              <a:rPr sz="1100" i="1" spc="-10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40" dirty="0">
                <a:solidFill>
                  <a:srgbClr val="A0AEBF"/>
                </a:solidFill>
                <a:latin typeface="Century Gothic"/>
                <a:cs typeface="Century Gothic"/>
              </a:rPr>
              <a:t>assumptions</a:t>
            </a:r>
            <a:r>
              <a:rPr sz="1100" i="1" spc="-15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110" dirty="0">
                <a:solidFill>
                  <a:srgbClr val="A0AEBF"/>
                </a:solidFill>
                <a:latin typeface="Century Gothic"/>
                <a:cs typeface="Century Gothic"/>
              </a:rPr>
              <a:t>and</a:t>
            </a:r>
            <a:r>
              <a:rPr sz="1100" i="1" spc="-10" dirty="0">
                <a:solidFill>
                  <a:srgbClr val="A0AEBF"/>
                </a:solidFill>
                <a:latin typeface="Century Gothic"/>
                <a:cs typeface="Century Gothic"/>
              </a:rPr>
              <a:t> </a:t>
            </a:r>
            <a:r>
              <a:rPr sz="1100" i="1" spc="-25" dirty="0">
                <a:solidFill>
                  <a:srgbClr val="A0AEBF"/>
                </a:solidFill>
                <a:latin typeface="Century Gothic"/>
                <a:cs typeface="Century Gothic"/>
              </a:rPr>
              <a:t>sensitivity</a:t>
            </a:r>
            <a:r>
              <a:rPr sz="1100" i="1" spc="-10" dirty="0">
                <a:solidFill>
                  <a:srgbClr val="A0AEBF"/>
                </a:solidFill>
                <a:latin typeface="Century Gothic"/>
                <a:cs typeface="Century Gothic"/>
              </a:rPr>
              <a:t> analysis.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7824" y="2286001"/>
            <a:ext cx="621030" cy="401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4290">
              <a:lnSpc>
                <a:spcPct val="109400"/>
              </a:lnSpc>
              <a:spcBef>
                <a:spcPts val="90"/>
              </a:spcBef>
            </a:pPr>
            <a:r>
              <a:rPr sz="1200" b="1" spc="-45" dirty="0">
                <a:solidFill>
                  <a:srgbClr val="1A365C"/>
                </a:solidFill>
                <a:latin typeface="Montserrat SemiBold"/>
                <a:cs typeface="Montserrat SemiBold"/>
              </a:rPr>
              <a:t>Launch </a:t>
            </a:r>
            <a:r>
              <a:rPr sz="1200" b="1" spc="-100" dirty="0">
                <a:solidFill>
                  <a:srgbClr val="1A365C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200" b="1" spc="-95" dirty="0">
                <a:solidFill>
                  <a:srgbClr val="1A365C"/>
                </a:solidFill>
                <a:latin typeface="Montserrat SemiBold"/>
                <a:cs typeface="Montserrat SemiBold"/>
              </a:rPr>
              <a:t>0</a:t>
            </a:r>
            <a:endParaRPr sz="1200">
              <a:latin typeface="Montserrat SemiBold"/>
              <a:cs typeface="Montserrat SemiBold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66753" y="2286001"/>
            <a:ext cx="869315" cy="401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0" marR="5080" indent="-127635">
              <a:lnSpc>
                <a:spcPct val="109400"/>
              </a:lnSpc>
              <a:spcBef>
                <a:spcPts val="90"/>
              </a:spcBef>
            </a:pPr>
            <a:r>
              <a:rPr sz="1200" b="1" spc="-95" dirty="0">
                <a:solidFill>
                  <a:srgbClr val="1A365C"/>
                </a:solidFill>
                <a:latin typeface="Montserrat SemiBold"/>
                <a:cs typeface="Montserrat SemiBold"/>
              </a:rPr>
              <a:t>Key</a:t>
            </a:r>
            <a:r>
              <a:rPr sz="1200" b="1" spc="-2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200" b="1" spc="-85" dirty="0">
                <a:solidFill>
                  <a:srgbClr val="1A365C"/>
                </a:solidFill>
                <a:latin typeface="Montserrat SemiBold"/>
                <a:cs typeface="Montserrat SemiBold"/>
              </a:rPr>
              <a:t>Feature </a:t>
            </a:r>
            <a:r>
              <a:rPr sz="1200" b="1" spc="-100" dirty="0">
                <a:solidFill>
                  <a:srgbClr val="1A365C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200" b="1" spc="-50" dirty="0">
                <a:solidFill>
                  <a:srgbClr val="1A365C"/>
                </a:solidFill>
                <a:latin typeface="Montserrat SemiBold"/>
                <a:cs typeface="Montserrat SemiBold"/>
              </a:rPr>
              <a:t>6</a:t>
            </a:r>
            <a:endParaRPr sz="1200">
              <a:latin typeface="Montserrat SemiBold"/>
              <a:cs typeface="Montserrat SemiBold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80719" y="2286001"/>
            <a:ext cx="830580" cy="401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7155" marR="5080" indent="-85090">
              <a:lnSpc>
                <a:spcPct val="109400"/>
              </a:lnSpc>
              <a:spcBef>
                <a:spcPts val="90"/>
              </a:spcBef>
            </a:pPr>
            <a:r>
              <a:rPr sz="1200" b="1" spc="-90" dirty="0">
                <a:solidFill>
                  <a:srgbClr val="1A365C"/>
                </a:solidFill>
                <a:latin typeface="Montserrat SemiBold"/>
                <a:cs typeface="Montserrat SemiBold"/>
              </a:rPr>
              <a:t>Break-even </a:t>
            </a:r>
            <a:r>
              <a:rPr sz="1200" b="1" spc="-100" dirty="0">
                <a:solidFill>
                  <a:srgbClr val="1A365C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200" b="1" spc="-25" dirty="0">
                <a:solidFill>
                  <a:srgbClr val="1A365C"/>
                </a:solidFill>
                <a:latin typeface="Montserrat SemiBold"/>
                <a:cs typeface="Montserrat SemiBold"/>
              </a:rPr>
              <a:t>12</a:t>
            </a:r>
            <a:endParaRPr sz="1200">
              <a:latin typeface="Montserrat SemiBold"/>
              <a:cs typeface="Montserrat SemiBold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04138" y="2286001"/>
            <a:ext cx="670560" cy="401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35255">
              <a:lnSpc>
                <a:spcPct val="109400"/>
              </a:lnSpc>
              <a:spcBef>
                <a:spcPts val="90"/>
              </a:spcBef>
            </a:pPr>
            <a:r>
              <a:rPr sz="1200" b="1" spc="-10" dirty="0">
                <a:solidFill>
                  <a:srgbClr val="1A365C"/>
                </a:solidFill>
                <a:latin typeface="Montserrat SemiBold"/>
                <a:cs typeface="Montserrat SemiBold"/>
              </a:rPr>
              <a:t>Scale </a:t>
            </a:r>
            <a:r>
              <a:rPr sz="1200" b="1" spc="-100" dirty="0">
                <a:solidFill>
                  <a:srgbClr val="1A365C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200" b="1" spc="-75" dirty="0">
                <a:solidFill>
                  <a:srgbClr val="1A365C"/>
                </a:solidFill>
                <a:latin typeface="Montserrat SemiBold"/>
                <a:cs typeface="Montserrat SemiBold"/>
              </a:rPr>
              <a:t>18</a:t>
            </a:r>
            <a:endParaRPr sz="1200">
              <a:latin typeface="Montserrat SemiBold"/>
              <a:cs typeface="Montserrat SemiBold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612585" y="2286001"/>
            <a:ext cx="842644" cy="401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3820" marR="5080" indent="-71755">
              <a:lnSpc>
                <a:spcPct val="109400"/>
              </a:lnSpc>
              <a:spcBef>
                <a:spcPts val="90"/>
              </a:spcBef>
            </a:pPr>
            <a:r>
              <a:rPr sz="1200" b="1" spc="-75" dirty="0">
                <a:solidFill>
                  <a:srgbClr val="1A365C"/>
                </a:solidFill>
                <a:latin typeface="Montserrat SemiBold"/>
                <a:cs typeface="Montserrat SemiBold"/>
              </a:rPr>
              <a:t>Profitability </a:t>
            </a:r>
            <a:r>
              <a:rPr sz="1200" b="1" spc="-100" dirty="0">
                <a:solidFill>
                  <a:srgbClr val="1A365C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200" b="1" spc="-35" dirty="0">
                <a:solidFill>
                  <a:srgbClr val="1A365C"/>
                </a:solidFill>
                <a:latin typeface="Montserrat SemiBold"/>
                <a:cs typeface="Montserrat SemiBold"/>
              </a:rPr>
              <a:t>24</a:t>
            </a:r>
            <a:endParaRPr sz="1200">
              <a:latin typeface="Montserrat SemiBold"/>
              <a:cs typeface="Montserrat SemiBold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1047750" y="2762780"/>
            <a:ext cx="9982200" cy="228600"/>
            <a:chOff x="1047750" y="4038599"/>
            <a:chExt cx="9982200" cy="228600"/>
          </a:xfrm>
        </p:grpSpPr>
        <p:sp>
          <p:nvSpPr>
            <p:cNvPr id="46" name="object 46"/>
            <p:cNvSpPr/>
            <p:nvPr/>
          </p:nvSpPr>
          <p:spPr>
            <a:xfrm>
              <a:off x="1162050" y="4133849"/>
              <a:ext cx="9867900" cy="38100"/>
            </a:xfrm>
            <a:custGeom>
              <a:avLst/>
              <a:gdLst/>
              <a:ahLst/>
              <a:cxnLst/>
              <a:rect l="l" t="t" r="r" b="b"/>
              <a:pathLst>
                <a:path w="9867900" h="38100">
                  <a:moveTo>
                    <a:pt x="98678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9867899" y="0"/>
                  </a:lnTo>
                  <a:lnTo>
                    <a:pt x="9867899" y="38099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62050" y="4133849"/>
              <a:ext cx="4933950" cy="38100"/>
            </a:xfrm>
            <a:custGeom>
              <a:avLst/>
              <a:gdLst/>
              <a:ahLst/>
              <a:cxnLst/>
              <a:rect l="l" t="t" r="r" b="b"/>
              <a:pathLst>
                <a:path w="4933950" h="38100">
                  <a:moveTo>
                    <a:pt x="49339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4933949" y="0"/>
                  </a:lnTo>
                  <a:lnTo>
                    <a:pt x="4933949" y="38099"/>
                  </a:lnTo>
                  <a:close/>
                </a:path>
              </a:pathLst>
            </a:custGeom>
            <a:solidFill>
              <a:srgbClr val="2A6B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750" y="4038599"/>
              <a:ext cx="228599" cy="22859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122114" y="2772467"/>
            <a:ext cx="72390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000" b="1" spc="-50" dirty="0">
                <a:solidFill>
                  <a:srgbClr val="FFFFFF"/>
                </a:solidFill>
                <a:latin typeface="Montserrat SemiBold"/>
                <a:cs typeface="Montserrat SemiBold"/>
              </a:rPr>
              <a:t>1</a:t>
            </a:r>
            <a:endParaRPr sz="1000">
              <a:latin typeface="Montserrat SemiBold"/>
              <a:cs typeface="Montserrat SemiBold"/>
            </a:endParaRPr>
          </a:p>
        </p:txBody>
      </p:sp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0951" y="2762781"/>
            <a:ext cx="228599" cy="22859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3853110" y="2772467"/>
            <a:ext cx="96520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000" b="1" spc="-50" dirty="0">
                <a:solidFill>
                  <a:srgbClr val="FFFFFF"/>
                </a:solidFill>
                <a:latin typeface="Montserrat SemiBold"/>
                <a:cs typeface="Montserrat SemiBold"/>
              </a:rPr>
              <a:t>2</a:t>
            </a:r>
            <a:endParaRPr sz="1000">
              <a:latin typeface="Montserrat SemiBold"/>
              <a:cs typeface="Montserrat SemiBold"/>
            </a:endParaRPr>
          </a:p>
        </p:txBody>
      </p:sp>
      <p:pic>
        <p:nvPicPr>
          <p:cNvPr id="52" name="object 5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1700" y="2762781"/>
            <a:ext cx="228599" cy="228599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6047729" y="2772467"/>
            <a:ext cx="96520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000" b="1" spc="-50" dirty="0">
                <a:solidFill>
                  <a:srgbClr val="FFFFFF"/>
                </a:solidFill>
                <a:latin typeface="Montserrat SemiBold"/>
                <a:cs typeface="Montserrat SemiBold"/>
              </a:rPr>
              <a:t>3</a:t>
            </a:r>
            <a:endParaRPr sz="1000">
              <a:latin typeface="Montserrat SemiBold"/>
              <a:cs typeface="Montserrat SemiBold"/>
            </a:endParaRPr>
          </a:p>
        </p:txBody>
      </p:sp>
      <p:pic>
        <p:nvPicPr>
          <p:cNvPr id="54" name="object 5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4901" y="2762781"/>
            <a:ext cx="228599" cy="228599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8784977" y="2772467"/>
            <a:ext cx="108585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000" b="1" spc="-50" dirty="0">
                <a:solidFill>
                  <a:srgbClr val="FFFFFF"/>
                </a:solidFill>
                <a:latin typeface="Montserrat SemiBold"/>
                <a:cs typeface="Montserrat SemiBold"/>
              </a:rPr>
              <a:t>4</a:t>
            </a:r>
            <a:endParaRPr sz="1000">
              <a:latin typeface="Montserrat SemiBold"/>
              <a:cs typeface="Montserrat SemiBold"/>
            </a:endParaRPr>
          </a:p>
        </p:txBody>
      </p:sp>
      <p:pic>
        <p:nvPicPr>
          <p:cNvPr id="56" name="object 5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5650" y="2762781"/>
            <a:ext cx="228599" cy="228599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10985252" y="2772467"/>
            <a:ext cx="97155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000" b="1" spc="-50" dirty="0">
                <a:solidFill>
                  <a:srgbClr val="FFFFFF"/>
                </a:solidFill>
                <a:latin typeface="Montserrat SemiBold"/>
                <a:cs typeface="Montserrat SemiBold"/>
              </a:rPr>
              <a:t>5</a:t>
            </a:r>
            <a:endParaRPr sz="1000">
              <a:latin typeface="Montserrat SemiBold"/>
              <a:cs typeface="Montserrat SemiBold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7170" y="6570831"/>
            <a:ext cx="1331595" cy="14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>
              <a:latin typeface="Montserrat SemiBold"/>
              <a:cs typeface="Montserrat SemiBold"/>
            </a:endParaRPr>
          </a:p>
        </p:txBody>
      </p:sp>
      <p:sp>
        <p:nvSpPr>
          <p:cNvPr id="41" name="Slide Number Placeholder 14">
            <a:extLst>
              <a:ext uri="{FF2B5EF4-FFF2-40B4-BE49-F238E27FC236}">
                <a16:creationId xmlns:a16="http://schemas.microsoft.com/office/drawing/2014/main" id="{8A902FD8-C2E7-0B9B-EA3E-6A2657977F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9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  <p:sp>
        <p:nvSpPr>
          <p:cNvPr id="42" name="object 30">
            <a:extLst>
              <a:ext uri="{FF2B5EF4-FFF2-40B4-BE49-F238E27FC236}">
                <a16:creationId xmlns:a16="http://schemas.microsoft.com/office/drawing/2014/main" id="{100FD573-D109-AE1C-3228-2D7BACDFC045}"/>
              </a:ext>
            </a:extLst>
          </p:cNvPr>
          <p:cNvSpPr txBox="1"/>
          <p:nvPr/>
        </p:nvSpPr>
        <p:spPr>
          <a:xfrm>
            <a:off x="1020446" y="6096000"/>
            <a:ext cx="256095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130" dirty="0">
                <a:solidFill>
                  <a:srgbClr val="374050"/>
                </a:solidFill>
                <a:latin typeface="Montserrat"/>
                <a:cs typeface="Montserrat"/>
              </a:rPr>
              <a:t>Monthly</a:t>
            </a:r>
            <a:r>
              <a:rPr sz="1250" spc="-3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40" dirty="0">
                <a:solidFill>
                  <a:srgbClr val="374050"/>
                </a:solidFill>
                <a:latin typeface="Montserrat"/>
                <a:cs typeface="Montserrat"/>
              </a:rPr>
              <a:t>growth</a:t>
            </a:r>
            <a:r>
              <a:rPr sz="1250" spc="-3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374050"/>
                </a:solidFill>
                <a:latin typeface="Montserrat"/>
                <a:cs typeface="Montserrat"/>
              </a:rPr>
              <a:t>rate:</a:t>
            </a:r>
            <a:r>
              <a:rPr sz="1250" spc="-3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65" dirty="0">
                <a:solidFill>
                  <a:srgbClr val="374050"/>
                </a:solidFill>
                <a:latin typeface="Montserrat"/>
                <a:cs typeface="Montserrat"/>
              </a:rPr>
              <a:t>XX%</a:t>
            </a:r>
            <a:r>
              <a:rPr sz="1250" spc="-3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105" dirty="0">
                <a:solidFill>
                  <a:srgbClr val="374050"/>
                </a:solidFill>
                <a:latin typeface="Montserrat"/>
                <a:cs typeface="Montserrat"/>
              </a:rPr>
              <a:t>for</a:t>
            </a:r>
            <a:r>
              <a:rPr sz="1250" spc="-30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80" dirty="0">
                <a:solidFill>
                  <a:srgbClr val="374050"/>
                </a:solidFill>
                <a:latin typeface="Montserrat"/>
                <a:cs typeface="Montserrat"/>
              </a:rPr>
              <a:t>first</a:t>
            </a:r>
            <a:r>
              <a:rPr sz="1250" spc="-35" dirty="0">
                <a:solidFill>
                  <a:srgbClr val="374050"/>
                </a:solidFill>
                <a:latin typeface="Montserrat"/>
                <a:cs typeface="Montserrat"/>
              </a:rPr>
              <a:t> </a:t>
            </a:r>
            <a:r>
              <a:rPr sz="1250" spc="-75" dirty="0">
                <a:solidFill>
                  <a:srgbClr val="374050"/>
                </a:solidFill>
                <a:latin typeface="Montserrat"/>
                <a:cs typeface="Montserrat"/>
              </a:rPr>
              <a:t>year</a:t>
            </a:r>
            <a:endParaRPr sz="1250" dirty="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942975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294714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275" dirty="0"/>
              <a:t>Support</a:t>
            </a:r>
            <a:r>
              <a:rPr sz="3450" spc="-120" dirty="0"/>
              <a:t> </a:t>
            </a:r>
            <a:r>
              <a:rPr sz="3450" spc="-320" dirty="0"/>
              <a:t>Needed</a:t>
            </a:r>
            <a:r>
              <a:rPr sz="3450" spc="-120" dirty="0"/>
              <a:t> </a:t>
            </a:r>
            <a:r>
              <a:rPr sz="3450" spc="-355" dirty="0"/>
              <a:t>&amp;</a:t>
            </a:r>
            <a:r>
              <a:rPr sz="3450" spc="-120" dirty="0"/>
              <a:t> </a:t>
            </a:r>
            <a:r>
              <a:rPr sz="3450" spc="-290" dirty="0"/>
              <a:t>Investment</a:t>
            </a:r>
            <a:r>
              <a:rPr sz="3450" spc="-125" dirty="0"/>
              <a:t> </a:t>
            </a:r>
            <a:r>
              <a:rPr sz="3450" spc="-300" dirty="0"/>
              <a:t>Requirements</a:t>
            </a:r>
            <a:endParaRPr sz="3450" dirty="0"/>
          </a:p>
        </p:txBody>
      </p:sp>
      <p:sp>
        <p:nvSpPr>
          <p:cNvPr id="4" name="object 4"/>
          <p:cNvSpPr/>
          <p:nvPr/>
        </p:nvSpPr>
        <p:spPr>
          <a:xfrm>
            <a:off x="609599" y="1457325"/>
            <a:ext cx="1905000" cy="304800"/>
          </a:xfrm>
          <a:custGeom>
            <a:avLst/>
            <a:gdLst/>
            <a:ahLst/>
            <a:cxnLst/>
            <a:rect l="l" t="t" r="r" b="b"/>
            <a:pathLst>
              <a:path w="1905000" h="304800">
                <a:moveTo>
                  <a:pt x="1752599" y="304799"/>
                </a:moveTo>
                <a:lnTo>
                  <a:pt x="152399" y="304799"/>
                </a:lnTo>
                <a:lnTo>
                  <a:pt x="144912" y="304616"/>
                </a:lnTo>
                <a:lnTo>
                  <a:pt x="101066" y="295894"/>
                </a:lnTo>
                <a:lnTo>
                  <a:pt x="61607" y="274804"/>
                </a:lnTo>
                <a:lnTo>
                  <a:pt x="29995" y="243192"/>
                </a:lnTo>
                <a:lnTo>
                  <a:pt x="8904" y="203733"/>
                </a:lnTo>
                <a:lnTo>
                  <a:pt x="182" y="159886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752599" y="0"/>
                </a:lnTo>
                <a:lnTo>
                  <a:pt x="1796839" y="6560"/>
                </a:lnTo>
                <a:lnTo>
                  <a:pt x="1837268" y="25683"/>
                </a:lnTo>
                <a:lnTo>
                  <a:pt x="1870407" y="55717"/>
                </a:lnTo>
                <a:lnTo>
                  <a:pt x="1893398" y="94078"/>
                </a:lnTo>
                <a:lnTo>
                  <a:pt x="1904267" y="137461"/>
                </a:lnTo>
                <a:lnTo>
                  <a:pt x="1904999" y="152399"/>
                </a:lnTo>
                <a:lnTo>
                  <a:pt x="1904816" y="159886"/>
                </a:lnTo>
                <a:lnTo>
                  <a:pt x="1896094" y="203733"/>
                </a:lnTo>
                <a:lnTo>
                  <a:pt x="1875003" y="243192"/>
                </a:lnTo>
                <a:lnTo>
                  <a:pt x="1843391" y="274804"/>
                </a:lnTo>
                <a:lnTo>
                  <a:pt x="1803933" y="295894"/>
                </a:lnTo>
                <a:lnTo>
                  <a:pt x="1760086" y="304616"/>
                </a:lnTo>
                <a:lnTo>
                  <a:pt x="1752599" y="304799"/>
                </a:lnTo>
                <a:close/>
              </a:path>
            </a:pathLst>
          </a:custGeom>
          <a:solidFill>
            <a:srgbClr val="EBF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1" y="3429002"/>
            <a:ext cx="152399" cy="1333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6899" y="1473921"/>
            <a:ext cx="6275853" cy="23423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364">
              <a:spcBef>
                <a:spcPts val="95"/>
              </a:spcBef>
            </a:pPr>
            <a:r>
              <a:rPr sz="1350" spc="-105" dirty="0">
                <a:solidFill>
                  <a:srgbClr val="2A6BB0"/>
                </a:solidFill>
                <a:latin typeface="Montserrat Medium"/>
                <a:cs typeface="Montserrat Medium"/>
              </a:rPr>
              <a:t>Total</a:t>
            </a:r>
            <a:r>
              <a:rPr sz="1350" spc="-20" dirty="0">
                <a:solidFill>
                  <a:srgbClr val="2A6BB0"/>
                </a:solidFill>
                <a:latin typeface="Montserrat Medium"/>
                <a:cs typeface="Montserrat Medium"/>
              </a:rPr>
              <a:t> </a:t>
            </a:r>
            <a:r>
              <a:rPr sz="1350" spc="-100" dirty="0">
                <a:solidFill>
                  <a:srgbClr val="2A6BB0"/>
                </a:solidFill>
                <a:latin typeface="Montserrat Medium"/>
                <a:cs typeface="Montserrat Medium"/>
              </a:rPr>
              <a:t>Funding</a:t>
            </a:r>
            <a:r>
              <a:rPr sz="1350" spc="-20" dirty="0">
                <a:solidFill>
                  <a:srgbClr val="2A6BB0"/>
                </a:solidFill>
                <a:latin typeface="Montserrat Medium"/>
                <a:cs typeface="Montserrat Medium"/>
              </a:rPr>
              <a:t> </a:t>
            </a:r>
            <a:r>
              <a:rPr sz="1350" spc="-10" dirty="0">
                <a:solidFill>
                  <a:srgbClr val="2A6BB0"/>
                </a:solidFill>
                <a:latin typeface="Montserrat Medium"/>
                <a:cs typeface="Montserrat Medium"/>
              </a:rPr>
              <a:t>Sought</a:t>
            </a:r>
            <a:endParaRPr sz="1350" dirty="0">
              <a:latin typeface="Montserrat Medium"/>
              <a:cs typeface="Montserrat Medium"/>
            </a:endParaRPr>
          </a:p>
          <a:p>
            <a:pPr marL="12700">
              <a:spcBef>
                <a:spcPts val="1430"/>
              </a:spcBef>
            </a:pPr>
            <a:r>
              <a:rPr sz="1600" b="1" spc="-105" dirty="0">
                <a:solidFill>
                  <a:srgbClr val="2A6BB0"/>
                </a:solidFill>
                <a:latin typeface="Montserrat SemiBold"/>
                <a:cs typeface="Montserrat SemiBold"/>
              </a:rPr>
              <a:t>Capital</a:t>
            </a:r>
            <a:r>
              <a:rPr sz="1600" b="1" spc="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30" dirty="0">
                <a:solidFill>
                  <a:srgbClr val="2A6BB0"/>
                </a:solidFill>
                <a:latin typeface="Montserrat SemiBold"/>
                <a:cs typeface="Montserrat SemiBold"/>
              </a:rPr>
              <a:t>Requirements</a:t>
            </a:r>
            <a:endParaRPr sz="1600" dirty="0">
              <a:latin typeface="Montserrat SemiBold"/>
              <a:cs typeface="Montserrat SemiBold"/>
            </a:endParaRPr>
          </a:p>
          <a:p>
            <a:pPr marL="12700" marR="5080">
              <a:lnSpc>
                <a:spcPct val="118300"/>
              </a:lnSpc>
              <a:spcBef>
                <a:spcPts val="484"/>
              </a:spcBef>
            </a:pPr>
            <a:r>
              <a:rPr sz="1450" spc="-170" dirty="0">
                <a:solidFill>
                  <a:srgbClr val="4A5467"/>
                </a:solidFill>
                <a:latin typeface="Montserrat"/>
                <a:cs typeface="Montserrat"/>
              </a:rPr>
              <a:t>We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are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seeking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lang="en-US" sz="1550" b="1" spc="-130">
                <a:solidFill>
                  <a:srgbClr val="4A5467"/>
                </a:solidFill>
                <a:latin typeface="Montserrat"/>
                <a:cs typeface="Montserrat"/>
              </a:rPr>
              <a:t>₹ </a:t>
            </a:r>
            <a:r>
              <a:rPr sz="1550" b="1" spc="-130" smtClean="0">
                <a:solidFill>
                  <a:srgbClr val="4A5467"/>
                </a:solidFill>
                <a:latin typeface="Montserrat"/>
                <a:cs typeface="Montserrat"/>
              </a:rPr>
              <a:t>[</a:t>
            </a:r>
            <a:r>
              <a:rPr lang="en-US" sz="1550" b="1" spc="-130" smtClean="0">
                <a:solidFill>
                  <a:srgbClr val="4A5467"/>
                </a:solidFill>
                <a:latin typeface="Montserrat"/>
                <a:cs typeface="Montserrat"/>
              </a:rPr>
              <a:t>5</a:t>
            </a:r>
            <a:r>
              <a:rPr sz="1550" b="1" spc="-40" smtClean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lang="en-US" sz="1550" b="1" spc="-130" dirty="0">
                <a:solidFill>
                  <a:srgbClr val="4A5467"/>
                </a:solidFill>
                <a:latin typeface="Montserrat"/>
                <a:cs typeface="Montserrat"/>
              </a:rPr>
              <a:t>lakhs</a:t>
            </a:r>
            <a:r>
              <a:rPr sz="1550" b="1" spc="-7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0" dirty="0">
                <a:solidFill>
                  <a:srgbClr val="4A5467"/>
                </a:solidFill>
                <a:latin typeface="Montserrat"/>
                <a:cs typeface="Montserrat"/>
              </a:rPr>
              <a:t>in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5" dirty="0">
                <a:solidFill>
                  <a:srgbClr val="4A5467"/>
                </a:solidFill>
                <a:latin typeface="Montserrat"/>
                <a:cs typeface="Montserrat"/>
              </a:rPr>
              <a:t>[Series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A/Seed/etc.]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funding</a:t>
            </a:r>
            <a:r>
              <a:rPr sz="1450" spc="-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to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35" dirty="0">
                <a:solidFill>
                  <a:srgbClr val="4A5467"/>
                </a:solidFill>
                <a:latin typeface="Montserrat"/>
                <a:cs typeface="Montserrat"/>
              </a:rPr>
              <a:t>accelerate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our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growth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0" dirty="0">
                <a:solidFill>
                  <a:srgbClr val="4A5467"/>
                </a:solidFill>
                <a:latin typeface="Montserrat"/>
                <a:cs typeface="Montserrat"/>
              </a:rPr>
              <a:t>and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5" dirty="0">
                <a:solidFill>
                  <a:srgbClr val="4A5467"/>
                </a:solidFill>
                <a:latin typeface="Montserrat"/>
                <a:cs typeface="Montserrat"/>
              </a:rPr>
              <a:t>execute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our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strategic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plan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over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the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next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0" dirty="0">
                <a:solidFill>
                  <a:srgbClr val="4A5467"/>
                </a:solidFill>
                <a:latin typeface="Montserrat"/>
                <a:cs typeface="Montserrat"/>
              </a:rPr>
              <a:t>[18-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24]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months.</a:t>
            </a:r>
            <a:endParaRPr sz="1450" dirty="0">
              <a:latin typeface="Montserrat"/>
              <a:cs typeface="Montserrat"/>
            </a:endParaRPr>
          </a:p>
          <a:p>
            <a:pPr>
              <a:spcBef>
                <a:spcPts val="295"/>
              </a:spcBef>
            </a:pPr>
            <a:endParaRPr sz="1300" dirty="0">
              <a:latin typeface="Montserrat"/>
              <a:cs typeface="Montserrat"/>
            </a:endParaRPr>
          </a:p>
          <a:p>
            <a:pPr marL="12700"/>
            <a:r>
              <a:rPr sz="1600" b="1" spc="-120" dirty="0">
                <a:solidFill>
                  <a:srgbClr val="2A6BB0"/>
                </a:solidFill>
                <a:latin typeface="Montserrat SemiBold"/>
                <a:cs typeface="Montserrat SemiBold"/>
              </a:rPr>
              <a:t>Use</a:t>
            </a:r>
            <a:r>
              <a:rPr sz="1600" b="1" spc="-3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95" dirty="0">
                <a:solidFill>
                  <a:srgbClr val="2A6BB0"/>
                </a:solidFill>
                <a:latin typeface="Montserrat SemiBold"/>
                <a:cs typeface="Montserrat SemiBold"/>
              </a:rPr>
              <a:t>of</a:t>
            </a:r>
            <a:r>
              <a:rPr sz="1600" b="1" spc="-3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20" dirty="0">
                <a:solidFill>
                  <a:srgbClr val="2A6BB0"/>
                </a:solidFill>
                <a:latin typeface="Montserrat SemiBold"/>
                <a:cs typeface="Montserrat SemiBold"/>
              </a:rPr>
              <a:t>Funds</a:t>
            </a:r>
            <a:endParaRPr sz="1600" dirty="0">
              <a:latin typeface="Montserrat SemiBold"/>
              <a:cs typeface="Montserrat SemiBold"/>
            </a:endParaRPr>
          </a:p>
          <a:p>
            <a:pPr marL="164465" marR="48895">
              <a:lnSpc>
                <a:spcPct val="114199"/>
              </a:lnSpc>
              <a:spcBef>
                <a:spcPts val="1175"/>
              </a:spcBef>
            </a:pPr>
            <a:r>
              <a:rPr sz="1350" b="1" spc="-100" dirty="0">
                <a:solidFill>
                  <a:srgbClr val="333333"/>
                </a:solidFill>
                <a:latin typeface="Montserrat"/>
                <a:cs typeface="Montserrat"/>
              </a:rPr>
              <a:t>Product</a:t>
            </a:r>
            <a:r>
              <a:rPr sz="1350" b="1" spc="-3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110" dirty="0">
                <a:solidFill>
                  <a:srgbClr val="333333"/>
                </a:solidFill>
                <a:latin typeface="Montserrat"/>
                <a:cs typeface="Montserrat"/>
              </a:rPr>
              <a:t>Development</a:t>
            </a:r>
            <a:r>
              <a:rPr sz="1350" b="1" spc="-2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105" dirty="0">
                <a:solidFill>
                  <a:srgbClr val="333333"/>
                </a:solidFill>
                <a:latin typeface="Montserrat"/>
                <a:cs typeface="Montserrat"/>
              </a:rPr>
              <a:t>(XX%)</a:t>
            </a:r>
            <a:r>
              <a:rPr sz="1350" b="1" spc="-5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-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Enhance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product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features,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scale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Montserrat"/>
                <a:cs typeface="Montserrat"/>
              </a:rPr>
              <a:t>infrastructure,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sz="1300" spc="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333333"/>
                </a:solidFill>
                <a:latin typeface="Montserrat"/>
                <a:cs typeface="Montserrat"/>
              </a:rPr>
              <a:t>improve</a:t>
            </a:r>
            <a:r>
              <a:rPr sz="1300" spc="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20" dirty="0">
                <a:solidFill>
                  <a:srgbClr val="333333"/>
                </a:solidFill>
                <a:latin typeface="Montserrat"/>
                <a:cs typeface="Montserrat"/>
              </a:rPr>
              <a:t>UX/UI</a:t>
            </a:r>
            <a:endParaRPr sz="1300" dirty="0">
              <a:latin typeface="Montserrat"/>
              <a:cs typeface="Montserra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1" y="3990203"/>
            <a:ext cx="152399" cy="15317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9300" y="3937708"/>
            <a:ext cx="6177915" cy="4639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14199"/>
              </a:lnSpc>
              <a:spcBef>
                <a:spcPts val="115"/>
              </a:spcBef>
            </a:pPr>
            <a:r>
              <a:rPr sz="1350" b="1" spc="-100" dirty="0">
                <a:solidFill>
                  <a:srgbClr val="333333"/>
                </a:solidFill>
                <a:latin typeface="Montserrat"/>
                <a:cs typeface="Montserrat"/>
              </a:rPr>
              <a:t>Marketing</a:t>
            </a:r>
            <a:r>
              <a:rPr sz="1350" b="1" spc="-3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125" dirty="0">
                <a:solidFill>
                  <a:srgbClr val="333333"/>
                </a:solidFill>
                <a:latin typeface="Montserrat"/>
                <a:cs typeface="Montserrat"/>
              </a:rPr>
              <a:t>&amp;</a:t>
            </a:r>
            <a:r>
              <a:rPr sz="1350" b="1" spc="-2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90" dirty="0">
                <a:solidFill>
                  <a:srgbClr val="333333"/>
                </a:solidFill>
                <a:latin typeface="Montserrat"/>
                <a:cs typeface="Montserrat"/>
              </a:rPr>
              <a:t>Sales</a:t>
            </a:r>
            <a:r>
              <a:rPr sz="1350" b="1" spc="-3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105" dirty="0">
                <a:solidFill>
                  <a:srgbClr val="333333"/>
                </a:solidFill>
                <a:latin typeface="Montserrat"/>
                <a:cs typeface="Montserrat"/>
              </a:rPr>
              <a:t>(XX%)</a:t>
            </a:r>
            <a:r>
              <a:rPr sz="1350" b="1" spc="-5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-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333333"/>
                </a:solidFill>
                <a:latin typeface="Montserrat"/>
                <a:cs typeface="Montserrat"/>
              </a:rPr>
              <a:t>Expand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marketing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Montserrat"/>
                <a:cs typeface="Montserrat"/>
              </a:rPr>
              <a:t>efforts,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85" dirty="0">
                <a:solidFill>
                  <a:srgbClr val="333333"/>
                </a:solidFill>
                <a:latin typeface="Montserrat"/>
                <a:cs typeface="Montserrat"/>
              </a:rPr>
              <a:t>grow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sales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team,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20" dirty="0">
                <a:solidFill>
                  <a:srgbClr val="333333"/>
                </a:solidFill>
                <a:latin typeface="Montserrat"/>
                <a:cs typeface="Montserrat"/>
              </a:rPr>
              <a:t>enter </a:t>
            </a:r>
            <a:r>
              <a:rPr sz="1300" spc="-85" dirty="0">
                <a:solidFill>
                  <a:srgbClr val="333333"/>
                </a:solidFill>
                <a:latin typeface="Montserrat"/>
                <a:cs typeface="Montserrat"/>
              </a:rPr>
              <a:t>new</a:t>
            </a:r>
            <a:r>
              <a:rPr sz="1300" spc="-1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markets</a:t>
            </a:r>
            <a:endParaRPr sz="1300" dirty="0">
              <a:latin typeface="Montserrat"/>
              <a:cs typeface="Montserra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1" y="4562476"/>
            <a:ext cx="190499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401" y="4905376"/>
            <a:ext cx="152399" cy="152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7800" y="4535636"/>
            <a:ext cx="6546850" cy="137665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21665">
              <a:spcBef>
                <a:spcPts val="135"/>
              </a:spcBef>
            </a:pPr>
            <a:r>
              <a:rPr sz="1350" b="1" spc="-145" dirty="0">
                <a:solidFill>
                  <a:srgbClr val="333333"/>
                </a:solidFill>
                <a:latin typeface="Montserrat"/>
                <a:cs typeface="Montserrat"/>
              </a:rPr>
              <a:t>Team</a:t>
            </a:r>
            <a:r>
              <a:rPr sz="1350" b="1" spc="-2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95" dirty="0">
                <a:solidFill>
                  <a:srgbClr val="333333"/>
                </a:solidFill>
                <a:latin typeface="Montserrat"/>
                <a:cs typeface="Montserrat"/>
              </a:rPr>
              <a:t>Expansion</a:t>
            </a:r>
            <a:r>
              <a:rPr sz="1350" b="1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105" dirty="0">
                <a:solidFill>
                  <a:srgbClr val="333333"/>
                </a:solidFill>
                <a:latin typeface="Montserrat"/>
                <a:cs typeface="Montserrat"/>
              </a:rPr>
              <a:t>(XX%)</a:t>
            </a:r>
            <a:r>
              <a:rPr sz="1350" b="1" spc="-4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-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Hire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85" dirty="0">
                <a:solidFill>
                  <a:srgbClr val="333333"/>
                </a:solidFill>
                <a:latin typeface="Montserrat"/>
                <a:cs typeface="Montserrat"/>
              </a:rPr>
              <a:t>key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engineering,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product,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operational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roles</a:t>
            </a:r>
            <a:endParaRPr sz="1300" dirty="0">
              <a:latin typeface="Montserrat"/>
              <a:cs typeface="Montserrat"/>
            </a:endParaRPr>
          </a:p>
          <a:p>
            <a:pPr marL="583565">
              <a:spcBef>
                <a:spcPts val="1080"/>
              </a:spcBef>
            </a:pPr>
            <a:r>
              <a:rPr sz="1350" b="1" spc="-114" dirty="0">
                <a:solidFill>
                  <a:srgbClr val="333333"/>
                </a:solidFill>
                <a:latin typeface="Montserrat"/>
                <a:cs typeface="Montserrat"/>
              </a:rPr>
              <a:t>Working</a:t>
            </a:r>
            <a:r>
              <a:rPr sz="1350" b="1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95" dirty="0">
                <a:solidFill>
                  <a:srgbClr val="333333"/>
                </a:solidFill>
                <a:latin typeface="Montserrat"/>
                <a:cs typeface="Montserrat"/>
              </a:rPr>
              <a:t>Capital</a:t>
            </a:r>
            <a:r>
              <a:rPr sz="1350" b="1" spc="-2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50" b="1" spc="-105" dirty="0">
                <a:solidFill>
                  <a:srgbClr val="333333"/>
                </a:solidFill>
                <a:latin typeface="Montserrat"/>
                <a:cs typeface="Montserrat"/>
              </a:rPr>
              <a:t>(XX%)</a:t>
            </a:r>
            <a:r>
              <a:rPr sz="1350" b="1" spc="-4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-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Support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day-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to-</a:t>
            </a:r>
            <a:r>
              <a:rPr sz="1300" spc="-80" dirty="0">
                <a:solidFill>
                  <a:srgbClr val="333333"/>
                </a:solidFill>
                <a:latin typeface="Montserrat"/>
                <a:cs typeface="Montserrat"/>
              </a:rPr>
              <a:t>day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operations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provide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runway</a:t>
            </a:r>
            <a:endParaRPr sz="1300" dirty="0">
              <a:latin typeface="Montserrat"/>
              <a:cs typeface="Montserrat"/>
            </a:endParaRPr>
          </a:p>
          <a:p>
            <a:pPr>
              <a:spcBef>
                <a:spcPts val="375"/>
              </a:spcBef>
            </a:pPr>
            <a:endParaRPr sz="1200" dirty="0">
              <a:latin typeface="Montserrat"/>
              <a:cs typeface="Montserrat"/>
            </a:endParaRPr>
          </a:p>
          <a:p>
            <a:pPr marL="431165"/>
            <a:r>
              <a:rPr sz="1600" b="1" spc="-125" dirty="0">
                <a:solidFill>
                  <a:srgbClr val="2A6BB0"/>
                </a:solidFill>
                <a:latin typeface="Montserrat SemiBold"/>
                <a:cs typeface="Montserrat SemiBold"/>
              </a:rPr>
              <a:t>Beyond</a:t>
            </a:r>
            <a:r>
              <a:rPr sz="1600" b="1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0" dirty="0">
                <a:solidFill>
                  <a:srgbClr val="2A6BB0"/>
                </a:solidFill>
                <a:latin typeface="Montserrat SemiBold"/>
                <a:cs typeface="Montserrat SemiBold"/>
              </a:rPr>
              <a:t>Capital</a:t>
            </a:r>
            <a:endParaRPr sz="1600" dirty="0">
              <a:latin typeface="Montserrat SemiBold"/>
              <a:cs typeface="Montserrat SemiBold"/>
            </a:endParaRPr>
          </a:p>
          <a:p>
            <a:pPr marL="431165">
              <a:lnSpc>
                <a:spcPts val="1645"/>
              </a:lnSpc>
              <a:spcBef>
                <a:spcPts val="930"/>
              </a:spcBef>
            </a:pPr>
            <a:r>
              <a:rPr sz="1450" spc="-120" dirty="0">
                <a:solidFill>
                  <a:srgbClr val="4A5467"/>
                </a:solidFill>
                <a:latin typeface="Montserrat"/>
                <a:cs typeface="Montserrat"/>
              </a:rPr>
              <a:t>We're</a:t>
            </a:r>
            <a:r>
              <a:rPr sz="1450" spc="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seeking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strategic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partners</a:t>
            </a:r>
            <a:r>
              <a:rPr sz="1450" spc="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5" dirty="0">
                <a:solidFill>
                  <a:srgbClr val="4A5467"/>
                </a:solidFill>
                <a:latin typeface="Montserrat"/>
                <a:cs typeface="Montserrat"/>
              </a:rPr>
              <a:t>who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can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provide</a:t>
            </a:r>
            <a:r>
              <a:rPr sz="1450" spc="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industry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expertise</a:t>
            </a:r>
            <a:r>
              <a:rPr lang="en-US" sz="1450" spc="-10" dirty="0">
                <a:solidFill>
                  <a:srgbClr val="4A5467"/>
                </a:solidFill>
                <a:latin typeface="Montserrat"/>
                <a:cs typeface="Montserrat"/>
              </a:rPr>
              <a:t>…</a:t>
            </a:r>
            <a:endParaRPr sz="1450" dirty="0">
              <a:latin typeface="Montserrat"/>
              <a:cs typeface="Montserra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05675" y="2590800"/>
            <a:ext cx="4276725" cy="2667000"/>
            <a:chOff x="7305674" y="2867024"/>
            <a:chExt cx="4276725" cy="2667000"/>
          </a:xfrm>
        </p:grpSpPr>
        <p:sp>
          <p:nvSpPr>
            <p:cNvPr id="13" name="object 13"/>
            <p:cNvSpPr/>
            <p:nvPr/>
          </p:nvSpPr>
          <p:spPr>
            <a:xfrm>
              <a:off x="7305674" y="2867024"/>
              <a:ext cx="4276725" cy="2667000"/>
            </a:xfrm>
            <a:custGeom>
              <a:avLst/>
              <a:gdLst/>
              <a:ahLst/>
              <a:cxnLst/>
              <a:rect l="l" t="t" r="r" b="b"/>
              <a:pathLst>
                <a:path w="4276725" h="2667000">
                  <a:moveTo>
                    <a:pt x="4200524" y="2666999"/>
                  </a:moveTo>
                  <a:lnTo>
                    <a:pt x="76199" y="2666999"/>
                  </a:lnTo>
                  <a:lnTo>
                    <a:pt x="68693" y="2666637"/>
                  </a:lnTo>
                  <a:lnTo>
                    <a:pt x="27882" y="2649732"/>
                  </a:lnTo>
                  <a:lnTo>
                    <a:pt x="3261" y="2612885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200524" y="0"/>
                  </a:lnTo>
                  <a:lnTo>
                    <a:pt x="4242866" y="12829"/>
                  </a:lnTo>
                  <a:lnTo>
                    <a:pt x="4270923" y="47039"/>
                  </a:lnTo>
                  <a:lnTo>
                    <a:pt x="4276724" y="76199"/>
                  </a:lnTo>
                  <a:lnTo>
                    <a:pt x="4276724" y="2590799"/>
                  </a:lnTo>
                  <a:lnTo>
                    <a:pt x="4263893" y="2633141"/>
                  </a:lnTo>
                  <a:lnTo>
                    <a:pt x="4229684" y="2661198"/>
                  </a:lnTo>
                  <a:lnTo>
                    <a:pt x="4200524" y="2666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05662" y="2867024"/>
              <a:ext cx="4276725" cy="2667000"/>
            </a:xfrm>
            <a:custGeom>
              <a:avLst/>
              <a:gdLst/>
              <a:ahLst/>
              <a:cxnLst/>
              <a:rect l="l" t="t" r="r" b="b"/>
              <a:pathLst>
                <a:path w="4276725" h="2667000">
                  <a:moveTo>
                    <a:pt x="19050" y="2488044"/>
                  </a:moveTo>
                  <a:lnTo>
                    <a:pt x="0" y="2488044"/>
                  </a:lnTo>
                  <a:lnTo>
                    <a:pt x="0" y="2545194"/>
                  </a:lnTo>
                  <a:lnTo>
                    <a:pt x="19050" y="2545194"/>
                  </a:lnTo>
                  <a:lnTo>
                    <a:pt x="19050" y="2488044"/>
                  </a:lnTo>
                  <a:close/>
                </a:path>
                <a:path w="4276725" h="2667000">
                  <a:moveTo>
                    <a:pt x="19050" y="2392997"/>
                  </a:moveTo>
                  <a:lnTo>
                    <a:pt x="0" y="2392997"/>
                  </a:lnTo>
                  <a:lnTo>
                    <a:pt x="0" y="2450147"/>
                  </a:lnTo>
                  <a:lnTo>
                    <a:pt x="19050" y="2450147"/>
                  </a:lnTo>
                  <a:lnTo>
                    <a:pt x="19050" y="2392997"/>
                  </a:lnTo>
                  <a:close/>
                </a:path>
                <a:path w="4276725" h="2667000">
                  <a:moveTo>
                    <a:pt x="19050" y="2297938"/>
                  </a:moveTo>
                  <a:lnTo>
                    <a:pt x="0" y="2297938"/>
                  </a:lnTo>
                  <a:lnTo>
                    <a:pt x="0" y="2355088"/>
                  </a:lnTo>
                  <a:lnTo>
                    <a:pt x="19050" y="2355088"/>
                  </a:lnTo>
                  <a:lnTo>
                    <a:pt x="19050" y="2297938"/>
                  </a:lnTo>
                  <a:close/>
                </a:path>
                <a:path w="4276725" h="2667000">
                  <a:moveTo>
                    <a:pt x="19050" y="2202891"/>
                  </a:moveTo>
                  <a:lnTo>
                    <a:pt x="0" y="2202891"/>
                  </a:lnTo>
                  <a:lnTo>
                    <a:pt x="0" y="2260041"/>
                  </a:lnTo>
                  <a:lnTo>
                    <a:pt x="19050" y="2260041"/>
                  </a:lnTo>
                  <a:lnTo>
                    <a:pt x="19050" y="2202891"/>
                  </a:lnTo>
                  <a:close/>
                </a:path>
                <a:path w="4276725" h="2667000">
                  <a:moveTo>
                    <a:pt x="19050" y="2107844"/>
                  </a:moveTo>
                  <a:lnTo>
                    <a:pt x="0" y="2107844"/>
                  </a:lnTo>
                  <a:lnTo>
                    <a:pt x="0" y="2164994"/>
                  </a:lnTo>
                  <a:lnTo>
                    <a:pt x="19050" y="2164994"/>
                  </a:lnTo>
                  <a:lnTo>
                    <a:pt x="19050" y="2107844"/>
                  </a:lnTo>
                  <a:close/>
                </a:path>
                <a:path w="4276725" h="2667000">
                  <a:moveTo>
                    <a:pt x="19050" y="2012784"/>
                  </a:moveTo>
                  <a:lnTo>
                    <a:pt x="0" y="2012784"/>
                  </a:lnTo>
                  <a:lnTo>
                    <a:pt x="0" y="2069934"/>
                  </a:lnTo>
                  <a:lnTo>
                    <a:pt x="19050" y="2069934"/>
                  </a:lnTo>
                  <a:lnTo>
                    <a:pt x="19050" y="2012784"/>
                  </a:lnTo>
                  <a:close/>
                </a:path>
                <a:path w="4276725" h="2667000">
                  <a:moveTo>
                    <a:pt x="19050" y="1917738"/>
                  </a:moveTo>
                  <a:lnTo>
                    <a:pt x="0" y="1917738"/>
                  </a:lnTo>
                  <a:lnTo>
                    <a:pt x="0" y="1974888"/>
                  </a:lnTo>
                  <a:lnTo>
                    <a:pt x="19050" y="1974888"/>
                  </a:lnTo>
                  <a:lnTo>
                    <a:pt x="19050" y="1917738"/>
                  </a:lnTo>
                  <a:close/>
                </a:path>
                <a:path w="4276725" h="2667000">
                  <a:moveTo>
                    <a:pt x="19050" y="1822691"/>
                  </a:moveTo>
                  <a:lnTo>
                    <a:pt x="0" y="1822691"/>
                  </a:lnTo>
                  <a:lnTo>
                    <a:pt x="0" y="1879841"/>
                  </a:lnTo>
                  <a:lnTo>
                    <a:pt x="19050" y="1879841"/>
                  </a:lnTo>
                  <a:lnTo>
                    <a:pt x="19050" y="1822691"/>
                  </a:lnTo>
                  <a:close/>
                </a:path>
                <a:path w="4276725" h="2667000">
                  <a:moveTo>
                    <a:pt x="19050" y="1727631"/>
                  </a:moveTo>
                  <a:lnTo>
                    <a:pt x="0" y="1727631"/>
                  </a:lnTo>
                  <a:lnTo>
                    <a:pt x="0" y="1784781"/>
                  </a:lnTo>
                  <a:lnTo>
                    <a:pt x="19050" y="1784781"/>
                  </a:lnTo>
                  <a:lnTo>
                    <a:pt x="19050" y="1727631"/>
                  </a:lnTo>
                  <a:close/>
                </a:path>
                <a:path w="4276725" h="2667000">
                  <a:moveTo>
                    <a:pt x="19050" y="1632585"/>
                  </a:moveTo>
                  <a:lnTo>
                    <a:pt x="0" y="1632585"/>
                  </a:lnTo>
                  <a:lnTo>
                    <a:pt x="0" y="1689735"/>
                  </a:lnTo>
                  <a:lnTo>
                    <a:pt x="19050" y="1689735"/>
                  </a:lnTo>
                  <a:lnTo>
                    <a:pt x="19050" y="1632585"/>
                  </a:lnTo>
                  <a:close/>
                </a:path>
                <a:path w="4276725" h="2667000">
                  <a:moveTo>
                    <a:pt x="19050" y="1537525"/>
                  </a:moveTo>
                  <a:lnTo>
                    <a:pt x="0" y="1537525"/>
                  </a:lnTo>
                  <a:lnTo>
                    <a:pt x="0" y="1594675"/>
                  </a:lnTo>
                  <a:lnTo>
                    <a:pt x="19050" y="1594675"/>
                  </a:lnTo>
                  <a:lnTo>
                    <a:pt x="19050" y="1537525"/>
                  </a:lnTo>
                  <a:close/>
                </a:path>
                <a:path w="4276725" h="2667000">
                  <a:moveTo>
                    <a:pt x="19050" y="1442478"/>
                  </a:moveTo>
                  <a:lnTo>
                    <a:pt x="0" y="1442478"/>
                  </a:lnTo>
                  <a:lnTo>
                    <a:pt x="0" y="1499628"/>
                  </a:lnTo>
                  <a:lnTo>
                    <a:pt x="19050" y="1499628"/>
                  </a:lnTo>
                  <a:lnTo>
                    <a:pt x="19050" y="1442478"/>
                  </a:lnTo>
                  <a:close/>
                </a:path>
                <a:path w="4276725" h="2667000">
                  <a:moveTo>
                    <a:pt x="19050" y="1347431"/>
                  </a:moveTo>
                  <a:lnTo>
                    <a:pt x="0" y="1347431"/>
                  </a:lnTo>
                  <a:lnTo>
                    <a:pt x="0" y="1404581"/>
                  </a:lnTo>
                  <a:lnTo>
                    <a:pt x="19050" y="1404581"/>
                  </a:lnTo>
                  <a:lnTo>
                    <a:pt x="19050" y="1347431"/>
                  </a:lnTo>
                  <a:close/>
                </a:path>
                <a:path w="4276725" h="2667000">
                  <a:moveTo>
                    <a:pt x="19050" y="1252372"/>
                  </a:moveTo>
                  <a:lnTo>
                    <a:pt x="0" y="1252372"/>
                  </a:lnTo>
                  <a:lnTo>
                    <a:pt x="0" y="1309522"/>
                  </a:lnTo>
                  <a:lnTo>
                    <a:pt x="19050" y="1309522"/>
                  </a:lnTo>
                  <a:lnTo>
                    <a:pt x="19050" y="1252372"/>
                  </a:lnTo>
                  <a:close/>
                </a:path>
                <a:path w="4276725" h="2667000">
                  <a:moveTo>
                    <a:pt x="19050" y="1157325"/>
                  </a:moveTo>
                  <a:lnTo>
                    <a:pt x="0" y="1157325"/>
                  </a:lnTo>
                  <a:lnTo>
                    <a:pt x="0" y="1214475"/>
                  </a:lnTo>
                  <a:lnTo>
                    <a:pt x="19050" y="1214475"/>
                  </a:lnTo>
                  <a:lnTo>
                    <a:pt x="19050" y="1157325"/>
                  </a:lnTo>
                  <a:close/>
                </a:path>
                <a:path w="4276725" h="2667000">
                  <a:moveTo>
                    <a:pt x="19050" y="1062278"/>
                  </a:moveTo>
                  <a:lnTo>
                    <a:pt x="0" y="1062278"/>
                  </a:lnTo>
                  <a:lnTo>
                    <a:pt x="0" y="1119428"/>
                  </a:lnTo>
                  <a:lnTo>
                    <a:pt x="19050" y="1119428"/>
                  </a:lnTo>
                  <a:lnTo>
                    <a:pt x="19050" y="1062278"/>
                  </a:lnTo>
                  <a:close/>
                </a:path>
                <a:path w="4276725" h="2667000">
                  <a:moveTo>
                    <a:pt x="19050" y="967219"/>
                  </a:moveTo>
                  <a:lnTo>
                    <a:pt x="0" y="967219"/>
                  </a:lnTo>
                  <a:lnTo>
                    <a:pt x="0" y="1024369"/>
                  </a:lnTo>
                  <a:lnTo>
                    <a:pt x="19050" y="1024369"/>
                  </a:lnTo>
                  <a:lnTo>
                    <a:pt x="19050" y="967219"/>
                  </a:lnTo>
                  <a:close/>
                </a:path>
                <a:path w="4276725" h="2667000">
                  <a:moveTo>
                    <a:pt x="19050" y="872172"/>
                  </a:moveTo>
                  <a:lnTo>
                    <a:pt x="0" y="872172"/>
                  </a:lnTo>
                  <a:lnTo>
                    <a:pt x="0" y="929322"/>
                  </a:lnTo>
                  <a:lnTo>
                    <a:pt x="19050" y="929322"/>
                  </a:lnTo>
                  <a:lnTo>
                    <a:pt x="19050" y="872172"/>
                  </a:lnTo>
                  <a:close/>
                </a:path>
                <a:path w="4276725" h="2667000">
                  <a:moveTo>
                    <a:pt x="19050" y="777113"/>
                  </a:moveTo>
                  <a:lnTo>
                    <a:pt x="0" y="777113"/>
                  </a:lnTo>
                  <a:lnTo>
                    <a:pt x="0" y="834263"/>
                  </a:lnTo>
                  <a:lnTo>
                    <a:pt x="19050" y="834263"/>
                  </a:lnTo>
                  <a:lnTo>
                    <a:pt x="19050" y="777113"/>
                  </a:lnTo>
                  <a:close/>
                </a:path>
                <a:path w="4276725" h="2667000">
                  <a:moveTo>
                    <a:pt x="19050" y="682066"/>
                  </a:moveTo>
                  <a:lnTo>
                    <a:pt x="0" y="682066"/>
                  </a:lnTo>
                  <a:lnTo>
                    <a:pt x="0" y="739216"/>
                  </a:lnTo>
                  <a:lnTo>
                    <a:pt x="19050" y="739216"/>
                  </a:lnTo>
                  <a:lnTo>
                    <a:pt x="19050" y="682066"/>
                  </a:lnTo>
                  <a:close/>
                </a:path>
                <a:path w="4276725" h="2667000">
                  <a:moveTo>
                    <a:pt x="19050" y="587019"/>
                  </a:moveTo>
                  <a:lnTo>
                    <a:pt x="0" y="587019"/>
                  </a:lnTo>
                  <a:lnTo>
                    <a:pt x="0" y="644169"/>
                  </a:lnTo>
                  <a:lnTo>
                    <a:pt x="19050" y="644169"/>
                  </a:lnTo>
                  <a:lnTo>
                    <a:pt x="19050" y="587019"/>
                  </a:lnTo>
                  <a:close/>
                </a:path>
                <a:path w="4276725" h="2667000">
                  <a:moveTo>
                    <a:pt x="19050" y="491959"/>
                  </a:moveTo>
                  <a:lnTo>
                    <a:pt x="0" y="491959"/>
                  </a:lnTo>
                  <a:lnTo>
                    <a:pt x="0" y="549109"/>
                  </a:lnTo>
                  <a:lnTo>
                    <a:pt x="19050" y="549109"/>
                  </a:lnTo>
                  <a:lnTo>
                    <a:pt x="19050" y="491959"/>
                  </a:lnTo>
                  <a:close/>
                </a:path>
                <a:path w="4276725" h="2667000">
                  <a:moveTo>
                    <a:pt x="19050" y="396913"/>
                  </a:moveTo>
                  <a:lnTo>
                    <a:pt x="0" y="396913"/>
                  </a:lnTo>
                  <a:lnTo>
                    <a:pt x="0" y="454063"/>
                  </a:lnTo>
                  <a:lnTo>
                    <a:pt x="19050" y="454063"/>
                  </a:lnTo>
                  <a:lnTo>
                    <a:pt x="19050" y="396913"/>
                  </a:lnTo>
                  <a:close/>
                </a:path>
                <a:path w="4276725" h="2667000">
                  <a:moveTo>
                    <a:pt x="19050" y="301866"/>
                  </a:moveTo>
                  <a:lnTo>
                    <a:pt x="0" y="301866"/>
                  </a:lnTo>
                  <a:lnTo>
                    <a:pt x="0" y="359016"/>
                  </a:lnTo>
                  <a:lnTo>
                    <a:pt x="19050" y="359016"/>
                  </a:lnTo>
                  <a:lnTo>
                    <a:pt x="19050" y="301866"/>
                  </a:lnTo>
                  <a:close/>
                </a:path>
                <a:path w="4276725" h="2667000">
                  <a:moveTo>
                    <a:pt x="19050" y="206806"/>
                  </a:moveTo>
                  <a:lnTo>
                    <a:pt x="0" y="206806"/>
                  </a:lnTo>
                  <a:lnTo>
                    <a:pt x="0" y="263956"/>
                  </a:lnTo>
                  <a:lnTo>
                    <a:pt x="19050" y="263956"/>
                  </a:lnTo>
                  <a:lnTo>
                    <a:pt x="19050" y="206806"/>
                  </a:lnTo>
                  <a:close/>
                </a:path>
                <a:path w="4276725" h="2667000">
                  <a:moveTo>
                    <a:pt x="19050" y="111760"/>
                  </a:moveTo>
                  <a:lnTo>
                    <a:pt x="0" y="111760"/>
                  </a:lnTo>
                  <a:lnTo>
                    <a:pt x="0" y="168910"/>
                  </a:lnTo>
                  <a:lnTo>
                    <a:pt x="19050" y="168910"/>
                  </a:lnTo>
                  <a:lnTo>
                    <a:pt x="19050" y="111760"/>
                  </a:lnTo>
                  <a:close/>
                </a:path>
                <a:path w="4276725" h="2667000">
                  <a:moveTo>
                    <a:pt x="34188" y="2629611"/>
                  </a:moveTo>
                  <a:lnTo>
                    <a:pt x="30441" y="2625852"/>
                  </a:lnTo>
                  <a:lnTo>
                    <a:pt x="26301" y="2619679"/>
                  </a:lnTo>
                  <a:lnTo>
                    <a:pt x="20510" y="2605671"/>
                  </a:lnTo>
                  <a:lnTo>
                    <a:pt x="19050" y="2598318"/>
                  </a:lnTo>
                  <a:lnTo>
                    <a:pt x="19050" y="2583103"/>
                  </a:lnTo>
                  <a:lnTo>
                    <a:pt x="0" y="2583103"/>
                  </a:lnTo>
                  <a:lnTo>
                    <a:pt x="0" y="2590800"/>
                  </a:lnTo>
                  <a:lnTo>
                    <a:pt x="368" y="2598318"/>
                  </a:lnTo>
                  <a:lnTo>
                    <a:pt x="17272" y="2639123"/>
                  </a:lnTo>
                  <a:lnTo>
                    <a:pt x="20294" y="2642451"/>
                  </a:lnTo>
                  <a:lnTo>
                    <a:pt x="34188" y="2629611"/>
                  </a:lnTo>
                  <a:close/>
                </a:path>
                <a:path w="4276725" h="2667000">
                  <a:moveTo>
                    <a:pt x="40436" y="31153"/>
                  </a:moveTo>
                  <a:lnTo>
                    <a:pt x="28841" y="16560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27" y="73660"/>
                  </a:lnTo>
                  <a:lnTo>
                    <a:pt x="19050" y="74295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788" y="35801"/>
                  </a:lnTo>
                  <a:lnTo>
                    <a:pt x="40436" y="31153"/>
                  </a:lnTo>
                  <a:close/>
                </a:path>
                <a:path w="4276725" h="2667000">
                  <a:moveTo>
                    <a:pt x="116636" y="2647950"/>
                  </a:moveTo>
                  <a:lnTo>
                    <a:pt x="68630" y="2647950"/>
                  </a:lnTo>
                  <a:lnTo>
                    <a:pt x="62103" y="2646654"/>
                  </a:lnTo>
                  <a:lnTo>
                    <a:pt x="57569" y="2664612"/>
                  </a:lnTo>
                  <a:lnTo>
                    <a:pt x="61341" y="2665552"/>
                  </a:lnTo>
                  <a:lnTo>
                    <a:pt x="68694" y="2666644"/>
                  </a:lnTo>
                  <a:lnTo>
                    <a:pt x="76200" y="2667000"/>
                  </a:lnTo>
                  <a:lnTo>
                    <a:pt x="116636" y="2667000"/>
                  </a:lnTo>
                  <a:lnTo>
                    <a:pt x="116636" y="2647950"/>
                  </a:lnTo>
                  <a:close/>
                </a:path>
                <a:path w="4276725" h="266700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w="4276725" h="2667000">
                  <a:moveTo>
                    <a:pt x="211696" y="2647950"/>
                  </a:moveTo>
                  <a:lnTo>
                    <a:pt x="154546" y="2647950"/>
                  </a:lnTo>
                  <a:lnTo>
                    <a:pt x="154546" y="2667000"/>
                  </a:lnTo>
                  <a:lnTo>
                    <a:pt x="211696" y="2667000"/>
                  </a:lnTo>
                  <a:lnTo>
                    <a:pt x="211696" y="2647950"/>
                  </a:lnTo>
                  <a:close/>
                </a:path>
                <a:path w="4276725" h="2667000">
                  <a:moveTo>
                    <a:pt x="228409" y="0"/>
                  </a:moveTo>
                  <a:lnTo>
                    <a:pt x="171259" y="0"/>
                  </a:lnTo>
                  <a:lnTo>
                    <a:pt x="171259" y="19050"/>
                  </a:lnTo>
                  <a:lnTo>
                    <a:pt x="228409" y="19050"/>
                  </a:lnTo>
                  <a:lnTo>
                    <a:pt x="228409" y="0"/>
                  </a:lnTo>
                  <a:close/>
                </a:path>
                <a:path w="4276725" h="2667000">
                  <a:moveTo>
                    <a:pt x="306743" y="2647950"/>
                  </a:moveTo>
                  <a:lnTo>
                    <a:pt x="249593" y="2647950"/>
                  </a:lnTo>
                  <a:lnTo>
                    <a:pt x="249593" y="2667000"/>
                  </a:lnTo>
                  <a:lnTo>
                    <a:pt x="306743" y="2667000"/>
                  </a:lnTo>
                  <a:lnTo>
                    <a:pt x="306743" y="2647950"/>
                  </a:lnTo>
                  <a:close/>
                </a:path>
                <a:path w="4276725" h="2667000">
                  <a:moveTo>
                    <a:pt x="323456" y="0"/>
                  </a:moveTo>
                  <a:lnTo>
                    <a:pt x="266306" y="0"/>
                  </a:lnTo>
                  <a:lnTo>
                    <a:pt x="266306" y="19050"/>
                  </a:lnTo>
                  <a:lnTo>
                    <a:pt x="323456" y="19050"/>
                  </a:lnTo>
                  <a:lnTo>
                    <a:pt x="323456" y="0"/>
                  </a:lnTo>
                  <a:close/>
                </a:path>
                <a:path w="4276725" h="2667000">
                  <a:moveTo>
                    <a:pt x="401789" y="2647950"/>
                  </a:moveTo>
                  <a:lnTo>
                    <a:pt x="344639" y="2647950"/>
                  </a:lnTo>
                  <a:lnTo>
                    <a:pt x="344639" y="2667000"/>
                  </a:lnTo>
                  <a:lnTo>
                    <a:pt x="401789" y="2667000"/>
                  </a:lnTo>
                  <a:lnTo>
                    <a:pt x="401789" y="2647950"/>
                  </a:lnTo>
                  <a:close/>
                </a:path>
                <a:path w="4276725" h="2667000">
                  <a:moveTo>
                    <a:pt x="418515" y="0"/>
                  </a:moveTo>
                  <a:lnTo>
                    <a:pt x="361365" y="0"/>
                  </a:lnTo>
                  <a:lnTo>
                    <a:pt x="361365" y="19050"/>
                  </a:lnTo>
                  <a:lnTo>
                    <a:pt x="418515" y="19050"/>
                  </a:lnTo>
                  <a:lnTo>
                    <a:pt x="418515" y="0"/>
                  </a:lnTo>
                  <a:close/>
                </a:path>
                <a:path w="4276725" h="2667000">
                  <a:moveTo>
                    <a:pt x="496849" y="2647950"/>
                  </a:moveTo>
                  <a:lnTo>
                    <a:pt x="439699" y="2647950"/>
                  </a:lnTo>
                  <a:lnTo>
                    <a:pt x="439699" y="2667000"/>
                  </a:lnTo>
                  <a:lnTo>
                    <a:pt x="496849" y="2667000"/>
                  </a:lnTo>
                  <a:lnTo>
                    <a:pt x="496849" y="2647950"/>
                  </a:lnTo>
                  <a:close/>
                </a:path>
                <a:path w="4276725" h="2667000">
                  <a:moveTo>
                    <a:pt x="513562" y="0"/>
                  </a:moveTo>
                  <a:lnTo>
                    <a:pt x="456412" y="0"/>
                  </a:lnTo>
                  <a:lnTo>
                    <a:pt x="456412" y="19050"/>
                  </a:lnTo>
                  <a:lnTo>
                    <a:pt x="513562" y="19050"/>
                  </a:lnTo>
                  <a:lnTo>
                    <a:pt x="513562" y="0"/>
                  </a:lnTo>
                  <a:close/>
                </a:path>
                <a:path w="4276725" h="2667000">
                  <a:moveTo>
                    <a:pt x="591896" y="2647950"/>
                  </a:moveTo>
                  <a:lnTo>
                    <a:pt x="534746" y="2647950"/>
                  </a:lnTo>
                  <a:lnTo>
                    <a:pt x="534746" y="2667000"/>
                  </a:lnTo>
                  <a:lnTo>
                    <a:pt x="591896" y="2667000"/>
                  </a:lnTo>
                  <a:lnTo>
                    <a:pt x="591896" y="2647950"/>
                  </a:lnTo>
                  <a:close/>
                </a:path>
                <a:path w="4276725" h="2667000">
                  <a:moveTo>
                    <a:pt x="608609" y="0"/>
                  </a:moveTo>
                  <a:lnTo>
                    <a:pt x="551459" y="0"/>
                  </a:lnTo>
                  <a:lnTo>
                    <a:pt x="551459" y="19050"/>
                  </a:lnTo>
                  <a:lnTo>
                    <a:pt x="608609" y="19050"/>
                  </a:lnTo>
                  <a:lnTo>
                    <a:pt x="608609" y="0"/>
                  </a:lnTo>
                  <a:close/>
                </a:path>
                <a:path w="4276725" h="2667000">
                  <a:moveTo>
                    <a:pt x="686955" y="2647950"/>
                  </a:moveTo>
                  <a:lnTo>
                    <a:pt x="629805" y="2647950"/>
                  </a:lnTo>
                  <a:lnTo>
                    <a:pt x="629805" y="2667000"/>
                  </a:lnTo>
                  <a:lnTo>
                    <a:pt x="686955" y="2667000"/>
                  </a:lnTo>
                  <a:lnTo>
                    <a:pt x="686955" y="2647950"/>
                  </a:lnTo>
                  <a:close/>
                </a:path>
                <a:path w="4276725" h="2667000">
                  <a:moveTo>
                    <a:pt x="703668" y="0"/>
                  </a:moveTo>
                  <a:lnTo>
                    <a:pt x="646518" y="0"/>
                  </a:lnTo>
                  <a:lnTo>
                    <a:pt x="646518" y="19050"/>
                  </a:lnTo>
                  <a:lnTo>
                    <a:pt x="703668" y="19050"/>
                  </a:lnTo>
                  <a:lnTo>
                    <a:pt x="703668" y="0"/>
                  </a:lnTo>
                  <a:close/>
                </a:path>
                <a:path w="4276725" h="2667000">
                  <a:moveTo>
                    <a:pt x="782002" y="2647950"/>
                  </a:moveTo>
                  <a:lnTo>
                    <a:pt x="724852" y="2647950"/>
                  </a:lnTo>
                  <a:lnTo>
                    <a:pt x="724852" y="2667000"/>
                  </a:lnTo>
                  <a:lnTo>
                    <a:pt x="782002" y="2667000"/>
                  </a:lnTo>
                  <a:lnTo>
                    <a:pt x="782002" y="2647950"/>
                  </a:lnTo>
                  <a:close/>
                </a:path>
                <a:path w="4276725" h="2667000">
                  <a:moveTo>
                    <a:pt x="798715" y="0"/>
                  </a:moveTo>
                  <a:lnTo>
                    <a:pt x="741565" y="0"/>
                  </a:lnTo>
                  <a:lnTo>
                    <a:pt x="741565" y="19050"/>
                  </a:lnTo>
                  <a:lnTo>
                    <a:pt x="798715" y="19050"/>
                  </a:lnTo>
                  <a:lnTo>
                    <a:pt x="798715" y="0"/>
                  </a:lnTo>
                  <a:close/>
                </a:path>
                <a:path w="4276725" h="2667000">
                  <a:moveTo>
                    <a:pt x="877049" y="2647950"/>
                  </a:moveTo>
                  <a:lnTo>
                    <a:pt x="819899" y="2647950"/>
                  </a:lnTo>
                  <a:lnTo>
                    <a:pt x="819899" y="2667000"/>
                  </a:lnTo>
                  <a:lnTo>
                    <a:pt x="877049" y="2667000"/>
                  </a:lnTo>
                  <a:lnTo>
                    <a:pt x="877049" y="2647950"/>
                  </a:lnTo>
                  <a:close/>
                </a:path>
                <a:path w="4276725" h="2667000">
                  <a:moveTo>
                    <a:pt x="893762" y="0"/>
                  </a:moveTo>
                  <a:lnTo>
                    <a:pt x="836612" y="0"/>
                  </a:lnTo>
                  <a:lnTo>
                    <a:pt x="836612" y="19050"/>
                  </a:lnTo>
                  <a:lnTo>
                    <a:pt x="893762" y="19050"/>
                  </a:lnTo>
                  <a:lnTo>
                    <a:pt x="893762" y="0"/>
                  </a:lnTo>
                  <a:close/>
                </a:path>
                <a:path w="4276725" h="2667000">
                  <a:moveTo>
                    <a:pt x="972108" y="2647950"/>
                  </a:moveTo>
                  <a:lnTo>
                    <a:pt x="914958" y="2647950"/>
                  </a:lnTo>
                  <a:lnTo>
                    <a:pt x="914958" y="2667000"/>
                  </a:lnTo>
                  <a:lnTo>
                    <a:pt x="972108" y="2667000"/>
                  </a:lnTo>
                  <a:lnTo>
                    <a:pt x="972108" y="2647950"/>
                  </a:lnTo>
                  <a:close/>
                </a:path>
                <a:path w="4276725" h="2667000">
                  <a:moveTo>
                    <a:pt x="988822" y="0"/>
                  </a:moveTo>
                  <a:lnTo>
                    <a:pt x="931672" y="0"/>
                  </a:lnTo>
                  <a:lnTo>
                    <a:pt x="931672" y="19050"/>
                  </a:lnTo>
                  <a:lnTo>
                    <a:pt x="988822" y="19050"/>
                  </a:lnTo>
                  <a:lnTo>
                    <a:pt x="988822" y="0"/>
                  </a:lnTo>
                  <a:close/>
                </a:path>
                <a:path w="4276725" h="2667000">
                  <a:moveTo>
                    <a:pt x="1067155" y="2647950"/>
                  </a:moveTo>
                  <a:lnTo>
                    <a:pt x="1010005" y="2647950"/>
                  </a:lnTo>
                  <a:lnTo>
                    <a:pt x="1010005" y="2667000"/>
                  </a:lnTo>
                  <a:lnTo>
                    <a:pt x="1067155" y="2667000"/>
                  </a:lnTo>
                  <a:lnTo>
                    <a:pt x="1067155" y="2647950"/>
                  </a:lnTo>
                  <a:close/>
                </a:path>
                <a:path w="4276725" h="2667000">
                  <a:moveTo>
                    <a:pt x="1083868" y="0"/>
                  </a:moveTo>
                  <a:lnTo>
                    <a:pt x="1026718" y="0"/>
                  </a:lnTo>
                  <a:lnTo>
                    <a:pt x="1026718" y="19050"/>
                  </a:lnTo>
                  <a:lnTo>
                    <a:pt x="1083868" y="19050"/>
                  </a:lnTo>
                  <a:lnTo>
                    <a:pt x="1083868" y="0"/>
                  </a:lnTo>
                  <a:close/>
                </a:path>
                <a:path w="4276725" h="2667000">
                  <a:moveTo>
                    <a:pt x="1162202" y="2647950"/>
                  </a:moveTo>
                  <a:lnTo>
                    <a:pt x="1105052" y="2647950"/>
                  </a:lnTo>
                  <a:lnTo>
                    <a:pt x="1105052" y="2667000"/>
                  </a:lnTo>
                  <a:lnTo>
                    <a:pt x="1162202" y="2667000"/>
                  </a:lnTo>
                  <a:lnTo>
                    <a:pt x="1162202" y="2647950"/>
                  </a:lnTo>
                  <a:close/>
                </a:path>
                <a:path w="4276725" h="2667000">
                  <a:moveTo>
                    <a:pt x="1178928" y="0"/>
                  </a:moveTo>
                  <a:lnTo>
                    <a:pt x="1121778" y="0"/>
                  </a:lnTo>
                  <a:lnTo>
                    <a:pt x="1121778" y="19050"/>
                  </a:lnTo>
                  <a:lnTo>
                    <a:pt x="1178928" y="19050"/>
                  </a:lnTo>
                  <a:lnTo>
                    <a:pt x="1178928" y="0"/>
                  </a:lnTo>
                  <a:close/>
                </a:path>
                <a:path w="4276725" h="2667000">
                  <a:moveTo>
                    <a:pt x="1257261" y="2647950"/>
                  </a:moveTo>
                  <a:lnTo>
                    <a:pt x="1200111" y="2647950"/>
                  </a:lnTo>
                  <a:lnTo>
                    <a:pt x="1200111" y="2667000"/>
                  </a:lnTo>
                  <a:lnTo>
                    <a:pt x="1257261" y="2667000"/>
                  </a:lnTo>
                  <a:lnTo>
                    <a:pt x="1257261" y="2647950"/>
                  </a:lnTo>
                  <a:close/>
                </a:path>
                <a:path w="4276725" h="2667000">
                  <a:moveTo>
                    <a:pt x="1273975" y="0"/>
                  </a:moveTo>
                  <a:lnTo>
                    <a:pt x="1216825" y="0"/>
                  </a:lnTo>
                  <a:lnTo>
                    <a:pt x="1216825" y="19050"/>
                  </a:lnTo>
                  <a:lnTo>
                    <a:pt x="1273975" y="19050"/>
                  </a:lnTo>
                  <a:lnTo>
                    <a:pt x="1273975" y="0"/>
                  </a:lnTo>
                  <a:close/>
                </a:path>
                <a:path w="4276725" h="2667000">
                  <a:moveTo>
                    <a:pt x="1352308" y="2647950"/>
                  </a:moveTo>
                  <a:lnTo>
                    <a:pt x="1295158" y="2647950"/>
                  </a:lnTo>
                  <a:lnTo>
                    <a:pt x="1295158" y="2667000"/>
                  </a:lnTo>
                  <a:lnTo>
                    <a:pt x="1352308" y="2667000"/>
                  </a:lnTo>
                  <a:lnTo>
                    <a:pt x="1352308" y="2647950"/>
                  </a:lnTo>
                  <a:close/>
                </a:path>
                <a:path w="4276725" h="2667000">
                  <a:moveTo>
                    <a:pt x="1369021" y="0"/>
                  </a:moveTo>
                  <a:lnTo>
                    <a:pt x="1311871" y="0"/>
                  </a:lnTo>
                  <a:lnTo>
                    <a:pt x="1311871" y="19050"/>
                  </a:lnTo>
                  <a:lnTo>
                    <a:pt x="1369021" y="19050"/>
                  </a:lnTo>
                  <a:lnTo>
                    <a:pt x="1369021" y="0"/>
                  </a:lnTo>
                  <a:close/>
                </a:path>
                <a:path w="4276725" h="2667000">
                  <a:moveTo>
                    <a:pt x="1447368" y="2647950"/>
                  </a:moveTo>
                  <a:lnTo>
                    <a:pt x="1390218" y="2647950"/>
                  </a:lnTo>
                  <a:lnTo>
                    <a:pt x="1390218" y="2667000"/>
                  </a:lnTo>
                  <a:lnTo>
                    <a:pt x="1447368" y="2667000"/>
                  </a:lnTo>
                  <a:lnTo>
                    <a:pt x="1447368" y="2647950"/>
                  </a:lnTo>
                  <a:close/>
                </a:path>
                <a:path w="4276725" h="2667000">
                  <a:moveTo>
                    <a:pt x="1464081" y="0"/>
                  </a:moveTo>
                  <a:lnTo>
                    <a:pt x="1406931" y="0"/>
                  </a:lnTo>
                  <a:lnTo>
                    <a:pt x="1406931" y="19050"/>
                  </a:lnTo>
                  <a:lnTo>
                    <a:pt x="1464081" y="19050"/>
                  </a:lnTo>
                  <a:lnTo>
                    <a:pt x="1464081" y="0"/>
                  </a:lnTo>
                  <a:close/>
                </a:path>
                <a:path w="4276725" h="2667000">
                  <a:moveTo>
                    <a:pt x="1542415" y="2647950"/>
                  </a:moveTo>
                  <a:lnTo>
                    <a:pt x="1485265" y="2647950"/>
                  </a:lnTo>
                  <a:lnTo>
                    <a:pt x="1485265" y="2667000"/>
                  </a:lnTo>
                  <a:lnTo>
                    <a:pt x="1542415" y="2667000"/>
                  </a:lnTo>
                  <a:lnTo>
                    <a:pt x="1542415" y="2647950"/>
                  </a:lnTo>
                  <a:close/>
                </a:path>
                <a:path w="4276725" h="2667000">
                  <a:moveTo>
                    <a:pt x="1559128" y="0"/>
                  </a:moveTo>
                  <a:lnTo>
                    <a:pt x="1501978" y="0"/>
                  </a:lnTo>
                  <a:lnTo>
                    <a:pt x="1501978" y="19050"/>
                  </a:lnTo>
                  <a:lnTo>
                    <a:pt x="1559128" y="19050"/>
                  </a:lnTo>
                  <a:lnTo>
                    <a:pt x="1559128" y="0"/>
                  </a:lnTo>
                  <a:close/>
                </a:path>
                <a:path w="4276725" h="2667000">
                  <a:moveTo>
                    <a:pt x="1637461" y="2647950"/>
                  </a:moveTo>
                  <a:lnTo>
                    <a:pt x="1580311" y="2647950"/>
                  </a:lnTo>
                  <a:lnTo>
                    <a:pt x="1580311" y="2667000"/>
                  </a:lnTo>
                  <a:lnTo>
                    <a:pt x="1637461" y="2667000"/>
                  </a:lnTo>
                  <a:lnTo>
                    <a:pt x="1637461" y="2647950"/>
                  </a:lnTo>
                  <a:close/>
                </a:path>
                <a:path w="4276725" h="2667000">
                  <a:moveTo>
                    <a:pt x="1654175" y="0"/>
                  </a:moveTo>
                  <a:lnTo>
                    <a:pt x="1597025" y="0"/>
                  </a:lnTo>
                  <a:lnTo>
                    <a:pt x="1597025" y="19050"/>
                  </a:lnTo>
                  <a:lnTo>
                    <a:pt x="1654175" y="19050"/>
                  </a:lnTo>
                  <a:lnTo>
                    <a:pt x="1654175" y="0"/>
                  </a:lnTo>
                  <a:close/>
                </a:path>
                <a:path w="4276725" h="2667000">
                  <a:moveTo>
                    <a:pt x="1732521" y="2647950"/>
                  </a:moveTo>
                  <a:lnTo>
                    <a:pt x="1675371" y="2647950"/>
                  </a:lnTo>
                  <a:lnTo>
                    <a:pt x="1675371" y="2667000"/>
                  </a:lnTo>
                  <a:lnTo>
                    <a:pt x="1732521" y="2667000"/>
                  </a:lnTo>
                  <a:lnTo>
                    <a:pt x="1732521" y="2647950"/>
                  </a:lnTo>
                  <a:close/>
                </a:path>
                <a:path w="4276725" h="2667000">
                  <a:moveTo>
                    <a:pt x="1749234" y="0"/>
                  </a:moveTo>
                  <a:lnTo>
                    <a:pt x="1692084" y="0"/>
                  </a:lnTo>
                  <a:lnTo>
                    <a:pt x="1692084" y="19050"/>
                  </a:lnTo>
                  <a:lnTo>
                    <a:pt x="1749234" y="19050"/>
                  </a:lnTo>
                  <a:lnTo>
                    <a:pt x="1749234" y="0"/>
                  </a:lnTo>
                  <a:close/>
                </a:path>
                <a:path w="4276725" h="2667000">
                  <a:moveTo>
                    <a:pt x="1827568" y="2647950"/>
                  </a:moveTo>
                  <a:lnTo>
                    <a:pt x="1770418" y="2647950"/>
                  </a:lnTo>
                  <a:lnTo>
                    <a:pt x="1770418" y="2667000"/>
                  </a:lnTo>
                  <a:lnTo>
                    <a:pt x="1827568" y="2667000"/>
                  </a:lnTo>
                  <a:lnTo>
                    <a:pt x="1827568" y="2647950"/>
                  </a:lnTo>
                  <a:close/>
                </a:path>
                <a:path w="4276725" h="2667000">
                  <a:moveTo>
                    <a:pt x="1844281" y="0"/>
                  </a:moveTo>
                  <a:lnTo>
                    <a:pt x="1787131" y="0"/>
                  </a:lnTo>
                  <a:lnTo>
                    <a:pt x="1787131" y="19050"/>
                  </a:lnTo>
                  <a:lnTo>
                    <a:pt x="1844281" y="19050"/>
                  </a:lnTo>
                  <a:lnTo>
                    <a:pt x="1844281" y="0"/>
                  </a:lnTo>
                  <a:close/>
                </a:path>
                <a:path w="4276725" h="2667000">
                  <a:moveTo>
                    <a:pt x="1922614" y="2647950"/>
                  </a:moveTo>
                  <a:lnTo>
                    <a:pt x="1865464" y="2647950"/>
                  </a:lnTo>
                  <a:lnTo>
                    <a:pt x="1865464" y="2667000"/>
                  </a:lnTo>
                  <a:lnTo>
                    <a:pt x="1922614" y="2667000"/>
                  </a:lnTo>
                  <a:lnTo>
                    <a:pt x="1922614" y="2647950"/>
                  </a:lnTo>
                  <a:close/>
                </a:path>
                <a:path w="4276725" h="2667000">
                  <a:moveTo>
                    <a:pt x="1939340" y="0"/>
                  </a:moveTo>
                  <a:lnTo>
                    <a:pt x="1882190" y="0"/>
                  </a:lnTo>
                  <a:lnTo>
                    <a:pt x="1882190" y="19050"/>
                  </a:lnTo>
                  <a:lnTo>
                    <a:pt x="1939340" y="19050"/>
                  </a:lnTo>
                  <a:lnTo>
                    <a:pt x="1939340" y="0"/>
                  </a:lnTo>
                  <a:close/>
                </a:path>
                <a:path w="4276725" h="2667000">
                  <a:moveTo>
                    <a:pt x="2017674" y="2647950"/>
                  </a:moveTo>
                  <a:lnTo>
                    <a:pt x="1960524" y="2647950"/>
                  </a:lnTo>
                  <a:lnTo>
                    <a:pt x="1960524" y="2667000"/>
                  </a:lnTo>
                  <a:lnTo>
                    <a:pt x="2017674" y="2667000"/>
                  </a:lnTo>
                  <a:lnTo>
                    <a:pt x="2017674" y="2647950"/>
                  </a:lnTo>
                  <a:close/>
                </a:path>
                <a:path w="4276725" h="2667000">
                  <a:moveTo>
                    <a:pt x="2034387" y="0"/>
                  </a:moveTo>
                  <a:lnTo>
                    <a:pt x="1977237" y="0"/>
                  </a:lnTo>
                  <a:lnTo>
                    <a:pt x="1977237" y="19050"/>
                  </a:lnTo>
                  <a:lnTo>
                    <a:pt x="2034387" y="19050"/>
                  </a:lnTo>
                  <a:lnTo>
                    <a:pt x="2034387" y="0"/>
                  </a:lnTo>
                  <a:close/>
                </a:path>
                <a:path w="4276725" h="2667000">
                  <a:moveTo>
                    <a:pt x="2112721" y="2647950"/>
                  </a:moveTo>
                  <a:lnTo>
                    <a:pt x="2055571" y="2647950"/>
                  </a:lnTo>
                  <a:lnTo>
                    <a:pt x="2055571" y="2667000"/>
                  </a:lnTo>
                  <a:lnTo>
                    <a:pt x="2112721" y="2667000"/>
                  </a:lnTo>
                  <a:lnTo>
                    <a:pt x="2112721" y="2647950"/>
                  </a:lnTo>
                  <a:close/>
                </a:path>
                <a:path w="4276725" h="2667000">
                  <a:moveTo>
                    <a:pt x="2129434" y="0"/>
                  </a:moveTo>
                  <a:lnTo>
                    <a:pt x="2072284" y="0"/>
                  </a:lnTo>
                  <a:lnTo>
                    <a:pt x="2072284" y="19050"/>
                  </a:lnTo>
                  <a:lnTo>
                    <a:pt x="2129434" y="19050"/>
                  </a:lnTo>
                  <a:lnTo>
                    <a:pt x="2129434" y="0"/>
                  </a:lnTo>
                  <a:close/>
                </a:path>
                <a:path w="4276725" h="2667000">
                  <a:moveTo>
                    <a:pt x="2207780" y="2647950"/>
                  </a:moveTo>
                  <a:lnTo>
                    <a:pt x="2150630" y="2647950"/>
                  </a:lnTo>
                  <a:lnTo>
                    <a:pt x="2150630" y="2667000"/>
                  </a:lnTo>
                  <a:lnTo>
                    <a:pt x="2207780" y="2667000"/>
                  </a:lnTo>
                  <a:lnTo>
                    <a:pt x="2207780" y="2647950"/>
                  </a:lnTo>
                  <a:close/>
                </a:path>
                <a:path w="4276725" h="2667000">
                  <a:moveTo>
                    <a:pt x="2224494" y="0"/>
                  </a:moveTo>
                  <a:lnTo>
                    <a:pt x="2167344" y="0"/>
                  </a:lnTo>
                  <a:lnTo>
                    <a:pt x="2167344" y="19050"/>
                  </a:lnTo>
                  <a:lnTo>
                    <a:pt x="2224494" y="19050"/>
                  </a:lnTo>
                  <a:lnTo>
                    <a:pt x="2224494" y="0"/>
                  </a:lnTo>
                  <a:close/>
                </a:path>
                <a:path w="4276725" h="2667000">
                  <a:moveTo>
                    <a:pt x="2302827" y="2647950"/>
                  </a:moveTo>
                  <a:lnTo>
                    <a:pt x="2245677" y="2647950"/>
                  </a:lnTo>
                  <a:lnTo>
                    <a:pt x="2245677" y="2667000"/>
                  </a:lnTo>
                  <a:lnTo>
                    <a:pt x="2302827" y="2667000"/>
                  </a:lnTo>
                  <a:lnTo>
                    <a:pt x="2302827" y="2647950"/>
                  </a:lnTo>
                  <a:close/>
                </a:path>
                <a:path w="4276725" h="2667000">
                  <a:moveTo>
                    <a:pt x="2319540" y="0"/>
                  </a:moveTo>
                  <a:lnTo>
                    <a:pt x="2262390" y="0"/>
                  </a:lnTo>
                  <a:lnTo>
                    <a:pt x="2262390" y="19050"/>
                  </a:lnTo>
                  <a:lnTo>
                    <a:pt x="2319540" y="19050"/>
                  </a:lnTo>
                  <a:lnTo>
                    <a:pt x="2319540" y="0"/>
                  </a:lnTo>
                  <a:close/>
                </a:path>
                <a:path w="4276725" h="2667000">
                  <a:moveTo>
                    <a:pt x="2397874" y="2647950"/>
                  </a:moveTo>
                  <a:lnTo>
                    <a:pt x="2340724" y="2647950"/>
                  </a:lnTo>
                  <a:lnTo>
                    <a:pt x="2340724" y="2667000"/>
                  </a:lnTo>
                  <a:lnTo>
                    <a:pt x="2397874" y="2667000"/>
                  </a:lnTo>
                  <a:lnTo>
                    <a:pt x="2397874" y="2647950"/>
                  </a:lnTo>
                  <a:close/>
                </a:path>
                <a:path w="4276725" h="2667000">
                  <a:moveTo>
                    <a:pt x="2414587" y="0"/>
                  </a:moveTo>
                  <a:lnTo>
                    <a:pt x="2357437" y="0"/>
                  </a:lnTo>
                  <a:lnTo>
                    <a:pt x="2357437" y="19050"/>
                  </a:lnTo>
                  <a:lnTo>
                    <a:pt x="2414587" y="19050"/>
                  </a:lnTo>
                  <a:lnTo>
                    <a:pt x="2414587" y="0"/>
                  </a:lnTo>
                  <a:close/>
                </a:path>
                <a:path w="4276725" h="2667000">
                  <a:moveTo>
                    <a:pt x="2492933" y="2647950"/>
                  </a:moveTo>
                  <a:lnTo>
                    <a:pt x="2435783" y="2647950"/>
                  </a:lnTo>
                  <a:lnTo>
                    <a:pt x="2435783" y="2667000"/>
                  </a:lnTo>
                  <a:lnTo>
                    <a:pt x="2492933" y="2667000"/>
                  </a:lnTo>
                  <a:lnTo>
                    <a:pt x="2492933" y="2647950"/>
                  </a:lnTo>
                  <a:close/>
                </a:path>
                <a:path w="4276725" h="2667000">
                  <a:moveTo>
                    <a:pt x="2509647" y="0"/>
                  </a:moveTo>
                  <a:lnTo>
                    <a:pt x="2452497" y="0"/>
                  </a:lnTo>
                  <a:lnTo>
                    <a:pt x="2452497" y="19050"/>
                  </a:lnTo>
                  <a:lnTo>
                    <a:pt x="2509647" y="19050"/>
                  </a:lnTo>
                  <a:lnTo>
                    <a:pt x="2509647" y="0"/>
                  </a:lnTo>
                  <a:close/>
                </a:path>
                <a:path w="4276725" h="2667000">
                  <a:moveTo>
                    <a:pt x="2587980" y="2647950"/>
                  </a:moveTo>
                  <a:lnTo>
                    <a:pt x="2530830" y="2647950"/>
                  </a:lnTo>
                  <a:lnTo>
                    <a:pt x="2530830" y="2667000"/>
                  </a:lnTo>
                  <a:lnTo>
                    <a:pt x="2587980" y="2667000"/>
                  </a:lnTo>
                  <a:lnTo>
                    <a:pt x="2587980" y="2647950"/>
                  </a:lnTo>
                  <a:close/>
                </a:path>
                <a:path w="4276725" h="2667000">
                  <a:moveTo>
                    <a:pt x="2604693" y="0"/>
                  </a:moveTo>
                  <a:lnTo>
                    <a:pt x="2547543" y="0"/>
                  </a:lnTo>
                  <a:lnTo>
                    <a:pt x="2547543" y="19050"/>
                  </a:lnTo>
                  <a:lnTo>
                    <a:pt x="2604693" y="19050"/>
                  </a:lnTo>
                  <a:lnTo>
                    <a:pt x="2604693" y="0"/>
                  </a:lnTo>
                  <a:close/>
                </a:path>
                <a:path w="4276725" h="2667000">
                  <a:moveTo>
                    <a:pt x="2683027" y="2647950"/>
                  </a:moveTo>
                  <a:lnTo>
                    <a:pt x="2625877" y="2647950"/>
                  </a:lnTo>
                  <a:lnTo>
                    <a:pt x="2625877" y="2667000"/>
                  </a:lnTo>
                  <a:lnTo>
                    <a:pt x="2683027" y="2667000"/>
                  </a:lnTo>
                  <a:lnTo>
                    <a:pt x="2683027" y="2647950"/>
                  </a:lnTo>
                  <a:close/>
                </a:path>
                <a:path w="4276725" h="2667000">
                  <a:moveTo>
                    <a:pt x="2699753" y="0"/>
                  </a:moveTo>
                  <a:lnTo>
                    <a:pt x="2642603" y="0"/>
                  </a:lnTo>
                  <a:lnTo>
                    <a:pt x="2642603" y="19050"/>
                  </a:lnTo>
                  <a:lnTo>
                    <a:pt x="2699753" y="19050"/>
                  </a:lnTo>
                  <a:lnTo>
                    <a:pt x="2699753" y="0"/>
                  </a:lnTo>
                  <a:close/>
                </a:path>
                <a:path w="4276725" h="2667000">
                  <a:moveTo>
                    <a:pt x="2778087" y="2647950"/>
                  </a:moveTo>
                  <a:lnTo>
                    <a:pt x="2720937" y="2647950"/>
                  </a:lnTo>
                  <a:lnTo>
                    <a:pt x="2720937" y="2667000"/>
                  </a:lnTo>
                  <a:lnTo>
                    <a:pt x="2778087" y="2667000"/>
                  </a:lnTo>
                  <a:lnTo>
                    <a:pt x="2778087" y="2647950"/>
                  </a:lnTo>
                  <a:close/>
                </a:path>
                <a:path w="4276725" h="2667000">
                  <a:moveTo>
                    <a:pt x="2794800" y="0"/>
                  </a:moveTo>
                  <a:lnTo>
                    <a:pt x="2737650" y="0"/>
                  </a:lnTo>
                  <a:lnTo>
                    <a:pt x="2737650" y="19050"/>
                  </a:lnTo>
                  <a:lnTo>
                    <a:pt x="2794800" y="19050"/>
                  </a:lnTo>
                  <a:lnTo>
                    <a:pt x="2794800" y="0"/>
                  </a:lnTo>
                  <a:close/>
                </a:path>
                <a:path w="4276725" h="2667000">
                  <a:moveTo>
                    <a:pt x="2873133" y="2647950"/>
                  </a:moveTo>
                  <a:lnTo>
                    <a:pt x="2815983" y="2647950"/>
                  </a:lnTo>
                  <a:lnTo>
                    <a:pt x="2815983" y="2667000"/>
                  </a:lnTo>
                  <a:lnTo>
                    <a:pt x="2873133" y="2667000"/>
                  </a:lnTo>
                  <a:lnTo>
                    <a:pt x="2873133" y="2647950"/>
                  </a:lnTo>
                  <a:close/>
                </a:path>
                <a:path w="4276725" h="2667000">
                  <a:moveTo>
                    <a:pt x="2889847" y="0"/>
                  </a:moveTo>
                  <a:lnTo>
                    <a:pt x="2832697" y="0"/>
                  </a:lnTo>
                  <a:lnTo>
                    <a:pt x="2832697" y="19050"/>
                  </a:lnTo>
                  <a:lnTo>
                    <a:pt x="2889847" y="19050"/>
                  </a:lnTo>
                  <a:lnTo>
                    <a:pt x="2889847" y="0"/>
                  </a:lnTo>
                  <a:close/>
                </a:path>
                <a:path w="4276725" h="2667000">
                  <a:moveTo>
                    <a:pt x="2968193" y="2647950"/>
                  </a:moveTo>
                  <a:lnTo>
                    <a:pt x="2911043" y="2647950"/>
                  </a:lnTo>
                  <a:lnTo>
                    <a:pt x="2911043" y="2667000"/>
                  </a:lnTo>
                  <a:lnTo>
                    <a:pt x="2968193" y="2667000"/>
                  </a:lnTo>
                  <a:lnTo>
                    <a:pt x="2968193" y="2647950"/>
                  </a:lnTo>
                  <a:close/>
                </a:path>
                <a:path w="4276725" h="2667000">
                  <a:moveTo>
                    <a:pt x="2984906" y="0"/>
                  </a:moveTo>
                  <a:lnTo>
                    <a:pt x="2927756" y="0"/>
                  </a:lnTo>
                  <a:lnTo>
                    <a:pt x="2927756" y="19050"/>
                  </a:lnTo>
                  <a:lnTo>
                    <a:pt x="2984906" y="19050"/>
                  </a:lnTo>
                  <a:lnTo>
                    <a:pt x="2984906" y="0"/>
                  </a:lnTo>
                  <a:close/>
                </a:path>
                <a:path w="4276725" h="2667000">
                  <a:moveTo>
                    <a:pt x="3063240" y="2647950"/>
                  </a:moveTo>
                  <a:lnTo>
                    <a:pt x="3006090" y="2647950"/>
                  </a:lnTo>
                  <a:lnTo>
                    <a:pt x="3006090" y="2667000"/>
                  </a:lnTo>
                  <a:lnTo>
                    <a:pt x="3063240" y="2667000"/>
                  </a:lnTo>
                  <a:lnTo>
                    <a:pt x="3063240" y="2647950"/>
                  </a:lnTo>
                  <a:close/>
                </a:path>
                <a:path w="4276725" h="2667000">
                  <a:moveTo>
                    <a:pt x="3079953" y="0"/>
                  </a:moveTo>
                  <a:lnTo>
                    <a:pt x="3022803" y="0"/>
                  </a:lnTo>
                  <a:lnTo>
                    <a:pt x="3022803" y="19050"/>
                  </a:lnTo>
                  <a:lnTo>
                    <a:pt x="3079953" y="19050"/>
                  </a:lnTo>
                  <a:lnTo>
                    <a:pt x="3079953" y="0"/>
                  </a:lnTo>
                  <a:close/>
                </a:path>
                <a:path w="4276725" h="2667000">
                  <a:moveTo>
                    <a:pt x="3158286" y="2647950"/>
                  </a:moveTo>
                  <a:lnTo>
                    <a:pt x="3101136" y="2647950"/>
                  </a:lnTo>
                  <a:lnTo>
                    <a:pt x="3101136" y="2667000"/>
                  </a:lnTo>
                  <a:lnTo>
                    <a:pt x="3158286" y="2667000"/>
                  </a:lnTo>
                  <a:lnTo>
                    <a:pt x="3158286" y="2647950"/>
                  </a:lnTo>
                  <a:close/>
                </a:path>
                <a:path w="4276725" h="2667000">
                  <a:moveTo>
                    <a:pt x="3175000" y="0"/>
                  </a:moveTo>
                  <a:lnTo>
                    <a:pt x="3117850" y="0"/>
                  </a:lnTo>
                  <a:lnTo>
                    <a:pt x="3117850" y="19050"/>
                  </a:lnTo>
                  <a:lnTo>
                    <a:pt x="3175000" y="19050"/>
                  </a:lnTo>
                  <a:lnTo>
                    <a:pt x="3175000" y="0"/>
                  </a:lnTo>
                  <a:close/>
                </a:path>
                <a:path w="4276725" h="2667000">
                  <a:moveTo>
                    <a:pt x="3253346" y="2647950"/>
                  </a:moveTo>
                  <a:lnTo>
                    <a:pt x="3196196" y="2647950"/>
                  </a:lnTo>
                  <a:lnTo>
                    <a:pt x="3196196" y="2667000"/>
                  </a:lnTo>
                  <a:lnTo>
                    <a:pt x="3253346" y="2667000"/>
                  </a:lnTo>
                  <a:lnTo>
                    <a:pt x="3253346" y="2647950"/>
                  </a:lnTo>
                  <a:close/>
                </a:path>
                <a:path w="4276725" h="2667000">
                  <a:moveTo>
                    <a:pt x="3270059" y="0"/>
                  </a:moveTo>
                  <a:lnTo>
                    <a:pt x="3212909" y="0"/>
                  </a:lnTo>
                  <a:lnTo>
                    <a:pt x="3212909" y="19050"/>
                  </a:lnTo>
                  <a:lnTo>
                    <a:pt x="3270059" y="19050"/>
                  </a:lnTo>
                  <a:lnTo>
                    <a:pt x="3270059" y="0"/>
                  </a:lnTo>
                  <a:close/>
                </a:path>
                <a:path w="4276725" h="2667000">
                  <a:moveTo>
                    <a:pt x="3348393" y="2647950"/>
                  </a:moveTo>
                  <a:lnTo>
                    <a:pt x="3291243" y="2647950"/>
                  </a:lnTo>
                  <a:lnTo>
                    <a:pt x="3291243" y="2667000"/>
                  </a:lnTo>
                  <a:lnTo>
                    <a:pt x="3348393" y="2667000"/>
                  </a:lnTo>
                  <a:lnTo>
                    <a:pt x="3348393" y="2647950"/>
                  </a:lnTo>
                  <a:close/>
                </a:path>
                <a:path w="4276725" h="2667000">
                  <a:moveTo>
                    <a:pt x="3365106" y="0"/>
                  </a:moveTo>
                  <a:lnTo>
                    <a:pt x="3307956" y="0"/>
                  </a:lnTo>
                  <a:lnTo>
                    <a:pt x="3307956" y="19050"/>
                  </a:lnTo>
                  <a:lnTo>
                    <a:pt x="3365106" y="19050"/>
                  </a:lnTo>
                  <a:lnTo>
                    <a:pt x="3365106" y="0"/>
                  </a:lnTo>
                  <a:close/>
                </a:path>
                <a:path w="4276725" h="2667000">
                  <a:moveTo>
                    <a:pt x="3443452" y="2647950"/>
                  </a:moveTo>
                  <a:lnTo>
                    <a:pt x="3386302" y="2647950"/>
                  </a:lnTo>
                  <a:lnTo>
                    <a:pt x="3386302" y="2667000"/>
                  </a:lnTo>
                  <a:lnTo>
                    <a:pt x="3443452" y="2667000"/>
                  </a:lnTo>
                  <a:lnTo>
                    <a:pt x="3443452" y="2647950"/>
                  </a:lnTo>
                  <a:close/>
                </a:path>
                <a:path w="4276725" h="2667000">
                  <a:moveTo>
                    <a:pt x="3460165" y="0"/>
                  </a:moveTo>
                  <a:lnTo>
                    <a:pt x="3403015" y="0"/>
                  </a:lnTo>
                  <a:lnTo>
                    <a:pt x="3403015" y="19050"/>
                  </a:lnTo>
                  <a:lnTo>
                    <a:pt x="3460165" y="19050"/>
                  </a:lnTo>
                  <a:lnTo>
                    <a:pt x="3460165" y="0"/>
                  </a:lnTo>
                  <a:close/>
                </a:path>
                <a:path w="4276725" h="2667000">
                  <a:moveTo>
                    <a:pt x="3538499" y="2647950"/>
                  </a:moveTo>
                  <a:lnTo>
                    <a:pt x="3481349" y="2647950"/>
                  </a:lnTo>
                  <a:lnTo>
                    <a:pt x="3481349" y="2667000"/>
                  </a:lnTo>
                  <a:lnTo>
                    <a:pt x="3538499" y="2667000"/>
                  </a:lnTo>
                  <a:lnTo>
                    <a:pt x="3538499" y="2647950"/>
                  </a:lnTo>
                  <a:close/>
                </a:path>
                <a:path w="4276725" h="2667000">
                  <a:moveTo>
                    <a:pt x="3555212" y="0"/>
                  </a:moveTo>
                  <a:lnTo>
                    <a:pt x="3498062" y="0"/>
                  </a:lnTo>
                  <a:lnTo>
                    <a:pt x="3498062" y="19050"/>
                  </a:lnTo>
                  <a:lnTo>
                    <a:pt x="3555212" y="19050"/>
                  </a:lnTo>
                  <a:lnTo>
                    <a:pt x="3555212" y="0"/>
                  </a:lnTo>
                  <a:close/>
                </a:path>
                <a:path w="4276725" h="2667000">
                  <a:moveTo>
                    <a:pt x="3633546" y="2647950"/>
                  </a:moveTo>
                  <a:lnTo>
                    <a:pt x="3576396" y="2647950"/>
                  </a:lnTo>
                  <a:lnTo>
                    <a:pt x="3576396" y="2667000"/>
                  </a:lnTo>
                  <a:lnTo>
                    <a:pt x="3633546" y="2667000"/>
                  </a:lnTo>
                  <a:lnTo>
                    <a:pt x="3633546" y="2647950"/>
                  </a:lnTo>
                  <a:close/>
                </a:path>
                <a:path w="4276725" h="2667000">
                  <a:moveTo>
                    <a:pt x="3650259" y="0"/>
                  </a:moveTo>
                  <a:lnTo>
                    <a:pt x="3593109" y="0"/>
                  </a:lnTo>
                  <a:lnTo>
                    <a:pt x="3593109" y="19050"/>
                  </a:lnTo>
                  <a:lnTo>
                    <a:pt x="3650259" y="19050"/>
                  </a:lnTo>
                  <a:lnTo>
                    <a:pt x="3650259" y="0"/>
                  </a:lnTo>
                  <a:close/>
                </a:path>
                <a:path w="4276725" h="2667000">
                  <a:moveTo>
                    <a:pt x="3728605" y="2647950"/>
                  </a:moveTo>
                  <a:lnTo>
                    <a:pt x="3671455" y="2647950"/>
                  </a:lnTo>
                  <a:lnTo>
                    <a:pt x="3671455" y="2667000"/>
                  </a:lnTo>
                  <a:lnTo>
                    <a:pt x="3728605" y="2667000"/>
                  </a:lnTo>
                  <a:lnTo>
                    <a:pt x="3728605" y="2647950"/>
                  </a:lnTo>
                  <a:close/>
                </a:path>
                <a:path w="4276725" h="2667000">
                  <a:moveTo>
                    <a:pt x="3745319" y="0"/>
                  </a:moveTo>
                  <a:lnTo>
                    <a:pt x="3688169" y="0"/>
                  </a:lnTo>
                  <a:lnTo>
                    <a:pt x="3688169" y="19050"/>
                  </a:lnTo>
                  <a:lnTo>
                    <a:pt x="3745319" y="19050"/>
                  </a:lnTo>
                  <a:lnTo>
                    <a:pt x="3745319" y="0"/>
                  </a:lnTo>
                  <a:close/>
                </a:path>
                <a:path w="4276725" h="2667000">
                  <a:moveTo>
                    <a:pt x="3823652" y="2647950"/>
                  </a:moveTo>
                  <a:lnTo>
                    <a:pt x="3766502" y="2647950"/>
                  </a:lnTo>
                  <a:lnTo>
                    <a:pt x="3766502" y="2667000"/>
                  </a:lnTo>
                  <a:lnTo>
                    <a:pt x="3823652" y="2667000"/>
                  </a:lnTo>
                  <a:lnTo>
                    <a:pt x="3823652" y="2647950"/>
                  </a:lnTo>
                  <a:close/>
                </a:path>
                <a:path w="4276725" h="2667000">
                  <a:moveTo>
                    <a:pt x="3840365" y="0"/>
                  </a:moveTo>
                  <a:lnTo>
                    <a:pt x="3783215" y="0"/>
                  </a:lnTo>
                  <a:lnTo>
                    <a:pt x="3783215" y="19050"/>
                  </a:lnTo>
                  <a:lnTo>
                    <a:pt x="3840365" y="19050"/>
                  </a:lnTo>
                  <a:lnTo>
                    <a:pt x="3840365" y="0"/>
                  </a:lnTo>
                  <a:close/>
                </a:path>
                <a:path w="4276725" h="2667000">
                  <a:moveTo>
                    <a:pt x="3918699" y="2647950"/>
                  </a:moveTo>
                  <a:lnTo>
                    <a:pt x="3861549" y="2647950"/>
                  </a:lnTo>
                  <a:lnTo>
                    <a:pt x="3861549" y="2667000"/>
                  </a:lnTo>
                  <a:lnTo>
                    <a:pt x="3918699" y="2667000"/>
                  </a:lnTo>
                  <a:lnTo>
                    <a:pt x="3918699" y="2647950"/>
                  </a:lnTo>
                  <a:close/>
                </a:path>
                <a:path w="4276725" h="2667000">
                  <a:moveTo>
                    <a:pt x="3935412" y="0"/>
                  </a:moveTo>
                  <a:lnTo>
                    <a:pt x="3878262" y="0"/>
                  </a:lnTo>
                  <a:lnTo>
                    <a:pt x="3878262" y="19050"/>
                  </a:lnTo>
                  <a:lnTo>
                    <a:pt x="3935412" y="19050"/>
                  </a:lnTo>
                  <a:lnTo>
                    <a:pt x="3935412" y="0"/>
                  </a:lnTo>
                  <a:close/>
                </a:path>
                <a:path w="4276725" h="2667000">
                  <a:moveTo>
                    <a:pt x="4013758" y="2647950"/>
                  </a:moveTo>
                  <a:lnTo>
                    <a:pt x="3956608" y="2647950"/>
                  </a:lnTo>
                  <a:lnTo>
                    <a:pt x="3956608" y="2667000"/>
                  </a:lnTo>
                  <a:lnTo>
                    <a:pt x="4013758" y="2667000"/>
                  </a:lnTo>
                  <a:lnTo>
                    <a:pt x="4013758" y="2647950"/>
                  </a:lnTo>
                  <a:close/>
                </a:path>
                <a:path w="4276725" h="2667000">
                  <a:moveTo>
                    <a:pt x="4030472" y="0"/>
                  </a:moveTo>
                  <a:lnTo>
                    <a:pt x="3973322" y="0"/>
                  </a:lnTo>
                  <a:lnTo>
                    <a:pt x="3973322" y="19050"/>
                  </a:lnTo>
                  <a:lnTo>
                    <a:pt x="4030472" y="19050"/>
                  </a:lnTo>
                  <a:lnTo>
                    <a:pt x="4030472" y="0"/>
                  </a:lnTo>
                  <a:close/>
                </a:path>
                <a:path w="4276725" h="2667000">
                  <a:moveTo>
                    <a:pt x="4108805" y="2647950"/>
                  </a:moveTo>
                  <a:lnTo>
                    <a:pt x="4051655" y="2647950"/>
                  </a:lnTo>
                  <a:lnTo>
                    <a:pt x="4051655" y="2667000"/>
                  </a:lnTo>
                  <a:lnTo>
                    <a:pt x="4108805" y="2667000"/>
                  </a:lnTo>
                  <a:lnTo>
                    <a:pt x="4108805" y="2647950"/>
                  </a:lnTo>
                  <a:close/>
                </a:path>
                <a:path w="4276725" h="2667000">
                  <a:moveTo>
                    <a:pt x="4125518" y="0"/>
                  </a:moveTo>
                  <a:lnTo>
                    <a:pt x="4068368" y="0"/>
                  </a:lnTo>
                  <a:lnTo>
                    <a:pt x="4068368" y="19050"/>
                  </a:lnTo>
                  <a:lnTo>
                    <a:pt x="4125518" y="19050"/>
                  </a:lnTo>
                  <a:lnTo>
                    <a:pt x="4125518" y="0"/>
                  </a:lnTo>
                  <a:close/>
                </a:path>
                <a:path w="4276725" h="2667000">
                  <a:moveTo>
                    <a:pt x="4204144" y="2666835"/>
                  </a:moveTo>
                  <a:lnTo>
                    <a:pt x="4203242" y="2647950"/>
                  </a:lnTo>
                  <a:lnTo>
                    <a:pt x="4146702" y="2647950"/>
                  </a:lnTo>
                  <a:lnTo>
                    <a:pt x="4146702" y="2667000"/>
                  </a:lnTo>
                  <a:lnTo>
                    <a:pt x="4200525" y="2667000"/>
                  </a:lnTo>
                  <a:lnTo>
                    <a:pt x="4204144" y="2666835"/>
                  </a:lnTo>
                  <a:close/>
                </a:path>
                <a:path w="4276725" h="2667000">
                  <a:moveTo>
                    <a:pt x="4222978" y="3403"/>
                  </a:moveTo>
                  <a:lnTo>
                    <a:pt x="4222623" y="3263"/>
                  </a:lnTo>
                  <a:lnTo>
                    <a:pt x="4215396" y="1460"/>
                  </a:lnTo>
                  <a:lnTo>
                    <a:pt x="4208030" y="368"/>
                  </a:lnTo>
                  <a:lnTo>
                    <a:pt x="4200525" y="0"/>
                  </a:lnTo>
                  <a:lnTo>
                    <a:pt x="4163428" y="0"/>
                  </a:lnTo>
                  <a:lnTo>
                    <a:pt x="4163428" y="19050"/>
                  </a:lnTo>
                  <a:lnTo>
                    <a:pt x="4208107" y="19050"/>
                  </a:lnTo>
                  <a:lnTo>
                    <a:pt x="4215396" y="20510"/>
                  </a:lnTo>
                  <a:lnTo>
                    <a:pt x="4217441" y="21348"/>
                  </a:lnTo>
                  <a:lnTo>
                    <a:pt x="4222978" y="3403"/>
                  </a:lnTo>
                  <a:close/>
                </a:path>
                <a:path w="4276725" h="2667000">
                  <a:moveTo>
                    <a:pt x="4276433" y="2597023"/>
                  </a:moveTo>
                  <a:lnTo>
                    <a:pt x="4257675" y="2595486"/>
                  </a:lnTo>
                  <a:lnTo>
                    <a:pt x="4257675" y="2598318"/>
                  </a:lnTo>
                  <a:lnTo>
                    <a:pt x="4256227" y="2605671"/>
                  </a:lnTo>
                  <a:lnTo>
                    <a:pt x="4250423" y="2619679"/>
                  </a:lnTo>
                  <a:lnTo>
                    <a:pt x="4246296" y="2625852"/>
                  </a:lnTo>
                  <a:lnTo>
                    <a:pt x="4240936" y="2631211"/>
                  </a:lnTo>
                  <a:lnTo>
                    <a:pt x="4235577" y="2636570"/>
                  </a:lnTo>
                  <a:lnTo>
                    <a:pt x="4233989" y="2637637"/>
                  </a:lnTo>
                  <a:lnTo>
                    <a:pt x="4244784" y="2652750"/>
                  </a:lnTo>
                  <a:lnTo>
                    <a:pt x="4248848" y="2649740"/>
                  </a:lnTo>
                  <a:lnTo>
                    <a:pt x="4271035" y="2619679"/>
                  </a:lnTo>
                  <a:lnTo>
                    <a:pt x="4273474" y="2612898"/>
                  </a:lnTo>
                  <a:lnTo>
                    <a:pt x="4275277" y="2605671"/>
                  </a:lnTo>
                  <a:lnTo>
                    <a:pt x="4276369" y="2598318"/>
                  </a:lnTo>
                  <a:lnTo>
                    <a:pt x="4276433" y="2597023"/>
                  </a:lnTo>
                  <a:close/>
                </a:path>
                <a:path w="4276725" h="2667000">
                  <a:moveTo>
                    <a:pt x="4276725" y="2501430"/>
                  </a:moveTo>
                  <a:lnTo>
                    <a:pt x="4257675" y="2501430"/>
                  </a:lnTo>
                  <a:lnTo>
                    <a:pt x="4257675" y="2558580"/>
                  </a:lnTo>
                  <a:lnTo>
                    <a:pt x="4276725" y="2558580"/>
                  </a:lnTo>
                  <a:lnTo>
                    <a:pt x="4276725" y="2501430"/>
                  </a:lnTo>
                  <a:close/>
                </a:path>
                <a:path w="4276725" h="2667000">
                  <a:moveTo>
                    <a:pt x="4276725" y="2406383"/>
                  </a:moveTo>
                  <a:lnTo>
                    <a:pt x="4257675" y="2406383"/>
                  </a:lnTo>
                  <a:lnTo>
                    <a:pt x="4257675" y="2463533"/>
                  </a:lnTo>
                  <a:lnTo>
                    <a:pt x="4276725" y="2463533"/>
                  </a:lnTo>
                  <a:lnTo>
                    <a:pt x="4276725" y="2406383"/>
                  </a:lnTo>
                  <a:close/>
                </a:path>
                <a:path w="4276725" h="2667000">
                  <a:moveTo>
                    <a:pt x="4276725" y="2311323"/>
                  </a:moveTo>
                  <a:lnTo>
                    <a:pt x="4257675" y="2311323"/>
                  </a:lnTo>
                  <a:lnTo>
                    <a:pt x="4257675" y="2368473"/>
                  </a:lnTo>
                  <a:lnTo>
                    <a:pt x="4276725" y="2368473"/>
                  </a:lnTo>
                  <a:lnTo>
                    <a:pt x="4276725" y="2311323"/>
                  </a:lnTo>
                  <a:close/>
                </a:path>
                <a:path w="4276725" h="2667000">
                  <a:moveTo>
                    <a:pt x="4276725" y="2216277"/>
                  </a:moveTo>
                  <a:lnTo>
                    <a:pt x="4257675" y="2216277"/>
                  </a:lnTo>
                  <a:lnTo>
                    <a:pt x="4257675" y="2273427"/>
                  </a:lnTo>
                  <a:lnTo>
                    <a:pt x="4276725" y="2273427"/>
                  </a:lnTo>
                  <a:lnTo>
                    <a:pt x="4276725" y="2216277"/>
                  </a:lnTo>
                  <a:close/>
                </a:path>
                <a:path w="4276725" h="2667000">
                  <a:moveTo>
                    <a:pt x="4276725" y="2121230"/>
                  </a:moveTo>
                  <a:lnTo>
                    <a:pt x="4257675" y="2121230"/>
                  </a:lnTo>
                  <a:lnTo>
                    <a:pt x="4257675" y="2178380"/>
                  </a:lnTo>
                  <a:lnTo>
                    <a:pt x="4276725" y="2178380"/>
                  </a:lnTo>
                  <a:lnTo>
                    <a:pt x="4276725" y="2121230"/>
                  </a:lnTo>
                  <a:close/>
                </a:path>
                <a:path w="4276725" h="2667000">
                  <a:moveTo>
                    <a:pt x="4276725" y="2026170"/>
                  </a:moveTo>
                  <a:lnTo>
                    <a:pt x="4257675" y="2026170"/>
                  </a:lnTo>
                  <a:lnTo>
                    <a:pt x="4257675" y="2083320"/>
                  </a:lnTo>
                  <a:lnTo>
                    <a:pt x="4276725" y="2083320"/>
                  </a:lnTo>
                  <a:lnTo>
                    <a:pt x="4276725" y="2026170"/>
                  </a:lnTo>
                  <a:close/>
                </a:path>
                <a:path w="4276725" h="2667000">
                  <a:moveTo>
                    <a:pt x="4276725" y="1931123"/>
                  </a:moveTo>
                  <a:lnTo>
                    <a:pt x="4257675" y="1931123"/>
                  </a:lnTo>
                  <a:lnTo>
                    <a:pt x="4257675" y="1988273"/>
                  </a:lnTo>
                  <a:lnTo>
                    <a:pt x="4276725" y="1988273"/>
                  </a:lnTo>
                  <a:lnTo>
                    <a:pt x="4276725" y="1931123"/>
                  </a:lnTo>
                  <a:close/>
                </a:path>
                <a:path w="4276725" h="2667000">
                  <a:moveTo>
                    <a:pt x="4276725" y="1836077"/>
                  </a:moveTo>
                  <a:lnTo>
                    <a:pt x="4257675" y="1836077"/>
                  </a:lnTo>
                  <a:lnTo>
                    <a:pt x="4257675" y="1893227"/>
                  </a:lnTo>
                  <a:lnTo>
                    <a:pt x="4276725" y="1893227"/>
                  </a:lnTo>
                  <a:lnTo>
                    <a:pt x="4276725" y="1836077"/>
                  </a:lnTo>
                  <a:close/>
                </a:path>
                <a:path w="4276725" h="2667000">
                  <a:moveTo>
                    <a:pt x="4276725" y="1741017"/>
                  </a:moveTo>
                  <a:lnTo>
                    <a:pt x="4257675" y="1741017"/>
                  </a:lnTo>
                  <a:lnTo>
                    <a:pt x="4257675" y="1798167"/>
                  </a:lnTo>
                  <a:lnTo>
                    <a:pt x="4276725" y="1798167"/>
                  </a:lnTo>
                  <a:lnTo>
                    <a:pt x="4276725" y="1741017"/>
                  </a:lnTo>
                  <a:close/>
                </a:path>
                <a:path w="4276725" h="2667000">
                  <a:moveTo>
                    <a:pt x="4276725" y="1645970"/>
                  </a:moveTo>
                  <a:lnTo>
                    <a:pt x="4257675" y="1645970"/>
                  </a:lnTo>
                  <a:lnTo>
                    <a:pt x="4257675" y="1703120"/>
                  </a:lnTo>
                  <a:lnTo>
                    <a:pt x="4276725" y="1703120"/>
                  </a:lnTo>
                  <a:lnTo>
                    <a:pt x="4276725" y="1645970"/>
                  </a:lnTo>
                  <a:close/>
                </a:path>
                <a:path w="4276725" h="2667000">
                  <a:moveTo>
                    <a:pt x="4276725" y="1550911"/>
                  </a:moveTo>
                  <a:lnTo>
                    <a:pt x="4257675" y="1550911"/>
                  </a:lnTo>
                  <a:lnTo>
                    <a:pt x="4257675" y="1608061"/>
                  </a:lnTo>
                  <a:lnTo>
                    <a:pt x="4276725" y="1608061"/>
                  </a:lnTo>
                  <a:lnTo>
                    <a:pt x="4276725" y="1550911"/>
                  </a:lnTo>
                  <a:close/>
                </a:path>
                <a:path w="4276725" h="2667000">
                  <a:moveTo>
                    <a:pt x="4276725" y="1455864"/>
                  </a:moveTo>
                  <a:lnTo>
                    <a:pt x="4257675" y="1455864"/>
                  </a:lnTo>
                  <a:lnTo>
                    <a:pt x="4257675" y="1513014"/>
                  </a:lnTo>
                  <a:lnTo>
                    <a:pt x="4276725" y="1513014"/>
                  </a:lnTo>
                  <a:lnTo>
                    <a:pt x="4276725" y="1455864"/>
                  </a:lnTo>
                  <a:close/>
                </a:path>
                <a:path w="4276725" h="2667000">
                  <a:moveTo>
                    <a:pt x="4276725" y="1360817"/>
                  </a:moveTo>
                  <a:lnTo>
                    <a:pt x="4257675" y="1360817"/>
                  </a:lnTo>
                  <a:lnTo>
                    <a:pt x="4257675" y="1417967"/>
                  </a:lnTo>
                  <a:lnTo>
                    <a:pt x="4276725" y="1417967"/>
                  </a:lnTo>
                  <a:lnTo>
                    <a:pt x="4276725" y="1360817"/>
                  </a:lnTo>
                  <a:close/>
                </a:path>
                <a:path w="4276725" h="2667000">
                  <a:moveTo>
                    <a:pt x="4276725" y="1265758"/>
                  </a:moveTo>
                  <a:lnTo>
                    <a:pt x="4257675" y="1265758"/>
                  </a:lnTo>
                  <a:lnTo>
                    <a:pt x="4257675" y="1322908"/>
                  </a:lnTo>
                  <a:lnTo>
                    <a:pt x="4276725" y="1322908"/>
                  </a:lnTo>
                  <a:lnTo>
                    <a:pt x="4276725" y="1265758"/>
                  </a:lnTo>
                  <a:close/>
                </a:path>
                <a:path w="4276725" h="2667000">
                  <a:moveTo>
                    <a:pt x="4276725" y="1170711"/>
                  </a:moveTo>
                  <a:lnTo>
                    <a:pt x="4257675" y="1170711"/>
                  </a:lnTo>
                  <a:lnTo>
                    <a:pt x="4257675" y="1227861"/>
                  </a:lnTo>
                  <a:lnTo>
                    <a:pt x="4276725" y="1227861"/>
                  </a:lnTo>
                  <a:lnTo>
                    <a:pt x="4276725" y="1170711"/>
                  </a:lnTo>
                  <a:close/>
                </a:path>
                <a:path w="4276725" h="2667000">
                  <a:moveTo>
                    <a:pt x="4276725" y="1075664"/>
                  </a:moveTo>
                  <a:lnTo>
                    <a:pt x="4257675" y="1075664"/>
                  </a:lnTo>
                  <a:lnTo>
                    <a:pt x="4257675" y="1132814"/>
                  </a:lnTo>
                  <a:lnTo>
                    <a:pt x="4276725" y="1132814"/>
                  </a:lnTo>
                  <a:lnTo>
                    <a:pt x="4276725" y="1075664"/>
                  </a:lnTo>
                  <a:close/>
                </a:path>
                <a:path w="4276725" h="2667000">
                  <a:moveTo>
                    <a:pt x="4276725" y="980605"/>
                  </a:moveTo>
                  <a:lnTo>
                    <a:pt x="4257675" y="980605"/>
                  </a:lnTo>
                  <a:lnTo>
                    <a:pt x="4257675" y="1037755"/>
                  </a:lnTo>
                  <a:lnTo>
                    <a:pt x="4276725" y="1037755"/>
                  </a:lnTo>
                  <a:lnTo>
                    <a:pt x="4276725" y="980605"/>
                  </a:lnTo>
                  <a:close/>
                </a:path>
                <a:path w="4276725" h="2667000">
                  <a:moveTo>
                    <a:pt x="4276725" y="885558"/>
                  </a:moveTo>
                  <a:lnTo>
                    <a:pt x="4257675" y="885558"/>
                  </a:lnTo>
                  <a:lnTo>
                    <a:pt x="4257675" y="942708"/>
                  </a:lnTo>
                  <a:lnTo>
                    <a:pt x="4276725" y="942708"/>
                  </a:lnTo>
                  <a:lnTo>
                    <a:pt x="4276725" y="885558"/>
                  </a:lnTo>
                  <a:close/>
                </a:path>
                <a:path w="4276725" h="2667000">
                  <a:moveTo>
                    <a:pt x="4276725" y="790498"/>
                  </a:moveTo>
                  <a:lnTo>
                    <a:pt x="4257675" y="790498"/>
                  </a:lnTo>
                  <a:lnTo>
                    <a:pt x="4257675" y="847648"/>
                  </a:lnTo>
                  <a:lnTo>
                    <a:pt x="4276725" y="847648"/>
                  </a:lnTo>
                  <a:lnTo>
                    <a:pt x="4276725" y="790498"/>
                  </a:lnTo>
                  <a:close/>
                </a:path>
                <a:path w="4276725" h="2667000">
                  <a:moveTo>
                    <a:pt x="4276725" y="695452"/>
                  </a:moveTo>
                  <a:lnTo>
                    <a:pt x="4257675" y="695452"/>
                  </a:lnTo>
                  <a:lnTo>
                    <a:pt x="4257675" y="752602"/>
                  </a:lnTo>
                  <a:lnTo>
                    <a:pt x="4276725" y="752602"/>
                  </a:lnTo>
                  <a:lnTo>
                    <a:pt x="4276725" y="695452"/>
                  </a:lnTo>
                  <a:close/>
                </a:path>
                <a:path w="4276725" h="2667000">
                  <a:moveTo>
                    <a:pt x="4276725" y="600405"/>
                  </a:moveTo>
                  <a:lnTo>
                    <a:pt x="4257675" y="600405"/>
                  </a:lnTo>
                  <a:lnTo>
                    <a:pt x="4257675" y="657555"/>
                  </a:lnTo>
                  <a:lnTo>
                    <a:pt x="4276725" y="657555"/>
                  </a:lnTo>
                  <a:lnTo>
                    <a:pt x="4276725" y="600405"/>
                  </a:lnTo>
                  <a:close/>
                </a:path>
                <a:path w="4276725" h="2667000">
                  <a:moveTo>
                    <a:pt x="4276725" y="505345"/>
                  </a:moveTo>
                  <a:lnTo>
                    <a:pt x="4257675" y="505345"/>
                  </a:lnTo>
                  <a:lnTo>
                    <a:pt x="4257675" y="562495"/>
                  </a:lnTo>
                  <a:lnTo>
                    <a:pt x="4276725" y="562495"/>
                  </a:lnTo>
                  <a:lnTo>
                    <a:pt x="4276725" y="505345"/>
                  </a:lnTo>
                  <a:close/>
                </a:path>
                <a:path w="4276725" h="2667000">
                  <a:moveTo>
                    <a:pt x="4276725" y="410298"/>
                  </a:moveTo>
                  <a:lnTo>
                    <a:pt x="4257675" y="410298"/>
                  </a:lnTo>
                  <a:lnTo>
                    <a:pt x="4257675" y="467448"/>
                  </a:lnTo>
                  <a:lnTo>
                    <a:pt x="4276725" y="467448"/>
                  </a:lnTo>
                  <a:lnTo>
                    <a:pt x="4276725" y="410298"/>
                  </a:lnTo>
                  <a:close/>
                </a:path>
                <a:path w="4276725" h="2667000">
                  <a:moveTo>
                    <a:pt x="4276725" y="315252"/>
                  </a:moveTo>
                  <a:lnTo>
                    <a:pt x="4257675" y="315252"/>
                  </a:lnTo>
                  <a:lnTo>
                    <a:pt x="4257675" y="372402"/>
                  </a:lnTo>
                  <a:lnTo>
                    <a:pt x="4276725" y="372402"/>
                  </a:lnTo>
                  <a:lnTo>
                    <a:pt x="4276725" y="315252"/>
                  </a:lnTo>
                  <a:close/>
                </a:path>
                <a:path w="4276725" h="2667000">
                  <a:moveTo>
                    <a:pt x="4276725" y="220192"/>
                  </a:moveTo>
                  <a:lnTo>
                    <a:pt x="4257675" y="220192"/>
                  </a:lnTo>
                  <a:lnTo>
                    <a:pt x="4257675" y="277342"/>
                  </a:lnTo>
                  <a:lnTo>
                    <a:pt x="4276725" y="277342"/>
                  </a:lnTo>
                  <a:lnTo>
                    <a:pt x="4276725" y="220192"/>
                  </a:lnTo>
                  <a:close/>
                </a:path>
                <a:path w="4276725" h="2667000">
                  <a:moveTo>
                    <a:pt x="4276725" y="125145"/>
                  </a:moveTo>
                  <a:lnTo>
                    <a:pt x="4257675" y="125145"/>
                  </a:lnTo>
                  <a:lnTo>
                    <a:pt x="4257675" y="182295"/>
                  </a:lnTo>
                  <a:lnTo>
                    <a:pt x="4276725" y="182295"/>
                  </a:lnTo>
                  <a:lnTo>
                    <a:pt x="4276725" y="125145"/>
                  </a:lnTo>
                  <a:close/>
                </a:path>
                <a:path w="4276725" h="2667000">
                  <a:moveTo>
                    <a:pt x="4276725" y="76200"/>
                  </a:moveTo>
                  <a:lnTo>
                    <a:pt x="4263898" y="33858"/>
                  </a:lnTo>
                  <a:lnTo>
                    <a:pt x="4259046" y="27432"/>
                  </a:lnTo>
                  <a:lnTo>
                    <a:pt x="4244606" y="39458"/>
                  </a:lnTo>
                  <a:lnTo>
                    <a:pt x="4246296" y="41148"/>
                  </a:lnTo>
                  <a:lnTo>
                    <a:pt x="4250423" y="47332"/>
                  </a:lnTo>
                  <a:lnTo>
                    <a:pt x="4256227" y="61341"/>
                  </a:lnTo>
                  <a:lnTo>
                    <a:pt x="4257675" y="68630"/>
                  </a:lnTo>
                  <a:lnTo>
                    <a:pt x="4257675" y="87236"/>
                  </a:lnTo>
                  <a:lnTo>
                    <a:pt x="4276725" y="87236"/>
                  </a:lnTo>
                  <a:lnTo>
                    <a:pt x="4276725" y="762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20199" y="3667124"/>
              <a:ext cx="485140" cy="457200"/>
            </a:xfrm>
            <a:custGeom>
              <a:avLst/>
              <a:gdLst/>
              <a:ahLst/>
              <a:cxnLst/>
              <a:rect l="l" t="t" r="r" b="b"/>
              <a:pathLst>
                <a:path w="485140" h="457200">
                  <a:moveTo>
                    <a:pt x="450413" y="214312"/>
                  </a:moveTo>
                  <a:lnTo>
                    <a:pt x="242887" y="214312"/>
                  </a:lnTo>
                  <a:lnTo>
                    <a:pt x="242887" y="6786"/>
                  </a:lnTo>
                  <a:lnTo>
                    <a:pt x="249138" y="0"/>
                  </a:lnTo>
                  <a:lnTo>
                    <a:pt x="257175" y="0"/>
                  </a:lnTo>
                  <a:lnTo>
                    <a:pt x="303035" y="5283"/>
                  </a:lnTo>
                  <a:lnTo>
                    <a:pt x="345136" y="20332"/>
                  </a:lnTo>
                  <a:lnTo>
                    <a:pt x="382276" y="43946"/>
                  </a:lnTo>
                  <a:lnTo>
                    <a:pt x="413253" y="74923"/>
                  </a:lnTo>
                  <a:lnTo>
                    <a:pt x="436867" y="112063"/>
                  </a:lnTo>
                  <a:lnTo>
                    <a:pt x="451916" y="154164"/>
                  </a:lnTo>
                  <a:lnTo>
                    <a:pt x="457200" y="200025"/>
                  </a:lnTo>
                  <a:lnTo>
                    <a:pt x="457200" y="208061"/>
                  </a:lnTo>
                  <a:lnTo>
                    <a:pt x="450413" y="214312"/>
                  </a:lnTo>
                  <a:close/>
                </a:path>
                <a:path w="485140" h="457200">
                  <a:moveTo>
                    <a:pt x="214312" y="457200"/>
                  </a:moveTo>
                  <a:lnTo>
                    <a:pt x="165186" y="451542"/>
                  </a:lnTo>
                  <a:lnTo>
                    <a:pt x="120082" y="435425"/>
                  </a:lnTo>
                  <a:lnTo>
                    <a:pt x="80289" y="410132"/>
                  </a:lnTo>
                  <a:lnTo>
                    <a:pt x="47095" y="376948"/>
                  </a:lnTo>
                  <a:lnTo>
                    <a:pt x="21790" y="337156"/>
                  </a:lnTo>
                  <a:lnTo>
                    <a:pt x="5662" y="292041"/>
                  </a:lnTo>
                  <a:lnTo>
                    <a:pt x="0" y="242887"/>
                  </a:lnTo>
                  <a:lnTo>
                    <a:pt x="4761" y="197773"/>
                  </a:lnTo>
                  <a:lnTo>
                    <a:pt x="18385" y="155937"/>
                  </a:lnTo>
                  <a:lnTo>
                    <a:pt x="39883" y="118369"/>
                  </a:lnTo>
                  <a:lnTo>
                    <a:pt x="68267" y="86063"/>
                  </a:lnTo>
                  <a:lnTo>
                    <a:pt x="102548" y="60009"/>
                  </a:lnTo>
                  <a:lnTo>
                    <a:pt x="141736" y="41201"/>
                  </a:lnTo>
                  <a:lnTo>
                    <a:pt x="184844" y="30628"/>
                  </a:lnTo>
                  <a:lnTo>
                    <a:pt x="193059" y="29467"/>
                  </a:lnTo>
                  <a:lnTo>
                    <a:pt x="200025" y="36075"/>
                  </a:lnTo>
                  <a:lnTo>
                    <a:pt x="200025" y="257175"/>
                  </a:lnTo>
                  <a:lnTo>
                    <a:pt x="345757" y="402907"/>
                  </a:lnTo>
                  <a:lnTo>
                    <a:pt x="345429" y="410132"/>
                  </a:lnTo>
                  <a:lnTo>
                    <a:pt x="345311" y="412730"/>
                  </a:lnTo>
                  <a:lnTo>
                    <a:pt x="338435" y="417552"/>
                  </a:lnTo>
                  <a:lnTo>
                    <a:pt x="310778" y="434295"/>
                  </a:lnTo>
                  <a:lnTo>
                    <a:pt x="280593" y="446752"/>
                  </a:lnTo>
                  <a:lnTo>
                    <a:pt x="248298" y="454521"/>
                  </a:lnTo>
                  <a:lnTo>
                    <a:pt x="214312" y="457200"/>
                  </a:lnTo>
                  <a:close/>
                </a:path>
                <a:path w="485140" h="457200">
                  <a:moveTo>
                    <a:pt x="412462" y="404425"/>
                  </a:moveTo>
                  <a:lnTo>
                    <a:pt x="404068" y="404068"/>
                  </a:lnTo>
                  <a:lnTo>
                    <a:pt x="398889" y="398799"/>
                  </a:lnTo>
                  <a:lnTo>
                    <a:pt x="257175" y="257175"/>
                  </a:lnTo>
                  <a:lnTo>
                    <a:pt x="478363" y="257175"/>
                  </a:lnTo>
                  <a:lnTo>
                    <a:pt x="484882" y="264140"/>
                  </a:lnTo>
                  <a:lnTo>
                    <a:pt x="475533" y="308660"/>
                  </a:lnTo>
                  <a:lnTo>
                    <a:pt x="441969" y="372764"/>
                  </a:lnTo>
                  <a:lnTo>
                    <a:pt x="417820" y="399424"/>
                  </a:lnTo>
                  <a:lnTo>
                    <a:pt x="412462" y="404425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0799" y="3954755"/>
            <a:ext cx="3408679" cy="4560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2085">
              <a:lnSpc>
                <a:spcPct val="115399"/>
              </a:lnSpc>
              <a:spcBef>
                <a:spcPts val="95"/>
              </a:spcBef>
            </a:pPr>
            <a:r>
              <a:rPr sz="1300" spc="-45" dirty="0">
                <a:solidFill>
                  <a:srgbClr val="6A7280"/>
                </a:solidFill>
                <a:latin typeface="Montserrat"/>
                <a:cs typeface="Montserrat"/>
              </a:rPr>
              <a:t>Insert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fund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6A7280"/>
                </a:solidFill>
                <a:latin typeface="Montserrat"/>
                <a:cs typeface="Montserrat"/>
              </a:rPr>
              <a:t>allocation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pie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6A7280"/>
                </a:solidFill>
                <a:latin typeface="Montserrat"/>
                <a:cs typeface="Montserrat"/>
              </a:rPr>
              <a:t>chart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showing </a:t>
            </a:r>
            <a:r>
              <a:rPr sz="1300" spc="-70" dirty="0">
                <a:solidFill>
                  <a:srgbClr val="6A7280"/>
                </a:solidFill>
                <a:latin typeface="Montserrat"/>
                <a:cs typeface="Montserrat"/>
              </a:rPr>
              <a:t>percentage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6A7280"/>
                </a:solidFill>
                <a:latin typeface="Montserrat"/>
                <a:cs typeface="Montserrat"/>
              </a:rPr>
              <a:t>breakdown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6A7280"/>
                </a:solidFill>
                <a:latin typeface="Montserrat"/>
                <a:cs typeface="Montserrat"/>
              </a:rPr>
              <a:t>of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investment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45" dirty="0">
                <a:solidFill>
                  <a:srgbClr val="6A7280"/>
                </a:solidFill>
                <a:latin typeface="Montserrat"/>
                <a:cs typeface="Montserrat"/>
              </a:rPr>
              <a:t>usage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5901" y="6448253"/>
            <a:ext cx="1331595" cy="14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>
              <a:latin typeface="Montserrat SemiBold"/>
              <a:cs typeface="Montserrat SemiBold"/>
            </a:endParaRP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A558D3B4-4ED5-EAA3-DDF7-EF4F851E18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10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914400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340580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295" dirty="0"/>
              <a:t>Product</a:t>
            </a:r>
            <a:r>
              <a:rPr sz="3450" spc="-110" dirty="0"/>
              <a:t> </a:t>
            </a:r>
            <a:r>
              <a:rPr sz="3450" spc="-305" dirty="0"/>
              <a:t>Branding</a:t>
            </a:r>
            <a:r>
              <a:rPr sz="3450" spc="-100" dirty="0"/>
              <a:t> </a:t>
            </a:r>
            <a:r>
              <a:rPr sz="3450" spc="-290" dirty="0"/>
              <a:t>Strategy</a:t>
            </a:r>
            <a:endParaRPr sz="3450" dirty="0"/>
          </a:p>
        </p:txBody>
      </p:sp>
      <p:sp>
        <p:nvSpPr>
          <p:cNvPr id="4" name="object 4"/>
          <p:cNvSpPr txBox="1"/>
          <p:nvPr/>
        </p:nvSpPr>
        <p:spPr>
          <a:xfrm>
            <a:off x="596900" y="1277068"/>
            <a:ext cx="6302375" cy="127825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>
              <a:spcBef>
                <a:spcPts val="1170"/>
              </a:spcBef>
            </a:pPr>
            <a:r>
              <a:rPr sz="1600" b="1" spc="-125" dirty="0">
                <a:solidFill>
                  <a:srgbClr val="2A6BB0"/>
                </a:solidFill>
                <a:latin typeface="Montserrat SemiBold"/>
                <a:cs typeface="Montserrat SemiBold"/>
              </a:rPr>
              <a:t>Brand</a:t>
            </a:r>
            <a:r>
              <a:rPr sz="1600" b="1" spc="-2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0" dirty="0">
                <a:solidFill>
                  <a:srgbClr val="2A6BB0"/>
                </a:solidFill>
                <a:latin typeface="Montserrat SemiBold"/>
                <a:cs typeface="Montserrat SemiBold"/>
              </a:rPr>
              <a:t>Identity</a:t>
            </a:r>
            <a:endParaRPr sz="1600">
              <a:latin typeface="Montserrat SemiBold"/>
              <a:cs typeface="Montserrat SemiBold"/>
            </a:endParaRPr>
          </a:p>
          <a:p>
            <a:pPr marL="12700" marR="5080">
              <a:lnSpc>
                <a:spcPct val="120700"/>
              </a:lnSpc>
              <a:spcBef>
                <a:spcPts val="570"/>
              </a:spcBef>
            </a:pP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Describe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the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core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elements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0" dirty="0">
                <a:solidFill>
                  <a:srgbClr val="4A5467"/>
                </a:solidFill>
                <a:latin typeface="Montserrat"/>
                <a:cs typeface="Montserrat"/>
              </a:rPr>
              <a:t>that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65" dirty="0">
                <a:solidFill>
                  <a:srgbClr val="4A5467"/>
                </a:solidFill>
                <a:latin typeface="Montserrat"/>
                <a:cs typeface="Montserrat"/>
              </a:rPr>
              <a:t>will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define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your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brand's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0" dirty="0">
                <a:solidFill>
                  <a:srgbClr val="4A5467"/>
                </a:solidFill>
                <a:latin typeface="Montserrat"/>
                <a:cs typeface="Montserrat"/>
              </a:rPr>
              <a:t>visual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0" dirty="0">
                <a:solidFill>
                  <a:srgbClr val="4A5467"/>
                </a:solidFill>
                <a:latin typeface="Montserrat"/>
                <a:cs typeface="Montserrat"/>
              </a:rPr>
              <a:t>and</a:t>
            </a:r>
            <a:r>
              <a:rPr sz="145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verbal </a:t>
            </a:r>
            <a:r>
              <a:rPr sz="1450" spc="-80" dirty="0">
                <a:solidFill>
                  <a:srgbClr val="4A5467"/>
                </a:solidFill>
                <a:latin typeface="Montserrat"/>
                <a:cs typeface="Montserrat"/>
              </a:rPr>
              <a:t>identity.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Include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the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strategic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0" dirty="0">
                <a:solidFill>
                  <a:srgbClr val="4A5467"/>
                </a:solidFill>
                <a:latin typeface="Montserrat"/>
                <a:cs typeface="Montserrat"/>
              </a:rPr>
              <a:t>rationale</a:t>
            </a:r>
            <a:r>
              <a:rPr sz="1450" spc="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behind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your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brand's</a:t>
            </a:r>
            <a:r>
              <a:rPr sz="1450" spc="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0" dirty="0">
                <a:solidFill>
                  <a:srgbClr val="4A5467"/>
                </a:solidFill>
                <a:latin typeface="Montserrat"/>
                <a:cs typeface="Montserrat"/>
              </a:rPr>
              <a:t>personality</a:t>
            </a:r>
            <a:r>
              <a:rPr sz="1450" spc="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Montserrat"/>
                <a:cs typeface="Montserrat"/>
              </a:rPr>
              <a:t>and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tone</a:t>
            </a:r>
            <a:r>
              <a:rPr sz="1450" spc="-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0" dirty="0">
                <a:solidFill>
                  <a:srgbClr val="4A5467"/>
                </a:solidFill>
                <a:latin typeface="Montserrat"/>
                <a:cs typeface="Montserrat"/>
              </a:rPr>
              <a:t>of</a:t>
            </a:r>
            <a:r>
              <a:rPr sz="14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voice.</a:t>
            </a:r>
            <a:endParaRPr sz="1450">
              <a:latin typeface="Montserrat"/>
              <a:cs typeface="Montserra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9124" y="2695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8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5" y="296335"/>
                </a:lnTo>
                <a:lnTo>
                  <a:pt x="11130" y="254666"/>
                </a:lnTo>
                <a:lnTo>
                  <a:pt x="915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1A36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6899" y="3100807"/>
            <a:ext cx="1897380" cy="64504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645795" algn="l"/>
                <a:tab pos="1456690" algn="l"/>
              </a:tabLst>
            </a:pPr>
            <a:r>
              <a:rPr sz="1050" spc="-10" dirty="0">
                <a:solidFill>
                  <a:srgbClr val="333333"/>
                </a:solidFill>
                <a:latin typeface="Montserrat"/>
                <a:cs typeface="Montserrat"/>
              </a:rPr>
              <a:t>Primary</a:t>
            </a:r>
            <a:r>
              <a:rPr sz="1050" dirty="0">
                <a:solidFill>
                  <a:srgbClr val="333333"/>
                </a:solidFill>
                <a:latin typeface="Montserrat"/>
                <a:cs typeface="Montserrat"/>
              </a:rPr>
              <a:t>	</a:t>
            </a:r>
            <a:r>
              <a:rPr sz="1050" spc="-10" dirty="0">
                <a:solidFill>
                  <a:srgbClr val="333333"/>
                </a:solidFill>
                <a:latin typeface="Montserrat"/>
                <a:cs typeface="Montserrat"/>
              </a:rPr>
              <a:t>Secondary</a:t>
            </a:r>
            <a:r>
              <a:rPr sz="1050" dirty="0">
                <a:solidFill>
                  <a:srgbClr val="333333"/>
                </a:solidFill>
                <a:latin typeface="Montserrat"/>
                <a:cs typeface="Montserrat"/>
              </a:rPr>
              <a:t>	</a:t>
            </a:r>
            <a:r>
              <a:rPr sz="1050" spc="-55" dirty="0">
                <a:solidFill>
                  <a:srgbClr val="333333"/>
                </a:solidFill>
                <a:latin typeface="Montserrat"/>
                <a:cs typeface="Montserrat"/>
              </a:rPr>
              <a:t>Accent</a:t>
            </a:r>
            <a:endParaRPr sz="1050">
              <a:latin typeface="Montserrat"/>
              <a:cs typeface="Montserrat"/>
            </a:endParaRPr>
          </a:p>
          <a:p>
            <a:pPr>
              <a:spcBef>
                <a:spcPts val="625"/>
              </a:spcBef>
            </a:pPr>
            <a:endParaRPr sz="950">
              <a:latin typeface="Montserrat"/>
              <a:cs typeface="Montserrat"/>
            </a:endParaRPr>
          </a:p>
          <a:p>
            <a:pPr marL="12700">
              <a:spcBef>
                <a:spcPts val="5"/>
              </a:spcBef>
            </a:pPr>
            <a:r>
              <a:rPr sz="1600" b="1" spc="-125" dirty="0">
                <a:solidFill>
                  <a:srgbClr val="2A6BB0"/>
                </a:solidFill>
                <a:latin typeface="Montserrat SemiBold"/>
                <a:cs typeface="Montserrat SemiBold"/>
              </a:rPr>
              <a:t>Brand</a:t>
            </a:r>
            <a:r>
              <a:rPr sz="1600" b="1" spc="-2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0" dirty="0">
                <a:solidFill>
                  <a:srgbClr val="2A6BB0"/>
                </a:solidFill>
                <a:latin typeface="Montserrat SemiBold"/>
                <a:cs typeface="Montserrat SemiBold"/>
              </a:rPr>
              <a:t>Positioning</a:t>
            </a:r>
            <a:endParaRPr sz="1600">
              <a:latin typeface="Montserrat SemiBold"/>
              <a:cs typeface="Montserrat SemiBol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33499" y="2695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8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5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199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8349" y="2695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8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199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3" y="92572"/>
                </a:lnTo>
                <a:lnTo>
                  <a:pt x="372798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8" y="245799"/>
                </a:lnTo>
                <a:lnTo>
                  <a:pt x="353903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419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6900" y="3824768"/>
            <a:ext cx="635698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Outline</a:t>
            </a:r>
            <a:r>
              <a:rPr sz="14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10" dirty="0">
                <a:solidFill>
                  <a:srgbClr val="4A5467"/>
                </a:solidFill>
                <a:latin typeface="Montserrat"/>
                <a:cs typeface="Montserrat"/>
              </a:rPr>
              <a:t>how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your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5" dirty="0">
                <a:solidFill>
                  <a:srgbClr val="4A5467"/>
                </a:solidFill>
                <a:latin typeface="Montserrat"/>
                <a:cs typeface="Montserrat"/>
              </a:rPr>
              <a:t>brand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65" dirty="0">
                <a:solidFill>
                  <a:srgbClr val="4A5467"/>
                </a:solidFill>
                <a:latin typeface="Montserrat"/>
                <a:cs typeface="Montserrat"/>
              </a:rPr>
              <a:t>will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5" dirty="0">
                <a:solidFill>
                  <a:srgbClr val="4A5467"/>
                </a:solidFill>
                <a:latin typeface="Montserrat"/>
                <a:cs typeface="Montserrat"/>
              </a:rPr>
              <a:t>be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0" dirty="0">
                <a:solidFill>
                  <a:srgbClr val="4A5467"/>
                </a:solidFill>
                <a:latin typeface="Montserrat"/>
                <a:cs typeface="Montserrat"/>
              </a:rPr>
              <a:t>positioned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0" dirty="0">
                <a:solidFill>
                  <a:srgbClr val="4A5467"/>
                </a:solidFill>
                <a:latin typeface="Montserrat"/>
                <a:cs typeface="Montserrat"/>
              </a:rPr>
              <a:t>in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the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marketplace.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10" dirty="0">
                <a:solidFill>
                  <a:srgbClr val="4A5467"/>
                </a:solidFill>
                <a:latin typeface="Montserrat"/>
                <a:cs typeface="Montserrat"/>
              </a:rPr>
              <a:t>What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unique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space</a:t>
            </a:r>
            <a:r>
              <a:rPr sz="14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65" dirty="0">
                <a:solidFill>
                  <a:srgbClr val="4A5467"/>
                </a:solidFill>
                <a:latin typeface="Montserrat"/>
                <a:cs typeface="Montserrat"/>
              </a:rPr>
              <a:t>will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your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5" dirty="0">
                <a:solidFill>
                  <a:srgbClr val="4A5467"/>
                </a:solidFill>
                <a:latin typeface="Montserrat"/>
                <a:cs typeface="Montserrat"/>
              </a:rPr>
              <a:t>brand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0" dirty="0">
                <a:solidFill>
                  <a:srgbClr val="4A5467"/>
                </a:solidFill>
                <a:latin typeface="Montserrat"/>
                <a:cs typeface="Montserrat"/>
              </a:rPr>
              <a:t>occupy</a:t>
            </a:r>
            <a:r>
              <a:rPr sz="14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70" dirty="0">
                <a:solidFill>
                  <a:srgbClr val="4A5467"/>
                </a:solidFill>
                <a:latin typeface="Montserrat"/>
                <a:cs typeface="Montserrat"/>
              </a:rPr>
              <a:t>in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customers'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0" dirty="0">
                <a:solidFill>
                  <a:srgbClr val="4A5467"/>
                </a:solidFill>
                <a:latin typeface="Montserrat"/>
                <a:cs typeface="Montserrat"/>
              </a:rPr>
              <a:t>minds?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20" dirty="0">
                <a:solidFill>
                  <a:srgbClr val="4A5467"/>
                </a:solidFill>
                <a:latin typeface="Montserrat"/>
                <a:cs typeface="Montserrat"/>
              </a:rPr>
              <a:t>How</a:t>
            </a:r>
            <a:r>
              <a:rPr sz="14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5" dirty="0">
                <a:solidFill>
                  <a:srgbClr val="4A5467"/>
                </a:solidFill>
                <a:latin typeface="Montserrat"/>
                <a:cs typeface="Montserrat"/>
              </a:rPr>
              <a:t>does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20" dirty="0">
                <a:solidFill>
                  <a:srgbClr val="4A5467"/>
                </a:solidFill>
                <a:latin typeface="Montserrat"/>
                <a:cs typeface="Montserrat"/>
              </a:rPr>
              <a:t>this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positioning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support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90" dirty="0">
                <a:solidFill>
                  <a:srgbClr val="4A5467"/>
                </a:solidFill>
                <a:latin typeface="Montserrat"/>
                <a:cs typeface="Montserrat"/>
              </a:rPr>
              <a:t>your</a:t>
            </a:r>
            <a:r>
              <a:rPr sz="1450" spc="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85" dirty="0">
                <a:solidFill>
                  <a:srgbClr val="4A5467"/>
                </a:solidFill>
                <a:latin typeface="Montserrat"/>
                <a:cs typeface="Montserrat"/>
              </a:rPr>
              <a:t>business</a:t>
            </a:r>
            <a:r>
              <a:rPr sz="1450" spc="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Montserrat"/>
                <a:cs typeface="Montserrat"/>
              </a:rPr>
              <a:t>goals?</a:t>
            </a:r>
            <a:endParaRPr sz="1450">
              <a:latin typeface="Montserrat"/>
              <a:cs typeface="Montserra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0"/>
            <a:ext cx="152399" cy="15234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213" y="5686426"/>
            <a:ext cx="152786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0089" y="6019801"/>
            <a:ext cx="151423" cy="1523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39396" y="4894096"/>
            <a:ext cx="5932805" cy="132536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31165">
              <a:spcBef>
                <a:spcPts val="135"/>
              </a:spcBef>
            </a:pPr>
            <a:r>
              <a:rPr sz="1600" b="1" spc="-130" dirty="0">
                <a:solidFill>
                  <a:srgbClr val="2A6BB0"/>
                </a:solidFill>
                <a:latin typeface="Montserrat SemiBold"/>
                <a:cs typeface="Montserrat SemiBold"/>
              </a:rPr>
              <a:t>Key</a:t>
            </a:r>
            <a:r>
              <a:rPr sz="1600" b="1" spc="-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25" dirty="0">
                <a:solidFill>
                  <a:srgbClr val="2A6BB0"/>
                </a:solidFill>
                <a:latin typeface="Montserrat SemiBold"/>
                <a:cs typeface="Montserrat SemiBold"/>
              </a:rPr>
              <a:t>Brand</a:t>
            </a:r>
            <a:r>
              <a:rPr sz="1600" b="1" spc="-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600" b="1" spc="-10" dirty="0">
                <a:solidFill>
                  <a:srgbClr val="2A6BB0"/>
                </a:solidFill>
                <a:latin typeface="Montserrat SemiBold"/>
                <a:cs typeface="Montserrat SemiBold"/>
              </a:rPr>
              <a:t>Elements</a:t>
            </a:r>
            <a:endParaRPr sz="1600" dirty="0">
              <a:latin typeface="Montserrat SemiBold"/>
              <a:cs typeface="Montserrat SemiBold"/>
            </a:endParaRPr>
          </a:p>
          <a:p>
            <a:pPr marL="583565">
              <a:spcBef>
                <a:spcPts val="1380"/>
              </a:spcBef>
            </a:pP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Visual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design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system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that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establishes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Montserrat"/>
                <a:cs typeface="Montserrat"/>
              </a:rPr>
              <a:t>recognition</a:t>
            </a:r>
            <a:r>
              <a:rPr sz="1300" spc="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sz="130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trust</a:t>
            </a:r>
            <a:endParaRPr sz="1300" dirty="0">
              <a:latin typeface="Montserrat"/>
              <a:cs typeface="Montserrat"/>
            </a:endParaRPr>
          </a:p>
          <a:p>
            <a:pPr marL="50800" indent="533400">
              <a:spcBef>
                <a:spcPts val="1140"/>
              </a:spcBef>
            </a:pPr>
            <a:r>
              <a:rPr sz="1300" spc="-80" dirty="0">
                <a:solidFill>
                  <a:srgbClr val="333333"/>
                </a:solidFill>
                <a:latin typeface="Montserrat"/>
                <a:cs typeface="Montserrat"/>
              </a:rPr>
              <a:t>Brand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voice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5" dirty="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sz="1300" spc="-10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Montserrat"/>
                <a:cs typeface="Montserrat"/>
              </a:rPr>
              <a:t>messaging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guidelines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for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Montserrat"/>
                <a:cs typeface="Montserrat"/>
              </a:rPr>
              <a:t>consistent</a:t>
            </a:r>
            <a:r>
              <a:rPr sz="1300" spc="-5" dirty="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sz="1300" spc="-25" dirty="0">
                <a:solidFill>
                  <a:srgbClr val="333333"/>
                </a:solidFill>
                <a:latin typeface="Montserrat"/>
                <a:cs typeface="Montserrat"/>
              </a:rPr>
              <a:t>communication</a:t>
            </a:r>
            <a:endParaRPr lang="en-US" sz="1300" spc="-25" dirty="0">
              <a:solidFill>
                <a:srgbClr val="333333"/>
              </a:solidFill>
              <a:latin typeface="Montserrat"/>
              <a:cs typeface="Montserrat"/>
            </a:endParaRPr>
          </a:p>
          <a:p>
            <a:pPr marL="50800" indent="533400">
              <a:spcBef>
                <a:spcPts val="1140"/>
              </a:spcBef>
            </a:pPr>
            <a:r>
              <a:rPr lang="en-US" sz="1300" spc="-25" dirty="0">
                <a:solidFill>
                  <a:srgbClr val="333333"/>
                </a:solidFill>
                <a:latin typeface="Montserrat"/>
                <a:cs typeface="Montserrat"/>
              </a:rPr>
              <a:t> Core branding values and emotional connections strategies</a:t>
            </a:r>
            <a:endParaRPr sz="1300" dirty="0">
              <a:latin typeface="Montserrat"/>
              <a:cs typeface="Montserra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05675" y="2581275"/>
            <a:ext cx="4276725" cy="2667000"/>
            <a:chOff x="7305674" y="2886074"/>
            <a:chExt cx="4276725" cy="2667000"/>
          </a:xfrm>
        </p:grpSpPr>
        <p:sp>
          <p:nvSpPr>
            <p:cNvPr id="15" name="object 15"/>
            <p:cNvSpPr/>
            <p:nvPr/>
          </p:nvSpPr>
          <p:spPr>
            <a:xfrm>
              <a:off x="7305674" y="2886074"/>
              <a:ext cx="4276725" cy="2667000"/>
            </a:xfrm>
            <a:custGeom>
              <a:avLst/>
              <a:gdLst/>
              <a:ahLst/>
              <a:cxnLst/>
              <a:rect l="l" t="t" r="r" b="b"/>
              <a:pathLst>
                <a:path w="4276725" h="2667000">
                  <a:moveTo>
                    <a:pt x="4200524" y="2666999"/>
                  </a:moveTo>
                  <a:lnTo>
                    <a:pt x="76199" y="2666999"/>
                  </a:lnTo>
                  <a:lnTo>
                    <a:pt x="68693" y="2666637"/>
                  </a:lnTo>
                  <a:lnTo>
                    <a:pt x="27882" y="2649732"/>
                  </a:lnTo>
                  <a:lnTo>
                    <a:pt x="3261" y="2612885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200524" y="0"/>
                  </a:lnTo>
                  <a:lnTo>
                    <a:pt x="4242866" y="12829"/>
                  </a:lnTo>
                  <a:lnTo>
                    <a:pt x="4270923" y="47039"/>
                  </a:lnTo>
                  <a:lnTo>
                    <a:pt x="4276724" y="76199"/>
                  </a:lnTo>
                  <a:lnTo>
                    <a:pt x="4276724" y="2590799"/>
                  </a:lnTo>
                  <a:lnTo>
                    <a:pt x="4263893" y="2633141"/>
                  </a:lnTo>
                  <a:lnTo>
                    <a:pt x="4229684" y="2661199"/>
                  </a:lnTo>
                  <a:lnTo>
                    <a:pt x="4200524" y="2666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05662" y="2886086"/>
              <a:ext cx="4276725" cy="2667000"/>
            </a:xfrm>
            <a:custGeom>
              <a:avLst/>
              <a:gdLst/>
              <a:ahLst/>
              <a:cxnLst/>
              <a:rect l="l" t="t" r="r" b="b"/>
              <a:pathLst>
                <a:path w="4276725" h="2667000">
                  <a:moveTo>
                    <a:pt x="19050" y="2488031"/>
                  </a:moveTo>
                  <a:lnTo>
                    <a:pt x="0" y="2488031"/>
                  </a:lnTo>
                  <a:lnTo>
                    <a:pt x="0" y="2545181"/>
                  </a:lnTo>
                  <a:lnTo>
                    <a:pt x="19050" y="2545181"/>
                  </a:lnTo>
                  <a:lnTo>
                    <a:pt x="19050" y="2488031"/>
                  </a:lnTo>
                  <a:close/>
                </a:path>
                <a:path w="4276725" h="2667000">
                  <a:moveTo>
                    <a:pt x="19050" y="2392984"/>
                  </a:moveTo>
                  <a:lnTo>
                    <a:pt x="0" y="2392984"/>
                  </a:lnTo>
                  <a:lnTo>
                    <a:pt x="0" y="2450134"/>
                  </a:lnTo>
                  <a:lnTo>
                    <a:pt x="19050" y="2450134"/>
                  </a:lnTo>
                  <a:lnTo>
                    <a:pt x="19050" y="2392984"/>
                  </a:lnTo>
                  <a:close/>
                </a:path>
                <a:path w="4276725" h="2667000">
                  <a:moveTo>
                    <a:pt x="19050" y="2297938"/>
                  </a:moveTo>
                  <a:lnTo>
                    <a:pt x="0" y="2297938"/>
                  </a:lnTo>
                  <a:lnTo>
                    <a:pt x="0" y="2355088"/>
                  </a:lnTo>
                  <a:lnTo>
                    <a:pt x="19050" y="2355088"/>
                  </a:lnTo>
                  <a:lnTo>
                    <a:pt x="19050" y="2297938"/>
                  </a:lnTo>
                  <a:close/>
                </a:path>
                <a:path w="4276725" h="2667000">
                  <a:moveTo>
                    <a:pt x="19050" y="2202878"/>
                  </a:moveTo>
                  <a:lnTo>
                    <a:pt x="0" y="2202878"/>
                  </a:lnTo>
                  <a:lnTo>
                    <a:pt x="0" y="2260028"/>
                  </a:lnTo>
                  <a:lnTo>
                    <a:pt x="19050" y="2260028"/>
                  </a:lnTo>
                  <a:lnTo>
                    <a:pt x="19050" y="2202878"/>
                  </a:lnTo>
                  <a:close/>
                </a:path>
                <a:path w="4276725" h="2667000">
                  <a:moveTo>
                    <a:pt x="19050" y="2107831"/>
                  </a:moveTo>
                  <a:lnTo>
                    <a:pt x="0" y="2107831"/>
                  </a:lnTo>
                  <a:lnTo>
                    <a:pt x="0" y="2164981"/>
                  </a:lnTo>
                  <a:lnTo>
                    <a:pt x="19050" y="2164981"/>
                  </a:lnTo>
                  <a:lnTo>
                    <a:pt x="19050" y="2107831"/>
                  </a:lnTo>
                  <a:close/>
                </a:path>
                <a:path w="4276725" h="2667000">
                  <a:moveTo>
                    <a:pt x="19050" y="2012772"/>
                  </a:moveTo>
                  <a:lnTo>
                    <a:pt x="0" y="2012772"/>
                  </a:lnTo>
                  <a:lnTo>
                    <a:pt x="0" y="2069922"/>
                  </a:lnTo>
                  <a:lnTo>
                    <a:pt x="19050" y="2069922"/>
                  </a:lnTo>
                  <a:lnTo>
                    <a:pt x="19050" y="2012772"/>
                  </a:lnTo>
                  <a:close/>
                </a:path>
                <a:path w="4276725" h="2667000">
                  <a:moveTo>
                    <a:pt x="19050" y="1917725"/>
                  </a:moveTo>
                  <a:lnTo>
                    <a:pt x="0" y="1917725"/>
                  </a:lnTo>
                  <a:lnTo>
                    <a:pt x="0" y="1974875"/>
                  </a:lnTo>
                  <a:lnTo>
                    <a:pt x="19050" y="1974875"/>
                  </a:lnTo>
                  <a:lnTo>
                    <a:pt x="19050" y="1917725"/>
                  </a:lnTo>
                  <a:close/>
                </a:path>
                <a:path w="4276725" h="2667000">
                  <a:moveTo>
                    <a:pt x="19050" y="1822678"/>
                  </a:moveTo>
                  <a:lnTo>
                    <a:pt x="0" y="1822678"/>
                  </a:lnTo>
                  <a:lnTo>
                    <a:pt x="0" y="1879828"/>
                  </a:lnTo>
                  <a:lnTo>
                    <a:pt x="19050" y="1879828"/>
                  </a:lnTo>
                  <a:lnTo>
                    <a:pt x="19050" y="1822678"/>
                  </a:lnTo>
                  <a:close/>
                </a:path>
                <a:path w="4276725" h="2667000">
                  <a:moveTo>
                    <a:pt x="19050" y="1727619"/>
                  </a:moveTo>
                  <a:lnTo>
                    <a:pt x="0" y="1727619"/>
                  </a:lnTo>
                  <a:lnTo>
                    <a:pt x="0" y="1784769"/>
                  </a:lnTo>
                  <a:lnTo>
                    <a:pt x="19050" y="1784769"/>
                  </a:lnTo>
                  <a:lnTo>
                    <a:pt x="19050" y="1727619"/>
                  </a:lnTo>
                  <a:close/>
                </a:path>
                <a:path w="4276725" h="2667000">
                  <a:moveTo>
                    <a:pt x="19050" y="1632572"/>
                  </a:moveTo>
                  <a:lnTo>
                    <a:pt x="0" y="1632572"/>
                  </a:lnTo>
                  <a:lnTo>
                    <a:pt x="0" y="1689722"/>
                  </a:lnTo>
                  <a:lnTo>
                    <a:pt x="19050" y="1689722"/>
                  </a:lnTo>
                  <a:lnTo>
                    <a:pt x="19050" y="1632572"/>
                  </a:lnTo>
                  <a:close/>
                </a:path>
                <a:path w="4276725" h="2667000">
                  <a:moveTo>
                    <a:pt x="19050" y="1537525"/>
                  </a:moveTo>
                  <a:lnTo>
                    <a:pt x="0" y="1537525"/>
                  </a:lnTo>
                  <a:lnTo>
                    <a:pt x="0" y="1594675"/>
                  </a:lnTo>
                  <a:lnTo>
                    <a:pt x="19050" y="1594675"/>
                  </a:lnTo>
                  <a:lnTo>
                    <a:pt x="19050" y="1537525"/>
                  </a:lnTo>
                  <a:close/>
                </a:path>
                <a:path w="4276725" h="2667000">
                  <a:moveTo>
                    <a:pt x="19050" y="1442466"/>
                  </a:moveTo>
                  <a:lnTo>
                    <a:pt x="0" y="1442466"/>
                  </a:lnTo>
                  <a:lnTo>
                    <a:pt x="0" y="1499616"/>
                  </a:lnTo>
                  <a:lnTo>
                    <a:pt x="19050" y="1499616"/>
                  </a:lnTo>
                  <a:lnTo>
                    <a:pt x="19050" y="1442466"/>
                  </a:lnTo>
                  <a:close/>
                </a:path>
                <a:path w="4276725" h="2667000">
                  <a:moveTo>
                    <a:pt x="19050" y="1347419"/>
                  </a:moveTo>
                  <a:lnTo>
                    <a:pt x="0" y="1347419"/>
                  </a:lnTo>
                  <a:lnTo>
                    <a:pt x="0" y="1404569"/>
                  </a:lnTo>
                  <a:lnTo>
                    <a:pt x="19050" y="1404569"/>
                  </a:lnTo>
                  <a:lnTo>
                    <a:pt x="19050" y="1347419"/>
                  </a:lnTo>
                  <a:close/>
                </a:path>
                <a:path w="4276725" h="2667000">
                  <a:moveTo>
                    <a:pt x="19050" y="1252372"/>
                  </a:moveTo>
                  <a:lnTo>
                    <a:pt x="0" y="1252372"/>
                  </a:lnTo>
                  <a:lnTo>
                    <a:pt x="0" y="1309522"/>
                  </a:lnTo>
                  <a:lnTo>
                    <a:pt x="19050" y="1309522"/>
                  </a:lnTo>
                  <a:lnTo>
                    <a:pt x="19050" y="1252372"/>
                  </a:lnTo>
                  <a:close/>
                </a:path>
                <a:path w="4276725" h="2667000">
                  <a:moveTo>
                    <a:pt x="19050" y="1157312"/>
                  </a:moveTo>
                  <a:lnTo>
                    <a:pt x="0" y="1157312"/>
                  </a:lnTo>
                  <a:lnTo>
                    <a:pt x="0" y="1214462"/>
                  </a:lnTo>
                  <a:lnTo>
                    <a:pt x="19050" y="1214462"/>
                  </a:lnTo>
                  <a:lnTo>
                    <a:pt x="19050" y="1157312"/>
                  </a:lnTo>
                  <a:close/>
                </a:path>
                <a:path w="4276725" h="2667000">
                  <a:moveTo>
                    <a:pt x="19050" y="1062266"/>
                  </a:moveTo>
                  <a:lnTo>
                    <a:pt x="0" y="1062266"/>
                  </a:lnTo>
                  <a:lnTo>
                    <a:pt x="0" y="1119416"/>
                  </a:lnTo>
                  <a:lnTo>
                    <a:pt x="19050" y="1119416"/>
                  </a:lnTo>
                  <a:lnTo>
                    <a:pt x="19050" y="1062266"/>
                  </a:lnTo>
                  <a:close/>
                </a:path>
                <a:path w="4276725" h="2667000">
                  <a:moveTo>
                    <a:pt x="19050" y="967206"/>
                  </a:moveTo>
                  <a:lnTo>
                    <a:pt x="0" y="967206"/>
                  </a:lnTo>
                  <a:lnTo>
                    <a:pt x="0" y="1024356"/>
                  </a:lnTo>
                  <a:lnTo>
                    <a:pt x="19050" y="1024356"/>
                  </a:lnTo>
                  <a:lnTo>
                    <a:pt x="19050" y="967206"/>
                  </a:lnTo>
                  <a:close/>
                </a:path>
                <a:path w="4276725" h="2667000">
                  <a:moveTo>
                    <a:pt x="19050" y="872159"/>
                  </a:moveTo>
                  <a:lnTo>
                    <a:pt x="0" y="872159"/>
                  </a:lnTo>
                  <a:lnTo>
                    <a:pt x="0" y="929309"/>
                  </a:lnTo>
                  <a:lnTo>
                    <a:pt x="19050" y="929309"/>
                  </a:lnTo>
                  <a:lnTo>
                    <a:pt x="19050" y="872159"/>
                  </a:lnTo>
                  <a:close/>
                </a:path>
                <a:path w="4276725" h="2667000">
                  <a:moveTo>
                    <a:pt x="19050" y="777113"/>
                  </a:moveTo>
                  <a:lnTo>
                    <a:pt x="0" y="777113"/>
                  </a:lnTo>
                  <a:lnTo>
                    <a:pt x="0" y="834263"/>
                  </a:lnTo>
                  <a:lnTo>
                    <a:pt x="19050" y="834263"/>
                  </a:lnTo>
                  <a:lnTo>
                    <a:pt x="19050" y="777113"/>
                  </a:lnTo>
                  <a:close/>
                </a:path>
                <a:path w="4276725" h="2667000">
                  <a:moveTo>
                    <a:pt x="19050" y="682053"/>
                  </a:moveTo>
                  <a:lnTo>
                    <a:pt x="0" y="682053"/>
                  </a:lnTo>
                  <a:lnTo>
                    <a:pt x="0" y="739203"/>
                  </a:lnTo>
                  <a:lnTo>
                    <a:pt x="19050" y="739203"/>
                  </a:lnTo>
                  <a:lnTo>
                    <a:pt x="19050" y="682053"/>
                  </a:lnTo>
                  <a:close/>
                </a:path>
                <a:path w="4276725" h="2667000">
                  <a:moveTo>
                    <a:pt x="19050" y="587006"/>
                  </a:moveTo>
                  <a:lnTo>
                    <a:pt x="0" y="587006"/>
                  </a:lnTo>
                  <a:lnTo>
                    <a:pt x="0" y="644156"/>
                  </a:lnTo>
                  <a:lnTo>
                    <a:pt x="19050" y="644156"/>
                  </a:lnTo>
                  <a:lnTo>
                    <a:pt x="19050" y="587006"/>
                  </a:lnTo>
                  <a:close/>
                </a:path>
                <a:path w="4276725" h="2667000">
                  <a:moveTo>
                    <a:pt x="19050" y="491947"/>
                  </a:moveTo>
                  <a:lnTo>
                    <a:pt x="0" y="491947"/>
                  </a:lnTo>
                  <a:lnTo>
                    <a:pt x="0" y="549097"/>
                  </a:lnTo>
                  <a:lnTo>
                    <a:pt x="19050" y="549097"/>
                  </a:lnTo>
                  <a:lnTo>
                    <a:pt x="19050" y="491947"/>
                  </a:lnTo>
                  <a:close/>
                </a:path>
                <a:path w="4276725" h="2667000">
                  <a:moveTo>
                    <a:pt x="19050" y="396900"/>
                  </a:moveTo>
                  <a:lnTo>
                    <a:pt x="0" y="396900"/>
                  </a:lnTo>
                  <a:lnTo>
                    <a:pt x="0" y="454050"/>
                  </a:lnTo>
                  <a:lnTo>
                    <a:pt x="19050" y="454050"/>
                  </a:lnTo>
                  <a:lnTo>
                    <a:pt x="19050" y="396900"/>
                  </a:lnTo>
                  <a:close/>
                </a:path>
                <a:path w="4276725" h="2667000">
                  <a:moveTo>
                    <a:pt x="19050" y="301853"/>
                  </a:moveTo>
                  <a:lnTo>
                    <a:pt x="0" y="301853"/>
                  </a:lnTo>
                  <a:lnTo>
                    <a:pt x="0" y="359003"/>
                  </a:lnTo>
                  <a:lnTo>
                    <a:pt x="19050" y="359003"/>
                  </a:lnTo>
                  <a:lnTo>
                    <a:pt x="19050" y="301853"/>
                  </a:lnTo>
                  <a:close/>
                </a:path>
                <a:path w="4276725" h="2667000">
                  <a:moveTo>
                    <a:pt x="19050" y="206794"/>
                  </a:moveTo>
                  <a:lnTo>
                    <a:pt x="0" y="206794"/>
                  </a:lnTo>
                  <a:lnTo>
                    <a:pt x="0" y="263944"/>
                  </a:lnTo>
                  <a:lnTo>
                    <a:pt x="19050" y="263944"/>
                  </a:lnTo>
                  <a:lnTo>
                    <a:pt x="19050" y="206794"/>
                  </a:lnTo>
                  <a:close/>
                </a:path>
                <a:path w="4276725" h="2667000">
                  <a:moveTo>
                    <a:pt x="19050" y="111747"/>
                  </a:moveTo>
                  <a:lnTo>
                    <a:pt x="0" y="111747"/>
                  </a:lnTo>
                  <a:lnTo>
                    <a:pt x="0" y="168897"/>
                  </a:lnTo>
                  <a:lnTo>
                    <a:pt x="19050" y="168897"/>
                  </a:lnTo>
                  <a:lnTo>
                    <a:pt x="19050" y="111747"/>
                  </a:lnTo>
                  <a:close/>
                </a:path>
                <a:path w="4276725" h="2667000">
                  <a:moveTo>
                    <a:pt x="34188" y="2629598"/>
                  </a:moveTo>
                  <a:lnTo>
                    <a:pt x="30441" y="2625852"/>
                  </a:lnTo>
                  <a:lnTo>
                    <a:pt x="26301" y="2619667"/>
                  </a:lnTo>
                  <a:lnTo>
                    <a:pt x="20510" y="2605659"/>
                  </a:lnTo>
                  <a:lnTo>
                    <a:pt x="19050" y="2598305"/>
                  </a:lnTo>
                  <a:lnTo>
                    <a:pt x="19050" y="2583091"/>
                  </a:lnTo>
                  <a:lnTo>
                    <a:pt x="0" y="2583091"/>
                  </a:lnTo>
                  <a:lnTo>
                    <a:pt x="0" y="2590800"/>
                  </a:lnTo>
                  <a:lnTo>
                    <a:pt x="368" y="2598305"/>
                  </a:lnTo>
                  <a:lnTo>
                    <a:pt x="17272" y="2639110"/>
                  </a:lnTo>
                  <a:lnTo>
                    <a:pt x="20294" y="2642438"/>
                  </a:lnTo>
                  <a:lnTo>
                    <a:pt x="34188" y="2629598"/>
                  </a:lnTo>
                  <a:close/>
                </a:path>
                <a:path w="4276725" h="2667000">
                  <a:moveTo>
                    <a:pt x="40436" y="31140"/>
                  </a:moveTo>
                  <a:lnTo>
                    <a:pt x="28841" y="16548"/>
                  </a:lnTo>
                  <a:lnTo>
                    <a:pt x="27889" y="17259"/>
                  </a:lnTo>
                  <a:lnTo>
                    <a:pt x="22326" y="22313"/>
                  </a:lnTo>
                  <a:lnTo>
                    <a:pt x="5702" y="47320"/>
                  </a:lnTo>
                  <a:lnTo>
                    <a:pt x="3263" y="54102"/>
                  </a:lnTo>
                  <a:lnTo>
                    <a:pt x="1460" y="61328"/>
                  </a:lnTo>
                  <a:lnTo>
                    <a:pt x="381" y="68618"/>
                  </a:lnTo>
                  <a:lnTo>
                    <a:pt x="127" y="73647"/>
                  </a:lnTo>
                  <a:lnTo>
                    <a:pt x="19050" y="74282"/>
                  </a:lnTo>
                  <a:lnTo>
                    <a:pt x="19050" y="68618"/>
                  </a:lnTo>
                  <a:lnTo>
                    <a:pt x="20510" y="61328"/>
                  </a:lnTo>
                  <a:lnTo>
                    <a:pt x="26301" y="47320"/>
                  </a:lnTo>
                  <a:lnTo>
                    <a:pt x="30441" y="41148"/>
                  </a:lnTo>
                  <a:lnTo>
                    <a:pt x="35788" y="35788"/>
                  </a:lnTo>
                  <a:lnTo>
                    <a:pt x="40436" y="31140"/>
                  </a:lnTo>
                  <a:close/>
                </a:path>
                <a:path w="4276725" h="2667000">
                  <a:moveTo>
                    <a:pt x="116636" y="2647950"/>
                  </a:moveTo>
                  <a:lnTo>
                    <a:pt x="68630" y="2647950"/>
                  </a:lnTo>
                  <a:lnTo>
                    <a:pt x="62103" y="2646642"/>
                  </a:lnTo>
                  <a:lnTo>
                    <a:pt x="57569" y="2664599"/>
                  </a:lnTo>
                  <a:lnTo>
                    <a:pt x="61341" y="2665539"/>
                  </a:lnTo>
                  <a:lnTo>
                    <a:pt x="68694" y="2666631"/>
                  </a:lnTo>
                  <a:lnTo>
                    <a:pt x="76200" y="2667000"/>
                  </a:lnTo>
                  <a:lnTo>
                    <a:pt x="116636" y="2667000"/>
                  </a:lnTo>
                  <a:lnTo>
                    <a:pt x="116636" y="2647950"/>
                  </a:lnTo>
                  <a:close/>
                </a:path>
                <a:path w="4276725" h="2667000">
                  <a:moveTo>
                    <a:pt x="133350" y="0"/>
                  </a:moveTo>
                  <a:lnTo>
                    <a:pt x="76200" y="0"/>
                  </a:lnTo>
                  <a:lnTo>
                    <a:pt x="68897" y="342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w="4276725" h="2667000">
                  <a:moveTo>
                    <a:pt x="211696" y="2647950"/>
                  </a:moveTo>
                  <a:lnTo>
                    <a:pt x="154546" y="2647950"/>
                  </a:lnTo>
                  <a:lnTo>
                    <a:pt x="154546" y="2667000"/>
                  </a:lnTo>
                  <a:lnTo>
                    <a:pt x="211696" y="2667000"/>
                  </a:lnTo>
                  <a:lnTo>
                    <a:pt x="211696" y="2647950"/>
                  </a:lnTo>
                  <a:close/>
                </a:path>
                <a:path w="4276725" h="2667000">
                  <a:moveTo>
                    <a:pt x="228409" y="0"/>
                  </a:moveTo>
                  <a:lnTo>
                    <a:pt x="171259" y="0"/>
                  </a:lnTo>
                  <a:lnTo>
                    <a:pt x="171259" y="19050"/>
                  </a:lnTo>
                  <a:lnTo>
                    <a:pt x="228409" y="19050"/>
                  </a:lnTo>
                  <a:lnTo>
                    <a:pt x="228409" y="0"/>
                  </a:lnTo>
                  <a:close/>
                </a:path>
                <a:path w="4276725" h="2667000">
                  <a:moveTo>
                    <a:pt x="306743" y="2647950"/>
                  </a:moveTo>
                  <a:lnTo>
                    <a:pt x="249593" y="2647950"/>
                  </a:lnTo>
                  <a:lnTo>
                    <a:pt x="249593" y="2667000"/>
                  </a:lnTo>
                  <a:lnTo>
                    <a:pt x="306743" y="2667000"/>
                  </a:lnTo>
                  <a:lnTo>
                    <a:pt x="306743" y="2647950"/>
                  </a:lnTo>
                  <a:close/>
                </a:path>
                <a:path w="4276725" h="2667000">
                  <a:moveTo>
                    <a:pt x="323456" y="0"/>
                  </a:moveTo>
                  <a:lnTo>
                    <a:pt x="266306" y="0"/>
                  </a:lnTo>
                  <a:lnTo>
                    <a:pt x="266306" y="19050"/>
                  </a:lnTo>
                  <a:lnTo>
                    <a:pt x="323456" y="19050"/>
                  </a:lnTo>
                  <a:lnTo>
                    <a:pt x="323456" y="0"/>
                  </a:lnTo>
                  <a:close/>
                </a:path>
                <a:path w="4276725" h="2667000">
                  <a:moveTo>
                    <a:pt x="401789" y="2647950"/>
                  </a:moveTo>
                  <a:lnTo>
                    <a:pt x="344639" y="2647950"/>
                  </a:lnTo>
                  <a:lnTo>
                    <a:pt x="344639" y="2667000"/>
                  </a:lnTo>
                  <a:lnTo>
                    <a:pt x="401789" y="2667000"/>
                  </a:lnTo>
                  <a:lnTo>
                    <a:pt x="401789" y="2647950"/>
                  </a:lnTo>
                  <a:close/>
                </a:path>
                <a:path w="4276725" h="2667000">
                  <a:moveTo>
                    <a:pt x="418515" y="0"/>
                  </a:moveTo>
                  <a:lnTo>
                    <a:pt x="361365" y="0"/>
                  </a:lnTo>
                  <a:lnTo>
                    <a:pt x="361365" y="19050"/>
                  </a:lnTo>
                  <a:lnTo>
                    <a:pt x="418515" y="19050"/>
                  </a:lnTo>
                  <a:lnTo>
                    <a:pt x="418515" y="0"/>
                  </a:lnTo>
                  <a:close/>
                </a:path>
                <a:path w="4276725" h="2667000">
                  <a:moveTo>
                    <a:pt x="496849" y="2647950"/>
                  </a:moveTo>
                  <a:lnTo>
                    <a:pt x="439699" y="2647950"/>
                  </a:lnTo>
                  <a:lnTo>
                    <a:pt x="439699" y="2667000"/>
                  </a:lnTo>
                  <a:lnTo>
                    <a:pt x="496849" y="2667000"/>
                  </a:lnTo>
                  <a:lnTo>
                    <a:pt x="496849" y="2647950"/>
                  </a:lnTo>
                  <a:close/>
                </a:path>
                <a:path w="4276725" h="2667000">
                  <a:moveTo>
                    <a:pt x="513562" y="0"/>
                  </a:moveTo>
                  <a:lnTo>
                    <a:pt x="456412" y="0"/>
                  </a:lnTo>
                  <a:lnTo>
                    <a:pt x="456412" y="19050"/>
                  </a:lnTo>
                  <a:lnTo>
                    <a:pt x="513562" y="19050"/>
                  </a:lnTo>
                  <a:lnTo>
                    <a:pt x="513562" y="0"/>
                  </a:lnTo>
                  <a:close/>
                </a:path>
                <a:path w="4276725" h="2667000">
                  <a:moveTo>
                    <a:pt x="591896" y="2647950"/>
                  </a:moveTo>
                  <a:lnTo>
                    <a:pt x="534746" y="2647950"/>
                  </a:lnTo>
                  <a:lnTo>
                    <a:pt x="534746" y="2667000"/>
                  </a:lnTo>
                  <a:lnTo>
                    <a:pt x="591896" y="2667000"/>
                  </a:lnTo>
                  <a:lnTo>
                    <a:pt x="591896" y="2647950"/>
                  </a:lnTo>
                  <a:close/>
                </a:path>
                <a:path w="4276725" h="2667000">
                  <a:moveTo>
                    <a:pt x="608609" y="0"/>
                  </a:moveTo>
                  <a:lnTo>
                    <a:pt x="551459" y="0"/>
                  </a:lnTo>
                  <a:lnTo>
                    <a:pt x="551459" y="19050"/>
                  </a:lnTo>
                  <a:lnTo>
                    <a:pt x="608609" y="19050"/>
                  </a:lnTo>
                  <a:lnTo>
                    <a:pt x="608609" y="0"/>
                  </a:lnTo>
                  <a:close/>
                </a:path>
                <a:path w="4276725" h="2667000">
                  <a:moveTo>
                    <a:pt x="686955" y="2647950"/>
                  </a:moveTo>
                  <a:lnTo>
                    <a:pt x="629805" y="2647950"/>
                  </a:lnTo>
                  <a:lnTo>
                    <a:pt x="629805" y="2667000"/>
                  </a:lnTo>
                  <a:lnTo>
                    <a:pt x="686955" y="2667000"/>
                  </a:lnTo>
                  <a:lnTo>
                    <a:pt x="686955" y="2647950"/>
                  </a:lnTo>
                  <a:close/>
                </a:path>
                <a:path w="4276725" h="2667000">
                  <a:moveTo>
                    <a:pt x="703668" y="0"/>
                  </a:moveTo>
                  <a:lnTo>
                    <a:pt x="646518" y="0"/>
                  </a:lnTo>
                  <a:lnTo>
                    <a:pt x="646518" y="19050"/>
                  </a:lnTo>
                  <a:lnTo>
                    <a:pt x="703668" y="19050"/>
                  </a:lnTo>
                  <a:lnTo>
                    <a:pt x="703668" y="0"/>
                  </a:lnTo>
                  <a:close/>
                </a:path>
                <a:path w="4276725" h="2667000">
                  <a:moveTo>
                    <a:pt x="782002" y="2647950"/>
                  </a:moveTo>
                  <a:lnTo>
                    <a:pt x="724852" y="2647950"/>
                  </a:lnTo>
                  <a:lnTo>
                    <a:pt x="724852" y="2667000"/>
                  </a:lnTo>
                  <a:lnTo>
                    <a:pt x="782002" y="2667000"/>
                  </a:lnTo>
                  <a:lnTo>
                    <a:pt x="782002" y="2647950"/>
                  </a:lnTo>
                  <a:close/>
                </a:path>
                <a:path w="4276725" h="2667000">
                  <a:moveTo>
                    <a:pt x="798715" y="0"/>
                  </a:moveTo>
                  <a:lnTo>
                    <a:pt x="741565" y="0"/>
                  </a:lnTo>
                  <a:lnTo>
                    <a:pt x="741565" y="19050"/>
                  </a:lnTo>
                  <a:lnTo>
                    <a:pt x="798715" y="19050"/>
                  </a:lnTo>
                  <a:lnTo>
                    <a:pt x="798715" y="0"/>
                  </a:lnTo>
                  <a:close/>
                </a:path>
                <a:path w="4276725" h="2667000">
                  <a:moveTo>
                    <a:pt x="877049" y="2647950"/>
                  </a:moveTo>
                  <a:lnTo>
                    <a:pt x="819899" y="2647950"/>
                  </a:lnTo>
                  <a:lnTo>
                    <a:pt x="819899" y="2667000"/>
                  </a:lnTo>
                  <a:lnTo>
                    <a:pt x="877049" y="2667000"/>
                  </a:lnTo>
                  <a:lnTo>
                    <a:pt x="877049" y="2647950"/>
                  </a:lnTo>
                  <a:close/>
                </a:path>
                <a:path w="4276725" h="2667000">
                  <a:moveTo>
                    <a:pt x="893762" y="0"/>
                  </a:moveTo>
                  <a:lnTo>
                    <a:pt x="836612" y="0"/>
                  </a:lnTo>
                  <a:lnTo>
                    <a:pt x="836612" y="19050"/>
                  </a:lnTo>
                  <a:lnTo>
                    <a:pt x="893762" y="19050"/>
                  </a:lnTo>
                  <a:lnTo>
                    <a:pt x="893762" y="0"/>
                  </a:lnTo>
                  <a:close/>
                </a:path>
                <a:path w="4276725" h="2667000">
                  <a:moveTo>
                    <a:pt x="972108" y="2647950"/>
                  </a:moveTo>
                  <a:lnTo>
                    <a:pt x="914958" y="2647950"/>
                  </a:lnTo>
                  <a:lnTo>
                    <a:pt x="914958" y="2667000"/>
                  </a:lnTo>
                  <a:lnTo>
                    <a:pt x="972108" y="2667000"/>
                  </a:lnTo>
                  <a:lnTo>
                    <a:pt x="972108" y="2647950"/>
                  </a:lnTo>
                  <a:close/>
                </a:path>
                <a:path w="4276725" h="2667000">
                  <a:moveTo>
                    <a:pt x="988822" y="0"/>
                  </a:moveTo>
                  <a:lnTo>
                    <a:pt x="931672" y="0"/>
                  </a:lnTo>
                  <a:lnTo>
                    <a:pt x="931672" y="19050"/>
                  </a:lnTo>
                  <a:lnTo>
                    <a:pt x="988822" y="19050"/>
                  </a:lnTo>
                  <a:lnTo>
                    <a:pt x="988822" y="0"/>
                  </a:lnTo>
                  <a:close/>
                </a:path>
                <a:path w="4276725" h="2667000">
                  <a:moveTo>
                    <a:pt x="1067155" y="2647950"/>
                  </a:moveTo>
                  <a:lnTo>
                    <a:pt x="1010005" y="2647950"/>
                  </a:lnTo>
                  <a:lnTo>
                    <a:pt x="1010005" y="2667000"/>
                  </a:lnTo>
                  <a:lnTo>
                    <a:pt x="1067155" y="2667000"/>
                  </a:lnTo>
                  <a:lnTo>
                    <a:pt x="1067155" y="2647950"/>
                  </a:lnTo>
                  <a:close/>
                </a:path>
                <a:path w="4276725" h="2667000">
                  <a:moveTo>
                    <a:pt x="1083868" y="0"/>
                  </a:moveTo>
                  <a:lnTo>
                    <a:pt x="1026718" y="0"/>
                  </a:lnTo>
                  <a:lnTo>
                    <a:pt x="1026718" y="19050"/>
                  </a:lnTo>
                  <a:lnTo>
                    <a:pt x="1083868" y="19050"/>
                  </a:lnTo>
                  <a:lnTo>
                    <a:pt x="1083868" y="0"/>
                  </a:lnTo>
                  <a:close/>
                </a:path>
                <a:path w="4276725" h="2667000">
                  <a:moveTo>
                    <a:pt x="1162202" y="2647950"/>
                  </a:moveTo>
                  <a:lnTo>
                    <a:pt x="1105052" y="2647950"/>
                  </a:lnTo>
                  <a:lnTo>
                    <a:pt x="1105052" y="2667000"/>
                  </a:lnTo>
                  <a:lnTo>
                    <a:pt x="1162202" y="2667000"/>
                  </a:lnTo>
                  <a:lnTo>
                    <a:pt x="1162202" y="2647950"/>
                  </a:lnTo>
                  <a:close/>
                </a:path>
                <a:path w="4276725" h="2667000">
                  <a:moveTo>
                    <a:pt x="1178928" y="0"/>
                  </a:moveTo>
                  <a:lnTo>
                    <a:pt x="1121778" y="0"/>
                  </a:lnTo>
                  <a:lnTo>
                    <a:pt x="1121778" y="19050"/>
                  </a:lnTo>
                  <a:lnTo>
                    <a:pt x="1178928" y="19050"/>
                  </a:lnTo>
                  <a:lnTo>
                    <a:pt x="1178928" y="0"/>
                  </a:lnTo>
                  <a:close/>
                </a:path>
                <a:path w="4276725" h="2667000">
                  <a:moveTo>
                    <a:pt x="1257261" y="2647950"/>
                  </a:moveTo>
                  <a:lnTo>
                    <a:pt x="1200111" y="2647950"/>
                  </a:lnTo>
                  <a:lnTo>
                    <a:pt x="1200111" y="2667000"/>
                  </a:lnTo>
                  <a:lnTo>
                    <a:pt x="1257261" y="2667000"/>
                  </a:lnTo>
                  <a:lnTo>
                    <a:pt x="1257261" y="2647950"/>
                  </a:lnTo>
                  <a:close/>
                </a:path>
                <a:path w="4276725" h="2667000">
                  <a:moveTo>
                    <a:pt x="1273975" y="0"/>
                  </a:moveTo>
                  <a:lnTo>
                    <a:pt x="1216825" y="0"/>
                  </a:lnTo>
                  <a:lnTo>
                    <a:pt x="1216825" y="19050"/>
                  </a:lnTo>
                  <a:lnTo>
                    <a:pt x="1273975" y="19050"/>
                  </a:lnTo>
                  <a:lnTo>
                    <a:pt x="1273975" y="0"/>
                  </a:lnTo>
                  <a:close/>
                </a:path>
                <a:path w="4276725" h="2667000">
                  <a:moveTo>
                    <a:pt x="1352308" y="2647950"/>
                  </a:moveTo>
                  <a:lnTo>
                    <a:pt x="1295158" y="2647950"/>
                  </a:lnTo>
                  <a:lnTo>
                    <a:pt x="1295158" y="2667000"/>
                  </a:lnTo>
                  <a:lnTo>
                    <a:pt x="1352308" y="2667000"/>
                  </a:lnTo>
                  <a:lnTo>
                    <a:pt x="1352308" y="2647950"/>
                  </a:lnTo>
                  <a:close/>
                </a:path>
                <a:path w="4276725" h="2667000">
                  <a:moveTo>
                    <a:pt x="1369021" y="0"/>
                  </a:moveTo>
                  <a:lnTo>
                    <a:pt x="1311871" y="0"/>
                  </a:lnTo>
                  <a:lnTo>
                    <a:pt x="1311871" y="19050"/>
                  </a:lnTo>
                  <a:lnTo>
                    <a:pt x="1369021" y="19050"/>
                  </a:lnTo>
                  <a:lnTo>
                    <a:pt x="1369021" y="0"/>
                  </a:lnTo>
                  <a:close/>
                </a:path>
                <a:path w="4276725" h="2667000">
                  <a:moveTo>
                    <a:pt x="1447368" y="2647950"/>
                  </a:moveTo>
                  <a:lnTo>
                    <a:pt x="1390218" y="2647950"/>
                  </a:lnTo>
                  <a:lnTo>
                    <a:pt x="1390218" y="2667000"/>
                  </a:lnTo>
                  <a:lnTo>
                    <a:pt x="1447368" y="2667000"/>
                  </a:lnTo>
                  <a:lnTo>
                    <a:pt x="1447368" y="2647950"/>
                  </a:lnTo>
                  <a:close/>
                </a:path>
                <a:path w="4276725" h="2667000">
                  <a:moveTo>
                    <a:pt x="1464081" y="0"/>
                  </a:moveTo>
                  <a:lnTo>
                    <a:pt x="1406931" y="0"/>
                  </a:lnTo>
                  <a:lnTo>
                    <a:pt x="1406931" y="19050"/>
                  </a:lnTo>
                  <a:lnTo>
                    <a:pt x="1464081" y="19050"/>
                  </a:lnTo>
                  <a:lnTo>
                    <a:pt x="1464081" y="0"/>
                  </a:lnTo>
                  <a:close/>
                </a:path>
                <a:path w="4276725" h="2667000">
                  <a:moveTo>
                    <a:pt x="1542415" y="2647950"/>
                  </a:moveTo>
                  <a:lnTo>
                    <a:pt x="1485265" y="2647950"/>
                  </a:lnTo>
                  <a:lnTo>
                    <a:pt x="1485265" y="2667000"/>
                  </a:lnTo>
                  <a:lnTo>
                    <a:pt x="1542415" y="2667000"/>
                  </a:lnTo>
                  <a:lnTo>
                    <a:pt x="1542415" y="2647950"/>
                  </a:lnTo>
                  <a:close/>
                </a:path>
                <a:path w="4276725" h="2667000">
                  <a:moveTo>
                    <a:pt x="1559128" y="0"/>
                  </a:moveTo>
                  <a:lnTo>
                    <a:pt x="1501978" y="0"/>
                  </a:lnTo>
                  <a:lnTo>
                    <a:pt x="1501978" y="19050"/>
                  </a:lnTo>
                  <a:lnTo>
                    <a:pt x="1559128" y="19050"/>
                  </a:lnTo>
                  <a:lnTo>
                    <a:pt x="1559128" y="0"/>
                  </a:lnTo>
                  <a:close/>
                </a:path>
                <a:path w="4276725" h="2667000">
                  <a:moveTo>
                    <a:pt x="1637461" y="2647950"/>
                  </a:moveTo>
                  <a:lnTo>
                    <a:pt x="1580311" y="2647950"/>
                  </a:lnTo>
                  <a:lnTo>
                    <a:pt x="1580311" y="2667000"/>
                  </a:lnTo>
                  <a:lnTo>
                    <a:pt x="1637461" y="2667000"/>
                  </a:lnTo>
                  <a:lnTo>
                    <a:pt x="1637461" y="2647950"/>
                  </a:lnTo>
                  <a:close/>
                </a:path>
                <a:path w="4276725" h="2667000">
                  <a:moveTo>
                    <a:pt x="1654175" y="0"/>
                  </a:moveTo>
                  <a:lnTo>
                    <a:pt x="1597025" y="0"/>
                  </a:lnTo>
                  <a:lnTo>
                    <a:pt x="1597025" y="19050"/>
                  </a:lnTo>
                  <a:lnTo>
                    <a:pt x="1654175" y="19050"/>
                  </a:lnTo>
                  <a:lnTo>
                    <a:pt x="1654175" y="0"/>
                  </a:lnTo>
                  <a:close/>
                </a:path>
                <a:path w="4276725" h="2667000">
                  <a:moveTo>
                    <a:pt x="1732521" y="2647950"/>
                  </a:moveTo>
                  <a:lnTo>
                    <a:pt x="1675371" y="2647950"/>
                  </a:lnTo>
                  <a:lnTo>
                    <a:pt x="1675371" y="2667000"/>
                  </a:lnTo>
                  <a:lnTo>
                    <a:pt x="1732521" y="2667000"/>
                  </a:lnTo>
                  <a:lnTo>
                    <a:pt x="1732521" y="2647950"/>
                  </a:lnTo>
                  <a:close/>
                </a:path>
                <a:path w="4276725" h="2667000">
                  <a:moveTo>
                    <a:pt x="1749234" y="0"/>
                  </a:moveTo>
                  <a:lnTo>
                    <a:pt x="1692084" y="0"/>
                  </a:lnTo>
                  <a:lnTo>
                    <a:pt x="1692084" y="19050"/>
                  </a:lnTo>
                  <a:lnTo>
                    <a:pt x="1749234" y="19050"/>
                  </a:lnTo>
                  <a:lnTo>
                    <a:pt x="1749234" y="0"/>
                  </a:lnTo>
                  <a:close/>
                </a:path>
                <a:path w="4276725" h="2667000">
                  <a:moveTo>
                    <a:pt x="1827568" y="2647950"/>
                  </a:moveTo>
                  <a:lnTo>
                    <a:pt x="1770418" y="2647950"/>
                  </a:lnTo>
                  <a:lnTo>
                    <a:pt x="1770418" y="2667000"/>
                  </a:lnTo>
                  <a:lnTo>
                    <a:pt x="1827568" y="2667000"/>
                  </a:lnTo>
                  <a:lnTo>
                    <a:pt x="1827568" y="2647950"/>
                  </a:lnTo>
                  <a:close/>
                </a:path>
                <a:path w="4276725" h="2667000">
                  <a:moveTo>
                    <a:pt x="1844281" y="0"/>
                  </a:moveTo>
                  <a:lnTo>
                    <a:pt x="1787131" y="0"/>
                  </a:lnTo>
                  <a:lnTo>
                    <a:pt x="1787131" y="19050"/>
                  </a:lnTo>
                  <a:lnTo>
                    <a:pt x="1844281" y="19050"/>
                  </a:lnTo>
                  <a:lnTo>
                    <a:pt x="1844281" y="0"/>
                  </a:lnTo>
                  <a:close/>
                </a:path>
                <a:path w="4276725" h="2667000">
                  <a:moveTo>
                    <a:pt x="1922614" y="2647950"/>
                  </a:moveTo>
                  <a:lnTo>
                    <a:pt x="1865464" y="2647950"/>
                  </a:lnTo>
                  <a:lnTo>
                    <a:pt x="1865464" y="2667000"/>
                  </a:lnTo>
                  <a:lnTo>
                    <a:pt x="1922614" y="2667000"/>
                  </a:lnTo>
                  <a:lnTo>
                    <a:pt x="1922614" y="2647950"/>
                  </a:lnTo>
                  <a:close/>
                </a:path>
                <a:path w="4276725" h="2667000">
                  <a:moveTo>
                    <a:pt x="1939340" y="0"/>
                  </a:moveTo>
                  <a:lnTo>
                    <a:pt x="1882190" y="0"/>
                  </a:lnTo>
                  <a:lnTo>
                    <a:pt x="1882190" y="19050"/>
                  </a:lnTo>
                  <a:lnTo>
                    <a:pt x="1939340" y="19050"/>
                  </a:lnTo>
                  <a:lnTo>
                    <a:pt x="1939340" y="0"/>
                  </a:lnTo>
                  <a:close/>
                </a:path>
                <a:path w="4276725" h="2667000">
                  <a:moveTo>
                    <a:pt x="2017674" y="2647950"/>
                  </a:moveTo>
                  <a:lnTo>
                    <a:pt x="1960524" y="2647950"/>
                  </a:lnTo>
                  <a:lnTo>
                    <a:pt x="1960524" y="2667000"/>
                  </a:lnTo>
                  <a:lnTo>
                    <a:pt x="2017674" y="2667000"/>
                  </a:lnTo>
                  <a:lnTo>
                    <a:pt x="2017674" y="2647950"/>
                  </a:lnTo>
                  <a:close/>
                </a:path>
                <a:path w="4276725" h="2667000">
                  <a:moveTo>
                    <a:pt x="2034387" y="0"/>
                  </a:moveTo>
                  <a:lnTo>
                    <a:pt x="1977237" y="0"/>
                  </a:lnTo>
                  <a:lnTo>
                    <a:pt x="1977237" y="19050"/>
                  </a:lnTo>
                  <a:lnTo>
                    <a:pt x="2034387" y="19050"/>
                  </a:lnTo>
                  <a:lnTo>
                    <a:pt x="2034387" y="0"/>
                  </a:lnTo>
                  <a:close/>
                </a:path>
                <a:path w="4276725" h="2667000">
                  <a:moveTo>
                    <a:pt x="2112721" y="2647950"/>
                  </a:moveTo>
                  <a:lnTo>
                    <a:pt x="2055571" y="2647950"/>
                  </a:lnTo>
                  <a:lnTo>
                    <a:pt x="2055571" y="2667000"/>
                  </a:lnTo>
                  <a:lnTo>
                    <a:pt x="2112721" y="2667000"/>
                  </a:lnTo>
                  <a:lnTo>
                    <a:pt x="2112721" y="2647950"/>
                  </a:lnTo>
                  <a:close/>
                </a:path>
                <a:path w="4276725" h="2667000">
                  <a:moveTo>
                    <a:pt x="2129434" y="0"/>
                  </a:moveTo>
                  <a:lnTo>
                    <a:pt x="2072284" y="0"/>
                  </a:lnTo>
                  <a:lnTo>
                    <a:pt x="2072284" y="19050"/>
                  </a:lnTo>
                  <a:lnTo>
                    <a:pt x="2129434" y="19050"/>
                  </a:lnTo>
                  <a:lnTo>
                    <a:pt x="2129434" y="0"/>
                  </a:lnTo>
                  <a:close/>
                </a:path>
                <a:path w="4276725" h="2667000">
                  <a:moveTo>
                    <a:pt x="2207780" y="2647950"/>
                  </a:moveTo>
                  <a:lnTo>
                    <a:pt x="2150630" y="2647950"/>
                  </a:lnTo>
                  <a:lnTo>
                    <a:pt x="2150630" y="2667000"/>
                  </a:lnTo>
                  <a:lnTo>
                    <a:pt x="2207780" y="2667000"/>
                  </a:lnTo>
                  <a:lnTo>
                    <a:pt x="2207780" y="2647950"/>
                  </a:lnTo>
                  <a:close/>
                </a:path>
                <a:path w="4276725" h="2667000">
                  <a:moveTo>
                    <a:pt x="2224494" y="0"/>
                  </a:moveTo>
                  <a:lnTo>
                    <a:pt x="2167344" y="0"/>
                  </a:lnTo>
                  <a:lnTo>
                    <a:pt x="2167344" y="19050"/>
                  </a:lnTo>
                  <a:lnTo>
                    <a:pt x="2224494" y="19050"/>
                  </a:lnTo>
                  <a:lnTo>
                    <a:pt x="2224494" y="0"/>
                  </a:lnTo>
                  <a:close/>
                </a:path>
                <a:path w="4276725" h="2667000">
                  <a:moveTo>
                    <a:pt x="2302827" y="2647950"/>
                  </a:moveTo>
                  <a:lnTo>
                    <a:pt x="2245677" y="2647950"/>
                  </a:lnTo>
                  <a:lnTo>
                    <a:pt x="2245677" y="2667000"/>
                  </a:lnTo>
                  <a:lnTo>
                    <a:pt x="2302827" y="2667000"/>
                  </a:lnTo>
                  <a:lnTo>
                    <a:pt x="2302827" y="2647950"/>
                  </a:lnTo>
                  <a:close/>
                </a:path>
                <a:path w="4276725" h="2667000">
                  <a:moveTo>
                    <a:pt x="2319540" y="0"/>
                  </a:moveTo>
                  <a:lnTo>
                    <a:pt x="2262390" y="0"/>
                  </a:lnTo>
                  <a:lnTo>
                    <a:pt x="2262390" y="19050"/>
                  </a:lnTo>
                  <a:lnTo>
                    <a:pt x="2319540" y="19050"/>
                  </a:lnTo>
                  <a:lnTo>
                    <a:pt x="2319540" y="0"/>
                  </a:lnTo>
                  <a:close/>
                </a:path>
                <a:path w="4276725" h="2667000">
                  <a:moveTo>
                    <a:pt x="2397874" y="2647950"/>
                  </a:moveTo>
                  <a:lnTo>
                    <a:pt x="2340724" y="2647950"/>
                  </a:lnTo>
                  <a:lnTo>
                    <a:pt x="2340724" y="2667000"/>
                  </a:lnTo>
                  <a:lnTo>
                    <a:pt x="2397874" y="2667000"/>
                  </a:lnTo>
                  <a:lnTo>
                    <a:pt x="2397874" y="2647950"/>
                  </a:lnTo>
                  <a:close/>
                </a:path>
                <a:path w="4276725" h="2667000">
                  <a:moveTo>
                    <a:pt x="2414587" y="0"/>
                  </a:moveTo>
                  <a:lnTo>
                    <a:pt x="2357437" y="0"/>
                  </a:lnTo>
                  <a:lnTo>
                    <a:pt x="2357437" y="19050"/>
                  </a:lnTo>
                  <a:lnTo>
                    <a:pt x="2414587" y="19050"/>
                  </a:lnTo>
                  <a:lnTo>
                    <a:pt x="2414587" y="0"/>
                  </a:lnTo>
                  <a:close/>
                </a:path>
                <a:path w="4276725" h="2667000">
                  <a:moveTo>
                    <a:pt x="2492933" y="2647950"/>
                  </a:moveTo>
                  <a:lnTo>
                    <a:pt x="2435783" y="2647950"/>
                  </a:lnTo>
                  <a:lnTo>
                    <a:pt x="2435783" y="2667000"/>
                  </a:lnTo>
                  <a:lnTo>
                    <a:pt x="2492933" y="2667000"/>
                  </a:lnTo>
                  <a:lnTo>
                    <a:pt x="2492933" y="2647950"/>
                  </a:lnTo>
                  <a:close/>
                </a:path>
                <a:path w="4276725" h="2667000">
                  <a:moveTo>
                    <a:pt x="2509647" y="0"/>
                  </a:moveTo>
                  <a:lnTo>
                    <a:pt x="2452497" y="0"/>
                  </a:lnTo>
                  <a:lnTo>
                    <a:pt x="2452497" y="19050"/>
                  </a:lnTo>
                  <a:lnTo>
                    <a:pt x="2509647" y="19050"/>
                  </a:lnTo>
                  <a:lnTo>
                    <a:pt x="2509647" y="0"/>
                  </a:lnTo>
                  <a:close/>
                </a:path>
                <a:path w="4276725" h="2667000">
                  <a:moveTo>
                    <a:pt x="2587980" y="2647950"/>
                  </a:moveTo>
                  <a:lnTo>
                    <a:pt x="2530830" y="2647950"/>
                  </a:lnTo>
                  <a:lnTo>
                    <a:pt x="2530830" y="2667000"/>
                  </a:lnTo>
                  <a:lnTo>
                    <a:pt x="2587980" y="2667000"/>
                  </a:lnTo>
                  <a:lnTo>
                    <a:pt x="2587980" y="2647950"/>
                  </a:lnTo>
                  <a:close/>
                </a:path>
                <a:path w="4276725" h="2667000">
                  <a:moveTo>
                    <a:pt x="2604693" y="0"/>
                  </a:moveTo>
                  <a:lnTo>
                    <a:pt x="2547543" y="0"/>
                  </a:lnTo>
                  <a:lnTo>
                    <a:pt x="2547543" y="19050"/>
                  </a:lnTo>
                  <a:lnTo>
                    <a:pt x="2604693" y="19050"/>
                  </a:lnTo>
                  <a:lnTo>
                    <a:pt x="2604693" y="0"/>
                  </a:lnTo>
                  <a:close/>
                </a:path>
                <a:path w="4276725" h="2667000">
                  <a:moveTo>
                    <a:pt x="2683027" y="2647950"/>
                  </a:moveTo>
                  <a:lnTo>
                    <a:pt x="2625877" y="2647950"/>
                  </a:lnTo>
                  <a:lnTo>
                    <a:pt x="2625877" y="2667000"/>
                  </a:lnTo>
                  <a:lnTo>
                    <a:pt x="2683027" y="2667000"/>
                  </a:lnTo>
                  <a:lnTo>
                    <a:pt x="2683027" y="2647950"/>
                  </a:lnTo>
                  <a:close/>
                </a:path>
                <a:path w="4276725" h="2667000">
                  <a:moveTo>
                    <a:pt x="2699753" y="0"/>
                  </a:moveTo>
                  <a:lnTo>
                    <a:pt x="2642603" y="0"/>
                  </a:lnTo>
                  <a:lnTo>
                    <a:pt x="2642603" y="19050"/>
                  </a:lnTo>
                  <a:lnTo>
                    <a:pt x="2699753" y="19050"/>
                  </a:lnTo>
                  <a:lnTo>
                    <a:pt x="2699753" y="0"/>
                  </a:lnTo>
                  <a:close/>
                </a:path>
                <a:path w="4276725" h="2667000">
                  <a:moveTo>
                    <a:pt x="2778087" y="2647950"/>
                  </a:moveTo>
                  <a:lnTo>
                    <a:pt x="2720937" y="2647950"/>
                  </a:lnTo>
                  <a:lnTo>
                    <a:pt x="2720937" y="2667000"/>
                  </a:lnTo>
                  <a:lnTo>
                    <a:pt x="2778087" y="2667000"/>
                  </a:lnTo>
                  <a:lnTo>
                    <a:pt x="2778087" y="2647950"/>
                  </a:lnTo>
                  <a:close/>
                </a:path>
                <a:path w="4276725" h="2667000">
                  <a:moveTo>
                    <a:pt x="2794800" y="0"/>
                  </a:moveTo>
                  <a:lnTo>
                    <a:pt x="2737650" y="0"/>
                  </a:lnTo>
                  <a:lnTo>
                    <a:pt x="2737650" y="19050"/>
                  </a:lnTo>
                  <a:lnTo>
                    <a:pt x="2794800" y="19050"/>
                  </a:lnTo>
                  <a:lnTo>
                    <a:pt x="2794800" y="0"/>
                  </a:lnTo>
                  <a:close/>
                </a:path>
                <a:path w="4276725" h="2667000">
                  <a:moveTo>
                    <a:pt x="2873133" y="2647950"/>
                  </a:moveTo>
                  <a:lnTo>
                    <a:pt x="2815983" y="2647950"/>
                  </a:lnTo>
                  <a:lnTo>
                    <a:pt x="2815983" y="2667000"/>
                  </a:lnTo>
                  <a:lnTo>
                    <a:pt x="2873133" y="2667000"/>
                  </a:lnTo>
                  <a:lnTo>
                    <a:pt x="2873133" y="2647950"/>
                  </a:lnTo>
                  <a:close/>
                </a:path>
                <a:path w="4276725" h="2667000">
                  <a:moveTo>
                    <a:pt x="2889847" y="0"/>
                  </a:moveTo>
                  <a:lnTo>
                    <a:pt x="2832697" y="0"/>
                  </a:lnTo>
                  <a:lnTo>
                    <a:pt x="2832697" y="19050"/>
                  </a:lnTo>
                  <a:lnTo>
                    <a:pt x="2889847" y="19050"/>
                  </a:lnTo>
                  <a:lnTo>
                    <a:pt x="2889847" y="0"/>
                  </a:lnTo>
                  <a:close/>
                </a:path>
                <a:path w="4276725" h="2667000">
                  <a:moveTo>
                    <a:pt x="2968193" y="2647950"/>
                  </a:moveTo>
                  <a:lnTo>
                    <a:pt x="2911043" y="2647950"/>
                  </a:lnTo>
                  <a:lnTo>
                    <a:pt x="2911043" y="2667000"/>
                  </a:lnTo>
                  <a:lnTo>
                    <a:pt x="2968193" y="2667000"/>
                  </a:lnTo>
                  <a:lnTo>
                    <a:pt x="2968193" y="2647950"/>
                  </a:lnTo>
                  <a:close/>
                </a:path>
                <a:path w="4276725" h="2667000">
                  <a:moveTo>
                    <a:pt x="2984906" y="0"/>
                  </a:moveTo>
                  <a:lnTo>
                    <a:pt x="2927756" y="0"/>
                  </a:lnTo>
                  <a:lnTo>
                    <a:pt x="2927756" y="19050"/>
                  </a:lnTo>
                  <a:lnTo>
                    <a:pt x="2984906" y="19050"/>
                  </a:lnTo>
                  <a:lnTo>
                    <a:pt x="2984906" y="0"/>
                  </a:lnTo>
                  <a:close/>
                </a:path>
                <a:path w="4276725" h="2667000">
                  <a:moveTo>
                    <a:pt x="3063240" y="2647950"/>
                  </a:moveTo>
                  <a:lnTo>
                    <a:pt x="3006090" y="2647950"/>
                  </a:lnTo>
                  <a:lnTo>
                    <a:pt x="3006090" y="2667000"/>
                  </a:lnTo>
                  <a:lnTo>
                    <a:pt x="3063240" y="2667000"/>
                  </a:lnTo>
                  <a:lnTo>
                    <a:pt x="3063240" y="2647950"/>
                  </a:lnTo>
                  <a:close/>
                </a:path>
                <a:path w="4276725" h="2667000">
                  <a:moveTo>
                    <a:pt x="3079953" y="0"/>
                  </a:moveTo>
                  <a:lnTo>
                    <a:pt x="3022803" y="0"/>
                  </a:lnTo>
                  <a:lnTo>
                    <a:pt x="3022803" y="19050"/>
                  </a:lnTo>
                  <a:lnTo>
                    <a:pt x="3079953" y="19050"/>
                  </a:lnTo>
                  <a:lnTo>
                    <a:pt x="3079953" y="0"/>
                  </a:lnTo>
                  <a:close/>
                </a:path>
                <a:path w="4276725" h="2667000">
                  <a:moveTo>
                    <a:pt x="3158286" y="2647950"/>
                  </a:moveTo>
                  <a:lnTo>
                    <a:pt x="3101136" y="2647950"/>
                  </a:lnTo>
                  <a:lnTo>
                    <a:pt x="3101136" y="2667000"/>
                  </a:lnTo>
                  <a:lnTo>
                    <a:pt x="3158286" y="2667000"/>
                  </a:lnTo>
                  <a:lnTo>
                    <a:pt x="3158286" y="2647950"/>
                  </a:lnTo>
                  <a:close/>
                </a:path>
                <a:path w="4276725" h="2667000">
                  <a:moveTo>
                    <a:pt x="3175000" y="0"/>
                  </a:moveTo>
                  <a:lnTo>
                    <a:pt x="3117850" y="0"/>
                  </a:lnTo>
                  <a:lnTo>
                    <a:pt x="3117850" y="19050"/>
                  </a:lnTo>
                  <a:lnTo>
                    <a:pt x="3175000" y="19050"/>
                  </a:lnTo>
                  <a:lnTo>
                    <a:pt x="3175000" y="0"/>
                  </a:lnTo>
                  <a:close/>
                </a:path>
                <a:path w="4276725" h="2667000">
                  <a:moveTo>
                    <a:pt x="3253346" y="2647950"/>
                  </a:moveTo>
                  <a:lnTo>
                    <a:pt x="3196196" y="2647950"/>
                  </a:lnTo>
                  <a:lnTo>
                    <a:pt x="3196196" y="2667000"/>
                  </a:lnTo>
                  <a:lnTo>
                    <a:pt x="3253346" y="2667000"/>
                  </a:lnTo>
                  <a:lnTo>
                    <a:pt x="3253346" y="2647950"/>
                  </a:lnTo>
                  <a:close/>
                </a:path>
                <a:path w="4276725" h="2667000">
                  <a:moveTo>
                    <a:pt x="3270059" y="0"/>
                  </a:moveTo>
                  <a:lnTo>
                    <a:pt x="3212909" y="0"/>
                  </a:lnTo>
                  <a:lnTo>
                    <a:pt x="3212909" y="19050"/>
                  </a:lnTo>
                  <a:lnTo>
                    <a:pt x="3270059" y="19050"/>
                  </a:lnTo>
                  <a:lnTo>
                    <a:pt x="3270059" y="0"/>
                  </a:lnTo>
                  <a:close/>
                </a:path>
                <a:path w="4276725" h="2667000">
                  <a:moveTo>
                    <a:pt x="3348393" y="2647950"/>
                  </a:moveTo>
                  <a:lnTo>
                    <a:pt x="3291243" y="2647950"/>
                  </a:lnTo>
                  <a:lnTo>
                    <a:pt x="3291243" y="2667000"/>
                  </a:lnTo>
                  <a:lnTo>
                    <a:pt x="3348393" y="2667000"/>
                  </a:lnTo>
                  <a:lnTo>
                    <a:pt x="3348393" y="2647950"/>
                  </a:lnTo>
                  <a:close/>
                </a:path>
                <a:path w="4276725" h="2667000">
                  <a:moveTo>
                    <a:pt x="3365106" y="0"/>
                  </a:moveTo>
                  <a:lnTo>
                    <a:pt x="3307956" y="0"/>
                  </a:lnTo>
                  <a:lnTo>
                    <a:pt x="3307956" y="19050"/>
                  </a:lnTo>
                  <a:lnTo>
                    <a:pt x="3365106" y="19050"/>
                  </a:lnTo>
                  <a:lnTo>
                    <a:pt x="3365106" y="0"/>
                  </a:lnTo>
                  <a:close/>
                </a:path>
                <a:path w="4276725" h="2667000">
                  <a:moveTo>
                    <a:pt x="3443452" y="2647950"/>
                  </a:moveTo>
                  <a:lnTo>
                    <a:pt x="3386302" y="2647950"/>
                  </a:lnTo>
                  <a:lnTo>
                    <a:pt x="3386302" y="2667000"/>
                  </a:lnTo>
                  <a:lnTo>
                    <a:pt x="3443452" y="2667000"/>
                  </a:lnTo>
                  <a:lnTo>
                    <a:pt x="3443452" y="2647950"/>
                  </a:lnTo>
                  <a:close/>
                </a:path>
                <a:path w="4276725" h="2667000">
                  <a:moveTo>
                    <a:pt x="3460165" y="0"/>
                  </a:moveTo>
                  <a:lnTo>
                    <a:pt x="3403015" y="0"/>
                  </a:lnTo>
                  <a:lnTo>
                    <a:pt x="3403015" y="19050"/>
                  </a:lnTo>
                  <a:lnTo>
                    <a:pt x="3460165" y="19050"/>
                  </a:lnTo>
                  <a:lnTo>
                    <a:pt x="3460165" y="0"/>
                  </a:lnTo>
                  <a:close/>
                </a:path>
                <a:path w="4276725" h="2667000">
                  <a:moveTo>
                    <a:pt x="3538499" y="2647950"/>
                  </a:moveTo>
                  <a:lnTo>
                    <a:pt x="3481349" y="2647950"/>
                  </a:lnTo>
                  <a:lnTo>
                    <a:pt x="3481349" y="2667000"/>
                  </a:lnTo>
                  <a:lnTo>
                    <a:pt x="3538499" y="2667000"/>
                  </a:lnTo>
                  <a:lnTo>
                    <a:pt x="3538499" y="2647950"/>
                  </a:lnTo>
                  <a:close/>
                </a:path>
                <a:path w="4276725" h="2667000">
                  <a:moveTo>
                    <a:pt x="3555212" y="0"/>
                  </a:moveTo>
                  <a:lnTo>
                    <a:pt x="3498062" y="0"/>
                  </a:lnTo>
                  <a:lnTo>
                    <a:pt x="3498062" y="19050"/>
                  </a:lnTo>
                  <a:lnTo>
                    <a:pt x="3555212" y="19050"/>
                  </a:lnTo>
                  <a:lnTo>
                    <a:pt x="3555212" y="0"/>
                  </a:lnTo>
                  <a:close/>
                </a:path>
                <a:path w="4276725" h="2667000">
                  <a:moveTo>
                    <a:pt x="3633546" y="2647950"/>
                  </a:moveTo>
                  <a:lnTo>
                    <a:pt x="3576396" y="2647950"/>
                  </a:lnTo>
                  <a:lnTo>
                    <a:pt x="3576396" y="2667000"/>
                  </a:lnTo>
                  <a:lnTo>
                    <a:pt x="3633546" y="2667000"/>
                  </a:lnTo>
                  <a:lnTo>
                    <a:pt x="3633546" y="2647950"/>
                  </a:lnTo>
                  <a:close/>
                </a:path>
                <a:path w="4276725" h="2667000">
                  <a:moveTo>
                    <a:pt x="3650259" y="0"/>
                  </a:moveTo>
                  <a:lnTo>
                    <a:pt x="3593109" y="0"/>
                  </a:lnTo>
                  <a:lnTo>
                    <a:pt x="3593109" y="19050"/>
                  </a:lnTo>
                  <a:lnTo>
                    <a:pt x="3650259" y="19050"/>
                  </a:lnTo>
                  <a:lnTo>
                    <a:pt x="3650259" y="0"/>
                  </a:lnTo>
                  <a:close/>
                </a:path>
                <a:path w="4276725" h="2667000">
                  <a:moveTo>
                    <a:pt x="3728605" y="2647950"/>
                  </a:moveTo>
                  <a:lnTo>
                    <a:pt x="3671455" y="2647950"/>
                  </a:lnTo>
                  <a:lnTo>
                    <a:pt x="3671455" y="2667000"/>
                  </a:lnTo>
                  <a:lnTo>
                    <a:pt x="3728605" y="2667000"/>
                  </a:lnTo>
                  <a:lnTo>
                    <a:pt x="3728605" y="2647950"/>
                  </a:lnTo>
                  <a:close/>
                </a:path>
                <a:path w="4276725" h="2667000">
                  <a:moveTo>
                    <a:pt x="3745319" y="0"/>
                  </a:moveTo>
                  <a:lnTo>
                    <a:pt x="3688169" y="0"/>
                  </a:lnTo>
                  <a:lnTo>
                    <a:pt x="3688169" y="19050"/>
                  </a:lnTo>
                  <a:lnTo>
                    <a:pt x="3745319" y="19050"/>
                  </a:lnTo>
                  <a:lnTo>
                    <a:pt x="3745319" y="0"/>
                  </a:lnTo>
                  <a:close/>
                </a:path>
                <a:path w="4276725" h="2667000">
                  <a:moveTo>
                    <a:pt x="3823652" y="2647950"/>
                  </a:moveTo>
                  <a:lnTo>
                    <a:pt x="3766502" y="2647950"/>
                  </a:lnTo>
                  <a:lnTo>
                    <a:pt x="3766502" y="2667000"/>
                  </a:lnTo>
                  <a:lnTo>
                    <a:pt x="3823652" y="2667000"/>
                  </a:lnTo>
                  <a:lnTo>
                    <a:pt x="3823652" y="2647950"/>
                  </a:lnTo>
                  <a:close/>
                </a:path>
                <a:path w="4276725" h="2667000">
                  <a:moveTo>
                    <a:pt x="3840365" y="0"/>
                  </a:moveTo>
                  <a:lnTo>
                    <a:pt x="3783215" y="0"/>
                  </a:lnTo>
                  <a:lnTo>
                    <a:pt x="3783215" y="19050"/>
                  </a:lnTo>
                  <a:lnTo>
                    <a:pt x="3840365" y="19050"/>
                  </a:lnTo>
                  <a:lnTo>
                    <a:pt x="3840365" y="0"/>
                  </a:lnTo>
                  <a:close/>
                </a:path>
                <a:path w="4276725" h="2667000">
                  <a:moveTo>
                    <a:pt x="3918699" y="2647950"/>
                  </a:moveTo>
                  <a:lnTo>
                    <a:pt x="3861549" y="2647950"/>
                  </a:lnTo>
                  <a:lnTo>
                    <a:pt x="3861549" y="2667000"/>
                  </a:lnTo>
                  <a:lnTo>
                    <a:pt x="3918699" y="2667000"/>
                  </a:lnTo>
                  <a:lnTo>
                    <a:pt x="3918699" y="2647950"/>
                  </a:lnTo>
                  <a:close/>
                </a:path>
                <a:path w="4276725" h="2667000">
                  <a:moveTo>
                    <a:pt x="3935412" y="0"/>
                  </a:moveTo>
                  <a:lnTo>
                    <a:pt x="3878262" y="0"/>
                  </a:lnTo>
                  <a:lnTo>
                    <a:pt x="3878262" y="19050"/>
                  </a:lnTo>
                  <a:lnTo>
                    <a:pt x="3935412" y="19050"/>
                  </a:lnTo>
                  <a:lnTo>
                    <a:pt x="3935412" y="0"/>
                  </a:lnTo>
                  <a:close/>
                </a:path>
                <a:path w="4276725" h="2667000">
                  <a:moveTo>
                    <a:pt x="4013758" y="2647950"/>
                  </a:moveTo>
                  <a:lnTo>
                    <a:pt x="3956608" y="2647950"/>
                  </a:lnTo>
                  <a:lnTo>
                    <a:pt x="3956608" y="2667000"/>
                  </a:lnTo>
                  <a:lnTo>
                    <a:pt x="4013758" y="2667000"/>
                  </a:lnTo>
                  <a:lnTo>
                    <a:pt x="4013758" y="2647950"/>
                  </a:lnTo>
                  <a:close/>
                </a:path>
                <a:path w="4276725" h="2667000">
                  <a:moveTo>
                    <a:pt x="4030472" y="0"/>
                  </a:moveTo>
                  <a:lnTo>
                    <a:pt x="3973322" y="0"/>
                  </a:lnTo>
                  <a:lnTo>
                    <a:pt x="3973322" y="19050"/>
                  </a:lnTo>
                  <a:lnTo>
                    <a:pt x="4030472" y="19050"/>
                  </a:lnTo>
                  <a:lnTo>
                    <a:pt x="4030472" y="0"/>
                  </a:lnTo>
                  <a:close/>
                </a:path>
                <a:path w="4276725" h="2667000">
                  <a:moveTo>
                    <a:pt x="4108805" y="2647950"/>
                  </a:moveTo>
                  <a:lnTo>
                    <a:pt x="4051655" y="2647950"/>
                  </a:lnTo>
                  <a:lnTo>
                    <a:pt x="4051655" y="2667000"/>
                  </a:lnTo>
                  <a:lnTo>
                    <a:pt x="4108805" y="2667000"/>
                  </a:lnTo>
                  <a:lnTo>
                    <a:pt x="4108805" y="2647950"/>
                  </a:lnTo>
                  <a:close/>
                </a:path>
                <a:path w="4276725" h="2667000">
                  <a:moveTo>
                    <a:pt x="4125518" y="0"/>
                  </a:moveTo>
                  <a:lnTo>
                    <a:pt x="4068368" y="0"/>
                  </a:lnTo>
                  <a:lnTo>
                    <a:pt x="4068368" y="19050"/>
                  </a:lnTo>
                  <a:lnTo>
                    <a:pt x="4125518" y="19050"/>
                  </a:lnTo>
                  <a:lnTo>
                    <a:pt x="4125518" y="0"/>
                  </a:lnTo>
                  <a:close/>
                </a:path>
                <a:path w="4276725" h="2667000">
                  <a:moveTo>
                    <a:pt x="4204144" y="2666822"/>
                  </a:moveTo>
                  <a:lnTo>
                    <a:pt x="4203242" y="2647950"/>
                  </a:lnTo>
                  <a:lnTo>
                    <a:pt x="4146702" y="2647950"/>
                  </a:lnTo>
                  <a:lnTo>
                    <a:pt x="4146702" y="2667000"/>
                  </a:lnTo>
                  <a:lnTo>
                    <a:pt x="4200525" y="2667000"/>
                  </a:lnTo>
                  <a:lnTo>
                    <a:pt x="4204144" y="2666822"/>
                  </a:lnTo>
                  <a:close/>
                </a:path>
                <a:path w="4276725" h="2667000">
                  <a:moveTo>
                    <a:pt x="4222978" y="3390"/>
                  </a:moveTo>
                  <a:lnTo>
                    <a:pt x="4222623" y="3251"/>
                  </a:lnTo>
                  <a:lnTo>
                    <a:pt x="4215396" y="1447"/>
                  </a:lnTo>
                  <a:lnTo>
                    <a:pt x="4208030" y="355"/>
                  </a:lnTo>
                  <a:lnTo>
                    <a:pt x="4200525" y="0"/>
                  </a:lnTo>
                  <a:lnTo>
                    <a:pt x="4163428" y="0"/>
                  </a:lnTo>
                  <a:lnTo>
                    <a:pt x="4163428" y="19050"/>
                  </a:lnTo>
                  <a:lnTo>
                    <a:pt x="4208107" y="19050"/>
                  </a:lnTo>
                  <a:lnTo>
                    <a:pt x="4215396" y="20497"/>
                  </a:lnTo>
                  <a:lnTo>
                    <a:pt x="4217441" y="21336"/>
                  </a:lnTo>
                  <a:lnTo>
                    <a:pt x="4222978" y="3390"/>
                  </a:lnTo>
                  <a:close/>
                </a:path>
                <a:path w="4276725" h="2667000">
                  <a:moveTo>
                    <a:pt x="4276433" y="2597010"/>
                  </a:moveTo>
                  <a:lnTo>
                    <a:pt x="4257675" y="2595473"/>
                  </a:lnTo>
                  <a:lnTo>
                    <a:pt x="4257675" y="2598305"/>
                  </a:lnTo>
                  <a:lnTo>
                    <a:pt x="4256227" y="2605659"/>
                  </a:lnTo>
                  <a:lnTo>
                    <a:pt x="4250423" y="2619667"/>
                  </a:lnTo>
                  <a:lnTo>
                    <a:pt x="4246296" y="2625852"/>
                  </a:lnTo>
                  <a:lnTo>
                    <a:pt x="4240936" y="2631198"/>
                  </a:lnTo>
                  <a:lnTo>
                    <a:pt x="4235577" y="2636558"/>
                  </a:lnTo>
                  <a:lnTo>
                    <a:pt x="4233989" y="2637625"/>
                  </a:lnTo>
                  <a:lnTo>
                    <a:pt x="4244784" y="2652738"/>
                  </a:lnTo>
                  <a:lnTo>
                    <a:pt x="4248848" y="2649728"/>
                  </a:lnTo>
                  <a:lnTo>
                    <a:pt x="4271035" y="2619667"/>
                  </a:lnTo>
                  <a:lnTo>
                    <a:pt x="4273474" y="2612885"/>
                  </a:lnTo>
                  <a:lnTo>
                    <a:pt x="4275277" y="2605659"/>
                  </a:lnTo>
                  <a:lnTo>
                    <a:pt x="4276369" y="2598305"/>
                  </a:lnTo>
                  <a:lnTo>
                    <a:pt x="4276433" y="2597010"/>
                  </a:lnTo>
                  <a:close/>
                </a:path>
                <a:path w="4276725" h="2667000">
                  <a:moveTo>
                    <a:pt x="4276725" y="2501417"/>
                  </a:moveTo>
                  <a:lnTo>
                    <a:pt x="4257675" y="2501417"/>
                  </a:lnTo>
                  <a:lnTo>
                    <a:pt x="4257675" y="2558567"/>
                  </a:lnTo>
                  <a:lnTo>
                    <a:pt x="4276725" y="2558567"/>
                  </a:lnTo>
                  <a:lnTo>
                    <a:pt x="4276725" y="2501417"/>
                  </a:lnTo>
                  <a:close/>
                </a:path>
                <a:path w="4276725" h="2667000">
                  <a:moveTo>
                    <a:pt x="4276725" y="2406370"/>
                  </a:moveTo>
                  <a:lnTo>
                    <a:pt x="4257675" y="2406370"/>
                  </a:lnTo>
                  <a:lnTo>
                    <a:pt x="4257675" y="2463520"/>
                  </a:lnTo>
                  <a:lnTo>
                    <a:pt x="4276725" y="2463520"/>
                  </a:lnTo>
                  <a:lnTo>
                    <a:pt x="4276725" y="2406370"/>
                  </a:lnTo>
                  <a:close/>
                </a:path>
                <a:path w="4276725" h="2667000">
                  <a:moveTo>
                    <a:pt x="4276725" y="2311311"/>
                  </a:moveTo>
                  <a:lnTo>
                    <a:pt x="4257675" y="2311311"/>
                  </a:lnTo>
                  <a:lnTo>
                    <a:pt x="4257675" y="2368461"/>
                  </a:lnTo>
                  <a:lnTo>
                    <a:pt x="4276725" y="2368461"/>
                  </a:lnTo>
                  <a:lnTo>
                    <a:pt x="4276725" y="2311311"/>
                  </a:lnTo>
                  <a:close/>
                </a:path>
                <a:path w="4276725" h="2667000">
                  <a:moveTo>
                    <a:pt x="4276725" y="2216264"/>
                  </a:moveTo>
                  <a:lnTo>
                    <a:pt x="4257675" y="2216264"/>
                  </a:lnTo>
                  <a:lnTo>
                    <a:pt x="4257675" y="2273414"/>
                  </a:lnTo>
                  <a:lnTo>
                    <a:pt x="4276725" y="2273414"/>
                  </a:lnTo>
                  <a:lnTo>
                    <a:pt x="4276725" y="2216264"/>
                  </a:lnTo>
                  <a:close/>
                </a:path>
                <a:path w="4276725" h="2667000">
                  <a:moveTo>
                    <a:pt x="4276725" y="2121217"/>
                  </a:moveTo>
                  <a:lnTo>
                    <a:pt x="4257675" y="2121217"/>
                  </a:lnTo>
                  <a:lnTo>
                    <a:pt x="4257675" y="2178367"/>
                  </a:lnTo>
                  <a:lnTo>
                    <a:pt x="4276725" y="2178367"/>
                  </a:lnTo>
                  <a:lnTo>
                    <a:pt x="4276725" y="2121217"/>
                  </a:lnTo>
                  <a:close/>
                </a:path>
                <a:path w="4276725" h="2667000">
                  <a:moveTo>
                    <a:pt x="4276725" y="2026158"/>
                  </a:moveTo>
                  <a:lnTo>
                    <a:pt x="4257675" y="2026158"/>
                  </a:lnTo>
                  <a:lnTo>
                    <a:pt x="4257675" y="2083308"/>
                  </a:lnTo>
                  <a:lnTo>
                    <a:pt x="4276725" y="2083308"/>
                  </a:lnTo>
                  <a:lnTo>
                    <a:pt x="4276725" y="2026158"/>
                  </a:lnTo>
                  <a:close/>
                </a:path>
                <a:path w="4276725" h="2667000">
                  <a:moveTo>
                    <a:pt x="4276725" y="1931111"/>
                  </a:moveTo>
                  <a:lnTo>
                    <a:pt x="4257675" y="1931111"/>
                  </a:lnTo>
                  <a:lnTo>
                    <a:pt x="4257675" y="1988261"/>
                  </a:lnTo>
                  <a:lnTo>
                    <a:pt x="4276725" y="1988261"/>
                  </a:lnTo>
                  <a:lnTo>
                    <a:pt x="4276725" y="1931111"/>
                  </a:lnTo>
                  <a:close/>
                </a:path>
                <a:path w="4276725" h="2667000">
                  <a:moveTo>
                    <a:pt x="4276725" y="1836064"/>
                  </a:moveTo>
                  <a:lnTo>
                    <a:pt x="4257675" y="1836064"/>
                  </a:lnTo>
                  <a:lnTo>
                    <a:pt x="4257675" y="1893214"/>
                  </a:lnTo>
                  <a:lnTo>
                    <a:pt x="4276725" y="1893214"/>
                  </a:lnTo>
                  <a:lnTo>
                    <a:pt x="4276725" y="1836064"/>
                  </a:lnTo>
                  <a:close/>
                </a:path>
                <a:path w="4276725" h="2667000">
                  <a:moveTo>
                    <a:pt x="4276725" y="1741004"/>
                  </a:moveTo>
                  <a:lnTo>
                    <a:pt x="4257675" y="1741004"/>
                  </a:lnTo>
                  <a:lnTo>
                    <a:pt x="4257675" y="1798154"/>
                  </a:lnTo>
                  <a:lnTo>
                    <a:pt x="4276725" y="1798154"/>
                  </a:lnTo>
                  <a:lnTo>
                    <a:pt x="4276725" y="1741004"/>
                  </a:lnTo>
                  <a:close/>
                </a:path>
                <a:path w="4276725" h="2667000">
                  <a:moveTo>
                    <a:pt x="4276725" y="1645958"/>
                  </a:moveTo>
                  <a:lnTo>
                    <a:pt x="4257675" y="1645958"/>
                  </a:lnTo>
                  <a:lnTo>
                    <a:pt x="4257675" y="1703108"/>
                  </a:lnTo>
                  <a:lnTo>
                    <a:pt x="4276725" y="1703108"/>
                  </a:lnTo>
                  <a:lnTo>
                    <a:pt x="4276725" y="1645958"/>
                  </a:lnTo>
                  <a:close/>
                </a:path>
                <a:path w="4276725" h="2667000">
                  <a:moveTo>
                    <a:pt x="4276725" y="1550911"/>
                  </a:moveTo>
                  <a:lnTo>
                    <a:pt x="4257675" y="1550911"/>
                  </a:lnTo>
                  <a:lnTo>
                    <a:pt x="4257675" y="1608061"/>
                  </a:lnTo>
                  <a:lnTo>
                    <a:pt x="4276725" y="1608061"/>
                  </a:lnTo>
                  <a:lnTo>
                    <a:pt x="4276725" y="1550911"/>
                  </a:lnTo>
                  <a:close/>
                </a:path>
                <a:path w="4276725" h="2667000">
                  <a:moveTo>
                    <a:pt x="4276725" y="1455851"/>
                  </a:moveTo>
                  <a:lnTo>
                    <a:pt x="4257675" y="1455851"/>
                  </a:lnTo>
                  <a:lnTo>
                    <a:pt x="4257675" y="1513001"/>
                  </a:lnTo>
                  <a:lnTo>
                    <a:pt x="4276725" y="1513001"/>
                  </a:lnTo>
                  <a:lnTo>
                    <a:pt x="4276725" y="1455851"/>
                  </a:lnTo>
                  <a:close/>
                </a:path>
                <a:path w="4276725" h="2667000">
                  <a:moveTo>
                    <a:pt x="4276725" y="1360805"/>
                  </a:moveTo>
                  <a:lnTo>
                    <a:pt x="4257675" y="1360805"/>
                  </a:lnTo>
                  <a:lnTo>
                    <a:pt x="4257675" y="1417955"/>
                  </a:lnTo>
                  <a:lnTo>
                    <a:pt x="4276725" y="1417955"/>
                  </a:lnTo>
                  <a:lnTo>
                    <a:pt x="4276725" y="1360805"/>
                  </a:lnTo>
                  <a:close/>
                </a:path>
                <a:path w="4276725" h="2667000">
                  <a:moveTo>
                    <a:pt x="4276725" y="1265745"/>
                  </a:moveTo>
                  <a:lnTo>
                    <a:pt x="4257675" y="1265745"/>
                  </a:lnTo>
                  <a:lnTo>
                    <a:pt x="4257675" y="1322895"/>
                  </a:lnTo>
                  <a:lnTo>
                    <a:pt x="4276725" y="1322895"/>
                  </a:lnTo>
                  <a:lnTo>
                    <a:pt x="4276725" y="1265745"/>
                  </a:lnTo>
                  <a:close/>
                </a:path>
                <a:path w="4276725" h="2667000">
                  <a:moveTo>
                    <a:pt x="4276725" y="1170698"/>
                  </a:moveTo>
                  <a:lnTo>
                    <a:pt x="4257675" y="1170698"/>
                  </a:lnTo>
                  <a:lnTo>
                    <a:pt x="4257675" y="1227848"/>
                  </a:lnTo>
                  <a:lnTo>
                    <a:pt x="4276725" y="1227848"/>
                  </a:lnTo>
                  <a:lnTo>
                    <a:pt x="4276725" y="1170698"/>
                  </a:lnTo>
                  <a:close/>
                </a:path>
                <a:path w="4276725" h="2667000">
                  <a:moveTo>
                    <a:pt x="4276725" y="1075651"/>
                  </a:moveTo>
                  <a:lnTo>
                    <a:pt x="4257675" y="1075651"/>
                  </a:lnTo>
                  <a:lnTo>
                    <a:pt x="4257675" y="1132801"/>
                  </a:lnTo>
                  <a:lnTo>
                    <a:pt x="4276725" y="1132801"/>
                  </a:lnTo>
                  <a:lnTo>
                    <a:pt x="4276725" y="1075651"/>
                  </a:lnTo>
                  <a:close/>
                </a:path>
                <a:path w="4276725" h="2667000">
                  <a:moveTo>
                    <a:pt x="4276725" y="980592"/>
                  </a:moveTo>
                  <a:lnTo>
                    <a:pt x="4257675" y="980592"/>
                  </a:lnTo>
                  <a:lnTo>
                    <a:pt x="4257675" y="1037742"/>
                  </a:lnTo>
                  <a:lnTo>
                    <a:pt x="4276725" y="1037742"/>
                  </a:lnTo>
                  <a:lnTo>
                    <a:pt x="4276725" y="980592"/>
                  </a:lnTo>
                  <a:close/>
                </a:path>
                <a:path w="4276725" h="2667000">
                  <a:moveTo>
                    <a:pt x="4276725" y="885545"/>
                  </a:moveTo>
                  <a:lnTo>
                    <a:pt x="4257675" y="885545"/>
                  </a:lnTo>
                  <a:lnTo>
                    <a:pt x="4257675" y="942695"/>
                  </a:lnTo>
                  <a:lnTo>
                    <a:pt x="4276725" y="942695"/>
                  </a:lnTo>
                  <a:lnTo>
                    <a:pt x="4276725" y="885545"/>
                  </a:lnTo>
                  <a:close/>
                </a:path>
                <a:path w="4276725" h="2667000">
                  <a:moveTo>
                    <a:pt x="4276725" y="790486"/>
                  </a:moveTo>
                  <a:lnTo>
                    <a:pt x="4257675" y="790486"/>
                  </a:lnTo>
                  <a:lnTo>
                    <a:pt x="4257675" y="847636"/>
                  </a:lnTo>
                  <a:lnTo>
                    <a:pt x="4276725" y="847636"/>
                  </a:lnTo>
                  <a:lnTo>
                    <a:pt x="4276725" y="790486"/>
                  </a:lnTo>
                  <a:close/>
                </a:path>
                <a:path w="4276725" h="2667000">
                  <a:moveTo>
                    <a:pt x="4276725" y="695439"/>
                  </a:moveTo>
                  <a:lnTo>
                    <a:pt x="4257675" y="695439"/>
                  </a:lnTo>
                  <a:lnTo>
                    <a:pt x="4257675" y="752589"/>
                  </a:lnTo>
                  <a:lnTo>
                    <a:pt x="4276725" y="752589"/>
                  </a:lnTo>
                  <a:lnTo>
                    <a:pt x="4276725" y="695439"/>
                  </a:lnTo>
                  <a:close/>
                </a:path>
                <a:path w="4276725" h="2667000">
                  <a:moveTo>
                    <a:pt x="4276725" y="600392"/>
                  </a:moveTo>
                  <a:lnTo>
                    <a:pt x="4257675" y="600392"/>
                  </a:lnTo>
                  <a:lnTo>
                    <a:pt x="4257675" y="657542"/>
                  </a:lnTo>
                  <a:lnTo>
                    <a:pt x="4276725" y="657542"/>
                  </a:lnTo>
                  <a:lnTo>
                    <a:pt x="4276725" y="600392"/>
                  </a:lnTo>
                  <a:close/>
                </a:path>
                <a:path w="4276725" h="2667000">
                  <a:moveTo>
                    <a:pt x="4276725" y="505333"/>
                  </a:moveTo>
                  <a:lnTo>
                    <a:pt x="4257675" y="505333"/>
                  </a:lnTo>
                  <a:lnTo>
                    <a:pt x="4257675" y="562483"/>
                  </a:lnTo>
                  <a:lnTo>
                    <a:pt x="4276725" y="562483"/>
                  </a:lnTo>
                  <a:lnTo>
                    <a:pt x="4276725" y="505333"/>
                  </a:lnTo>
                  <a:close/>
                </a:path>
                <a:path w="4276725" h="2667000">
                  <a:moveTo>
                    <a:pt x="4276725" y="410286"/>
                  </a:moveTo>
                  <a:lnTo>
                    <a:pt x="4257675" y="410286"/>
                  </a:lnTo>
                  <a:lnTo>
                    <a:pt x="4257675" y="467436"/>
                  </a:lnTo>
                  <a:lnTo>
                    <a:pt x="4276725" y="467436"/>
                  </a:lnTo>
                  <a:lnTo>
                    <a:pt x="4276725" y="410286"/>
                  </a:lnTo>
                  <a:close/>
                </a:path>
                <a:path w="4276725" h="2667000">
                  <a:moveTo>
                    <a:pt x="4276725" y="315239"/>
                  </a:moveTo>
                  <a:lnTo>
                    <a:pt x="4257675" y="315239"/>
                  </a:lnTo>
                  <a:lnTo>
                    <a:pt x="4257675" y="372389"/>
                  </a:lnTo>
                  <a:lnTo>
                    <a:pt x="4276725" y="372389"/>
                  </a:lnTo>
                  <a:lnTo>
                    <a:pt x="4276725" y="315239"/>
                  </a:lnTo>
                  <a:close/>
                </a:path>
                <a:path w="4276725" h="2667000">
                  <a:moveTo>
                    <a:pt x="4276725" y="220179"/>
                  </a:moveTo>
                  <a:lnTo>
                    <a:pt x="4257675" y="220179"/>
                  </a:lnTo>
                  <a:lnTo>
                    <a:pt x="4257675" y="277329"/>
                  </a:lnTo>
                  <a:lnTo>
                    <a:pt x="4276725" y="277329"/>
                  </a:lnTo>
                  <a:lnTo>
                    <a:pt x="4276725" y="220179"/>
                  </a:lnTo>
                  <a:close/>
                </a:path>
                <a:path w="4276725" h="2667000">
                  <a:moveTo>
                    <a:pt x="4276725" y="125133"/>
                  </a:moveTo>
                  <a:lnTo>
                    <a:pt x="4257675" y="125133"/>
                  </a:lnTo>
                  <a:lnTo>
                    <a:pt x="4257675" y="182283"/>
                  </a:lnTo>
                  <a:lnTo>
                    <a:pt x="4276725" y="182283"/>
                  </a:lnTo>
                  <a:lnTo>
                    <a:pt x="4276725" y="125133"/>
                  </a:lnTo>
                  <a:close/>
                </a:path>
                <a:path w="4276725" h="2667000">
                  <a:moveTo>
                    <a:pt x="4276725" y="76200"/>
                  </a:moveTo>
                  <a:lnTo>
                    <a:pt x="4263898" y="33845"/>
                  </a:lnTo>
                  <a:lnTo>
                    <a:pt x="4259046" y="27419"/>
                  </a:lnTo>
                  <a:lnTo>
                    <a:pt x="4244606" y="39446"/>
                  </a:lnTo>
                  <a:lnTo>
                    <a:pt x="4246296" y="41148"/>
                  </a:lnTo>
                  <a:lnTo>
                    <a:pt x="4250423" y="47320"/>
                  </a:lnTo>
                  <a:lnTo>
                    <a:pt x="4256227" y="61328"/>
                  </a:lnTo>
                  <a:lnTo>
                    <a:pt x="4257675" y="68618"/>
                  </a:lnTo>
                  <a:lnTo>
                    <a:pt x="4257675" y="87223"/>
                  </a:lnTo>
                  <a:lnTo>
                    <a:pt x="4276725" y="87223"/>
                  </a:lnTo>
                  <a:lnTo>
                    <a:pt x="4276725" y="762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220199" y="3686208"/>
              <a:ext cx="485775" cy="457200"/>
            </a:xfrm>
            <a:custGeom>
              <a:avLst/>
              <a:gdLst/>
              <a:ahLst/>
              <a:cxnLst/>
              <a:rect l="l" t="t" r="r" b="b"/>
              <a:pathLst>
                <a:path w="485775" h="457200">
                  <a:moveTo>
                    <a:pt x="274409" y="327775"/>
                  </a:moveTo>
                  <a:lnTo>
                    <a:pt x="171450" y="235085"/>
                  </a:lnTo>
                  <a:lnTo>
                    <a:pt x="173869" y="215425"/>
                  </a:lnTo>
                  <a:lnTo>
                    <a:pt x="180625" y="197089"/>
                  </a:lnTo>
                  <a:lnTo>
                    <a:pt x="205739" y="167130"/>
                  </a:lnTo>
                  <a:lnTo>
                    <a:pt x="417105" y="8539"/>
                  </a:lnTo>
                  <a:lnTo>
                    <a:pt x="445100" y="0"/>
                  </a:lnTo>
                  <a:lnTo>
                    <a:pt x="459373" y="3277"/>
                  </a:lnTo>
                  <a:lnTo>
                    <a:pt x="472023" y="11485"/>
                  </a:lnTo>
                  <a:lnTo>
                    <a:pt x="481070" y="23566"/>
                  </a:lnTo>
                  <a:lnTo>
                    <a:pt x="485328" y="37605"/>
                  </a:lnTo>
                  <a:lnTo>
                    <a:pt x="484630" y="52247"/>
                  </a:lnTo>
                  <a:lnTo>
                    <a:pt x="334416" y="289466"/>
                  </a:lnTo>
                  <a:lnTo>
                    <a:pt x="292148" y="323271"/>
                  </a:lnTo>
                  <a:lnTo>
                    <a:pt x="274409" y="327775"/>
                  </a:lnTo>
                  <a:close/>
                </a:path>
                <a:path w="485775" h="457200">
                  <a:moveTo>
                    <a:pt x="157162" y="457166"/>
                  </a:moveTo>
                  <a:lnTo>
                    <a:pt x="28575" y="457166"/>
                  </a:lnTo>
                  <a:lnTo>
                    <a:pt x="17442" y="454924"/>
                  </a:lnTo>
                  <a:lnTo>
                    <a:pt x="8360" y="448806"/>
                  </a:lnTo>
                  <a:lnTo>
                    <a:pt x="2242" y="439724"/>
                  </a:lnTo>
                  <a:lnTo>
                    <a:pt x="0" y="428591"/>
                  </a:lnTo>
                  <a:lnTo>
                    <a:pt x="2242" y="417458"/>
                  </a:lnTo>
                  <a:lnTo>
                    <a:pt x="8360" y="408376"/>
                  </a:lnTo>
                  <a:lnTo>
                    <a:pt x="17442" y="402258"/>
                  </a:lnTo>
                  <a:lnTo>
                    <a:pt x="28575" y="400016"/>
                  </a:lnTo>
                  <a:lnTo>
                    <a:pt x="32861" y="400016"/>
                  </a:lnTo>
                  <a:lnTo>
                    <a:pt x="43596" y="397135"/>
                  </a:lnTo>
                  <a:lnTo>
                    <a:pt x="51769" y="389624"/>
                  </a:lnTo>
                  <a:lnTo>
                    <a:pt x="56695" y="379183"/>
                  </a:lnTo>
                  <a:lnTo>
                    <a:pt x="57685" y="367512"/>
                  </a:lnTo>
                  <a:lnTo>
                    <a:pt x="57328" y="364119"/>
                  </a:lnTo>
                  <a:lnTo>
                    <a:pt x="57150" y="360636"/>
                  </a:lnTo>
                  <a:lnTo>
                    <a:pt x="57150" y="357154"/>
                  </a:lnTo>
                  <a:lnTo>
                    <a:pt x="64667" y="319063"/>
                  </a:lnTo>
                  <a:lnTo>
                    <a:pt x="85211" y="287703"/>
                  </a:lnTo>
                  <a:lnTo>
                    <a:pt x="115767" y="266087"/>
                  </a:lnTo>
                  <a:lnTo>
                    <a:pt x="153322" y="257230"/>
                  </a:lnTo>
                  <a:lnTo>
                    <a:pt x="256907" y="350456"/>
                  </a:lnTo>
                  <a:lnTo>
                    <a:pt x="257085" y="352689"/>
                  </a:lnTo>
                  <a:lnTo>
                    <a:pt x="257175" y="357154"/>
                  </a:lnTo>
                  <a:lnTo>
                    <a:pt x="249321" y="396100"/>
                  </a:lnTo>
                  <a:lnTo>
                    <a:pt x="227896" y="427888"/>
                  </a:lnTo>
                  <a:lnTo>
                    <a:pt x="196108" y="449312"/>
                  </a:lnTo>
                  <a:lnTo>
                    <a:pt x="157162" y="457166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45995" y="3945230"/>
            <a:ext cx="3597910" cy="4560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15399"/>
              </a:lnSpc>
              <a:spcBef>
                <a:spcPts val="95"/>
              </a:spcBef>
            </a:pPr>
            <a:r>
              <a:rPr sz="1300" spc="-45" dirty="0">
                <a:solidFill>
                  <a:srgbClr val="6A7280"/>
                </a:solidFill>
                <a:latin typeface="Montserrat"/>
                <a:cs typeface="Montserrat"/>
              </a:rPr>
              <a:t>Insert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6A7280"/>
                </a:solidFill>
                <a:latin typeface="Montserrat"/>
                <a:cs typeface="Montserrat"/>
              </a:rPr>
              <a:t>brand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6A7280"/>
                </a:solidFill>
                <a:latin typeface="Montserrat"/>
                <a:cs typeface="Montserrat"/>
              </a:rPr>
              <a:t>assets: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logo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5" dirty="0">
                <a:solidFill>
                  <a:srgbClr val="6A7280"/>
                </a:solidFill>
                <a:latin typeface="Montserrat"/>
                <a:cs typeface="Montserrat"/>
              </a:rPr>
              <a:t>variations,</a:t>
            </a:r>
            <a:r>
              <a:rPr sz="1300" spc="-1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typography </a:t>
            </a:r>
            <a:r>
              <a:rPr sz="1300" spc="-60" dirty="0">
                <a:solidFill>
                  <a:srgbClr val="6A7280"/>
                </a:solidFill>
                <a:latin typeface="Montserrat"/>
                <a:cs typeface="Montserrat"/>
              </a:rPr>
              <a:t>samples,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80" dirty="0">
                <a:solidFill>
                  <a:srgbClr val="6A7280"/>
                </a:solidFill>
                <a:latin typeface="Montserrat"/>
                <a:cs typeface="Montserrat"/>
              </a:rPr>
              <a:t>image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style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65" dirty="0">
                <a:solidFill>
                  <a:srgbClr val="6A7280"/>
                </a:solidFill>
                <a:latin typeface="Montserrat"/>
                <a:cs typeface="Montserrat"/>
              </a:rPr>
              <a:t>examples,</a:t>
            </a:r>
            <a:r>
              <a:rPr sz="1300" spc="-10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6A7280"/>
                </a:solidFill>
                <a:latin typeface="Montserrat"/>
                <a:cs typeface="Montserrat"/>
              </a:rPr>
              <a:t>or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85" dirty="0">
                <a:solidFill>
                  <a:srgbClr val="6A7280"/>
                </a:solidFill>
                <a:latin typeface="Montserrat"/>
                <a:cs typeface="Montserrat"/>
              </a:rPr>
              <a:t>mood</a:t>
            </a:r>
            <a:r>
              <a:rPr sz="1300" spc="-5" dirty="0">
                <a:solidFill>
                  <a:srgbClr val="6A7280"/>
                </a:solidFill>
                <a:latin typeface="Montserrat"/>
                <a:cs typeface="Montserrat"/>
              </a:rPr>
              <a:t> </a:t>
            </a:r>
            <a:r>
              <a:rPr sz="1300" spc="-50" dirty="0">
                <a:solidFill>
                  <a:srgbClr val="6A7280"/>
                </a:solidFill>
                <a:latin typeface="Montserrat"/>
                <a:cs typeface="Montserrat"/>
              </a:rPr>
              <a:t>board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15901" y="6457778"/>
            <a:ext cx="1331595" cy="14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>
              <a:latin typeface="Montserrat SemiBold"/>
              <a:cs typeface="Montserrat SemiBold"/>
            </a:endParaRPr>
          </a:p>
        </p:txBody>
      </p:sp>
      <p:sp>
        <p:nvSpPr>
          <p:cNvPr id="20" name="Slide Number Placeholder 14">
            <a:extLst>
              <a:ext uri="{FF2B5EF4-FFF2-40B4-BE49-F238E27FC236}">
                <a16:creationId xmlns:a16="http://schemas.microsoft.com/office/drawing/2014/main" id="{9CB5AB71-D8AD-C6F3-013F-E7ED07EFC3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11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4995" y="778092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188180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290" dirty="0"/>
              <a:t>Marketing</a:t>
            </a:r>
            <a:r>
              <a:rPr sz="3450" spc="-110" dirty="0"/>
              <a:t> </a:t>
            </a:r>
            <a:r>
              <a:rPr sz="3450" spc="-275" dirty="0"/>
              <a:t>Plan</a:t>
            </a:r>
            <a:r>
              <a:rPr sz="3450" spc="-110" dirty="0"/>
              <a:t> </a:t>
            </a:r>
            <a:r>
              <a:rPr sz="3450" spc="-355" dirty="0"/>
              <a:t>&amp;</a:t>
            </a:r>
            <a:r>
              <a:rPr sz="3450" spc="-110" dirty="0"/>
              <a:t> </a:t>
            </a:r>
            <a:r>
              <a:rPr sz="3450" spc="-265" dirty="0"/>
              <a:t>Go-</a:t>
            </a:r>
            <a:r>
              <a:rPr sz="3450" spc="-240" dirty="0"/>
              <a:t>to-</a:t>
            </a:r>
            <a:r>
              <a:rPr sz="3450" spc="-300" dirty="0"/>
              <a:t>Market</a:t>
            </a:r>
            <a:r>
              <a:rPr sz="3450" spc="-114" dirty="0"/>
              <a:t> </a:t>
            </a:r>
            <a:r>
              <a:rPr sz="3450" spc="-290" dirty="0"/>
              <a:t>Strategy</a:t>
            </a:r>
            <a:endParaRPr sz="3450"/>
          </a:p>
        </p:txBody>
      </p:sp>
      <p:sp>
        <p:nvSpPr>
          <p:cNvPr id="4" name="object 4"/>
          <p:cNvSpPr txBox="1"/>
          <p:nvPr/>
        </p:nvSpPr>
        <p:spPr>
          <a:xfrm>
            <a:off x="596900" y="914400"/>
            <a:ext cx="8612505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Our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customer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0" dirty="0">
                <a:solidFill>
                  <a:srgbClr val="4A5467"/>
                </a:solidFill>
                <a:latin typeface="Montserrat Medium"/>
                <a:cs typeface="Montserrat Medium"/>
              </a:rPr>
              <a:t>acquisition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0" dirty="0">
                <a:solidFill>
                  <a:srgbClr val="4A5467"/>
                </a:solidFill>
                <a:latin typeface="Montserrat Medium"/>
                <a:cs typeface="Montserrat Medium"/>
              </a:rPr>
              <a:t>strategy,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marketing</a:t>
            </a:r>
            <a:r>
              <a:rPr sz="1600" spc="-1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channels,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and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timeline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for</a:t>
            </a:r>
            <a:r>
              <a:rPr sz="1600" spc="-1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market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40" dirty="0">
                <a:solidFill>
                  <a:srgbClr val="4A5467"/>
                </a:solidFill>
                <a:latin typeface="Montserrat Medium"/>
                <a:cs typeface="Montserrat Medium"/>
              </a:rPr>
              <a:t>penetration.</a:t>
            </a:r>
            <a:endParaRPr sz="1600">
              <a:latin typeface="Montserrat Medium"/>
              <a:cs typeface="Montserrat Mediu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6374" y="4495801"/>
            <a:ext cx="152399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3223" y="4495801"/>
            <a:ext cx="152399" cy="152399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9599" y="1295401"/>
          <a:ext cx="10982958" cy="3338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7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5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371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b="1" spc="-12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Marketing</a:t>
                      </a:r>
                      <a:r>
                        <a:rPr sz="1500" b="1" spc="-2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Channel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Priority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Timeline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3175">
                        <a:lnSpc>
                          <a:spcPct val="100000"/>
                        </a:lnSpc>
                        <a:spcBef>
                          <a:spcPts val="975"/>
                        </a:spcBef>
                        <a:tabLst>
                          <a:tab pos="2575560" algn="l"/>
                        </a:tabLst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KPIs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	</a:t>
                      </a:r>
                      <a:r>
                        <a:rPr sz="1500" b="1" spc="-12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Expected</a:t>
                      </a:r>
                      <a:r>
                        <a:rPr sz="1500" b="1" spc="-25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Montserrat SemiBold"/>
                          <a:cs typeface="Montserrat SemiBold"/>
                        </a:rPr>
                        <a:t>Outcome</a:t>
                      </a:r>
                      <a:endParaRPr sz="1500">
                        <a:latin typeface="Montserrat SemiBold"/>
                        <a:cs typeface="Montserrat SemiBold"/>
                      </a:endParaRPr>
                    </a:p>
                  </a:txBody>
                  <a:tcPr marL="0" marR="0" marT="123825" marB="0">
                    <a:solidFill>
                      <a:srgbClr val="1A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1350" b="1" spc="-114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Content</a:t>
                      </a:r>
                      <a:r>
                        <a:rPr sz="1350" b="1" spc="1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Marketing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4381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98475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High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3746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385445">
                        <a:lnSpc>
                          <a:spcPct val="100000"/>
                        </a:lnSpc>
                      </a:pPr>
                      <a:r>
                        <a:rPr sz="1400" spc="-1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r>
                        <a:rPr sz="1400" spc="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9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1-</a:t>
                      </a:r>
                      <a:r>
                        <a:rPr sz="1400" spc="-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6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3746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7430" marR="3175" algn="ctr">
                        <a:lnSpc>
                          <a:spcPts val="1290"/>
                        </a:lnSpc>
                        <a:spcBef>
                          <a:spcPts val="775"/>
                        </a:spcBef>
                      </a:pPr>
                      <a:r>
                        <a:rPr sz="1400" spc="-1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Brand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authority,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lead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generation,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SEO</a:t>
                      </a:r>
                      <a:endParaRPr sz="1400">
                        <a:latin typeface="Montserrat"/>
                        <a:cs typeface="Montserrat"/>
                      </a:endParaRPr>
                    </a:p>
                    <a:p>
                      <a:pPr marR="3227705" algn="ctr">
                        <a:lnSpc>
                          <a:spcPts val="900"/>
                        </a:lnSpc>
                      </a:pPr>
                      <a:r>
                        <a:rPr sz="1400" spc="-14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5K+</a:t>
                      </a:r>
                      <a:r>
                        <a:rPr sz="1400" spc="-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unique</a:t>
                      </a:r>
                      <a:r>
                        <a:rPr sz="1400" spc="-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visitors/mo</a:t>
                      </a:r>
                      <a:endParaRPr sz="1400">
                        <a:latin typeface="Montserrat"/>
                        <a:cs typeface="Montserrat"/>
                      </a:endParaRPr>
                    </a:p>
                    <a:p>
                      <a:pPr marR="8890" algn="ctr">
                        <a:lnSpc>
                          <a:spcPts val="1290"/>
                        </a:lnSpc>
                      </a:pP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growth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98425" marB="0"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9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Social</a:t>
                      </a:r>
                      <a:r>
                        <a:rPr sz="1350" b="1" spc="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Media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R="37782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Medium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r>
                        <a:rPr sz="1400" spc="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1-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12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3175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2575560" algn="l"/>
                        </a:tabLst>
                      </a:pPr>
                      <a:r>
                        <a:rPr sz="1400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15%</a:t>
                      </a:r>
                      <a:r>
                        <a:rPr sz="1400" spc="-1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engagement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rate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400" spc="-15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Community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building,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brand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awareness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Partnerships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84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High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3-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12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0" marR="3175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2575560" algn="l"/>
                        </a:tabLst>
                      </a:pP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5+</a:t>
                      </a:r>
                      <a:r>
                        <a:rPr sz="1400" spc="-4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key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partnerships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400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Market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credibility,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channel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expansion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10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Paid</a:t>
                      </a:r>
                      <a:r>
                        <a:rPr sz="1350" b="1" spc="-1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Acquisition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R="37782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Medium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r>
                        <a:rPr sz="1400" spc="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6-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18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3175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2575560" algn="l"/>
                        </a:tabLst>
                      </a:pPr>
                      <a:r>
                        <a:rPr sz="1400" spc="-18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CAC</a:t>
                      </a:r>
                      <a:r>
                        <a:rPr sz="1400" spc="-4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&lt;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lang="en-US" sz="1400" spc="-1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₹</a:t>
                      </a:r>
                      <a:r>
                        <a:rPr sz="1400" spc="-13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XX,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8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3:1</a:t>
                      </a:r>
                      <a:r>
                        <a:rPr sz="1400" spc="-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ROI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Rapid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user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acquisition,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4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market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testing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b="1" spc="-85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Industry</a:t>
                      </a:r>
                      <a:r>
                        <a:rPr sz="1350" b="1" spc="-4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333333"/>
                          </a:solidFill>
                          <a:latin typeface="Montserrat SemiBold"/>
                          <a:cs typeface="Montserrat SemiBold"/>
                        </a:rPr>
                        <a:t>Events</a:t>
                      </a:r>
                      <a:endParaRPr sz="1350">
                        <a:latin typeface="Montserrat SemiBold"/>
                        <a:cs typeface="Montserrat SemiBold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84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Low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Month</a:t>
                      </a:r>
                      <a:r>
                        <a:rPr sz="1400" spc="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14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9-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24</a:t>
                      </a:r>
                      <a:endParaRPr sz="140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0" marR="3175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2575560" algn="l"/>
                        </a:tabLst>
                      </a:pPr>
                      <a:r>
                        <a:rPr sz="1400" spc="-13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20+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qualified</a:t>
                      </a:r>
                      <a:r>
                        <a:rPr sz="1400" spc="-1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leads/event</a:t>
                      </a:r>
                      <a:r>
                        <a:rPr sz="14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400" spc="-15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B2B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relationships,</a:t>
                      </a:r>
                      <a:r>
                        <a:rPr sz="14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thought</a:t>
                      </a:r>
                      <a:r>
                        <a:rPr sz="14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4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leadership</a:t>
                      </a:r>
                      <a:endParaRPr sz="1400" dirty="0">
                        <a:latin typeface="Montserrat"/>
                        <a:cs typeface="Montserrat"/>
                      </a:endParaRPr>
                    </a:p>
                  </a:txBody>
                  <a:tcPr marL="0" marR="0" marT="102870" marB="0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3135">
                        <a:lnSpc>
                          <a:spcPts val="1315"/>
                        </a:lnSpc>
                        <a:spcBef>
                          <a:spcPts val="710"/>
                        </a:spcBef>
                        <a:tabLst>
                          <a:tab pos="3442970" algn="l"/>
                          <a:tab pos="4908550" algn="l"/>
                        </a:tabLst>
                      </a:pPr>
                      <a:r>
                        <a:rPr sz="1200" spc="-9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High</a:t>
                      </a:r>
                      <a:r>
                        <a:rPr sz="12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Priority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200" spc="-9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Medium</a:t>
                      </a:r>
                      <a:r>
                        <a:rPr sz="1200" spc="-2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200" spc="-1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Priority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	</a:t>
                      </a:r>
                      <a:r>
                        <a:rPr sz="1200" spc="-10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Low</a:t>
                      </a:r>
                      <a:r>
                        <a:rPr sz="1200" spc="-20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 </a:t>
                      </a:r>
                      <a:r>
                        <a:rPr sz="1200" spc="-65" dirty="0">
                          <a:solidFill>
                            <a:srgbClr val="333333"/>
                          </a:solidFill>
                          <a:latin typeface="Montserrat"/>
                          <a:cs typeface="Montserrat"/>
                        </a:rPr>
                        <a:t>Priority</a:t>
                      </a:r>
                      <a:endParaRPr sz="1200" dirty="0">
                        <a:latin typeface="Montserrat"/>
                        <a:cs typeface="Montserrat"/>
                      </a:endParaRPr>
                    </a:p>
                  </a:txBody>
                  <a:tcPr marL="0" marR="0" marT="90170" marB="0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5601" y="2066926"/>
            <a:ext cx="15239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1" y="2647952"/>
            <a:ext cx="152399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5601" y="3114677"/>
            <a:ext cx="152399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1" y="3581402"/>
            <a:ext cx="152399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95601" y="4048127"/>
            <a:ext cx="152399" cy="152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77174" y="4495801"/>
            <a:ext cx="152399" cy="1523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96899" y="4952719"/>
            <a:ext cx="22415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25" dirty="0">
                <a:solidFill>
                  <a:srgbClr val="374050"/>
                </a:solidFill>
                <a:latin typeface="Montserrat SemiBold"/>
                <a:cs typeface="Montserrat SemiBold"/>
              </a:rPr>
              <a:t>Go-</a:t>
            </a:r>
            <a:r>
              <a:rPr sz="1700" b="1" spc="-110" dirty="0">
                <a:solidFill>
                  <a:srgbClr val="374050"/>
                </a:solidFill>
                <a:latin typeface="Montserrat SemiBold"/>
                <a:cs typeface="Montserrat SemiBold"/>
              </a:rPr>
              <a:t>to-</a:t>
            </a:r>
            <a:r>
              <a:rPr sz="1700" b="1" spc="-145" dirty="0">
                <a:solidFill>
                  <a:srgbClr val="374050"/>
                </a:solidFill>
                <a:latin typeface="Montserrat SemiBold"/>
                <a:cs typeface="Montserrat SemiBold"/>
              </a:rPr>
              <a:t>Market</a:t>
            </a:r>
            <a:r>
              <a:rPr sz="1700" b="1" spc="30" dirty="0">
                <a:solidFill>
                  <a:srgbClr val="374050"/>
                </a:solidFill>
                <a:latin typeface="Montserrat SemiBold"/>
                <a:cs typeface="Montserrat SemiBold"/>
              </a:rPr>
              <a:t> </a:t>
            </a:r>
            <a:r>
              <a:rPr sz="1700" b="1" spc="-105" dirty="0">
                <a:solidFill>
                  <a:srgbClr val="374050"/>
                </a:solidFill>
                <a:latin typeface="Montserrat SemiBold"/>
                <a:cs typeface="Montserrat SemiBold"/>
              </a:rPr>
              <a:t>Timeline</a:t>
            </a:r>
            <a:endParaRPr sz="1700">
              <a:latin typeface="Montserrat SemiBold"/>
              <a:cs typeface="Montserrat SemiBold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9599" y="6029946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4996" y="5537201"/>
            <a:ext cx="1233805" cy="3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405" marR="5080" indent="-53340">
              <a:lnSpc>
                <a:spcPct val="113599"/>
              </a:lnSpc>
              <a:spcBef>
                <a:spcPts val="95"/>
              </a:spcBef>
            </a:pPr>
            <a:r>
              <a:rPr sz="1100" spc="-65" dirty="0">
                <a:solidFill>
                  <a:srgbClr val="708095"/>
                </a:solidFill>
                <a:latin typeface="Montserrat"/>
                <a:cs typeface="Montserrat"/>
              </a:rPr>
              <a:t>Market</a:t>
            </a:r>
            <a:r>
              <a:rPr sz="1100" spc="1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Research</a:t>
            </a:r>
            <a:r>
              <a:rPr sz="1100" spc="2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50" dirty="0">
                <a:solidFill>
                  <a:srgbClr val="708095"/>
                </a:solidFill>
                <a:latin typeface="Montserrat"/>
                <a:cs typeface="Montserrat"/>
              </a:rPr>
              <a:t>&amp; </a:t>
            </a: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Content</a:t>
            </a:r>
            <a:r>
              <a:rPr sz="1100" spc="-2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10" dirty="0">
                <a:solidFill>
                  <a:srgbClr val="708095"/>
                </a:solidFill>
                <a:latin typeface="Montserrat"/>
                <a:cs typeface="Montserrat"/>
              </a:rPr>
              <a:t>Strategy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68296" y="5486401"/>
            <a:ext cx="1246505" cy="3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130" marR="5080" indent="-139065">
              <a:lnSpc>
                <a:spcPct val="113599"/>
              </a:lnSpc>
              <a:spcBef>
                <a:spcPts val="95"/>
              </a:spcBef>
            </a:pPr>
            <a:r>
              <a:rPr sz="1100" spc="-40" dirty="0">
                <a:solidFill>
                  <a:srgbClr val="708095"/>
                </a:solidFill>
                <a:latin typeface="Montserrat"/>
                <a:cs typeface="Montserrat"/>
              </a:rPr>
              <a:t>Initial</a:t>
            </a:r>
            <a:r>
              <a:rPr sz="1100" spc="-3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50" dirty="0">
                <a:solidFill>
                  <a:srgbClr val="708095"/>
                </a:solidFill>
                <a:latin typeface="Montserrat"/>
                <a:cs typeface="Montserrat"/>
              </a:rPr>
              <a:t>Partnerships </a:t>
            </a:r>
            <a:r>
              <a:rPr sz="1100" spc="-70" dirty="0">
                <a:solidFill>
                  <a:srgbClr val="708095"/>
                </a:solidFill>
                <a:latin typeface="Montserrat"/>
                <a:cs typeface="Montserrat"/>
              </a:rPr>
              <a:t>&amp;</a:t>
            </a:r>
            <a:r>
              <a:rPr sz="1100" spc="-1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Beta</a:t>
            </a:r>
            <a:r>
              <a:rPr sz="1100" spc="-10" dirty="0">
                <a:solidFill>
                  <a:srgbClr val="708095"/>
                </a:solidFill>
                <a:latin typeface="Montserrat"/>
                <a:cs typeface="Montserrat"/>
              </a:rPr>
              <a:t> Launch</a:t>
            </a:r>
            <a:endParaRPr sz="1100" dirty="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85386" y="5486401"/>
            <a:ext cx="1339215" cy="3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marR="5080" indent="-147320">
              <a:lnSpc>
                <a:spcPct val="113599"/>
              </a:lnSpc>
              <a:spcBef>
                <a:spcPts val="95"/>
              </a:spcBef>
            </a:pPr>
            <a:r>
              <a:rPr sz="1100" spc="-55" dirty="0">
                <a:solidFill>
                  <a:srgbClr val="708095"/>
                </a:solidFill>
                <a:latin typeface="Montserrat"/>
                <a:cs typeface="Montserrat"/>
              </a:rPr>
              <a:t>Full</a:t>
            </a:r>
            <a:r>
              <a:rPr sz="1100" spc="-1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55" dirty="0">
                <a:solidFill>
                  <a:srgbClr val="708095"/>
                </a:solidFill>
                <a:latin typeface="Montserrat"/>
                <a:cs typeface="Montserrat"/>
              </a:rPr>
              <a:t>Product</a:t>
            </a:r>
            <a:r>
              <a:rPr sz="1100" spc="-1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55" dirty="0">
                <a:solidFill>
                  <a:srgbClr val="708095"/>
                </a:solidFill>
                <a:latin typeface="Montserrat"/>
                <a:cs typeface="Montserrat"/>
              </a:rPr>
              <a:t>Launch </a:t>
            </a:r>
            <a:r>
              <a:rPr sz="1100" spc="-70" dirty="0">
                <a:solidFill>
                  <a:srgbClr val="708095"/>
                </a:solidFill>
                <a:latin typeface="Montserrat"/>
                <a:cs typeface="Montserrat"/>
              </a:rPr>
              <a:t>&amp;</a:t>
            </a:r>
            <a:r>
              <a:rPr sz="1100" spc="-2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70" dirty="0">
                <a:solidFill>
                  <a:srgbClr val="708095"/>
                </a:solidFill>
                <a:latin typeface="Montserrat"/>
                <a:cs typeface="Montserrat"/>
              </a:rPr>
              <a:t>PR</a:t>
            </a:r>
            <a:r>
              <a:rPr sz="1100" spc="-2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10" dirty="0">
                <a:solidFill>
                  <a:srgbClr val="708095"/>
                </a:solidFill>
                <a:latin typeface="Montserrat"/>
                <a:cs typeface="Montserrat"/>
              </a:rPr>
              <a:t>Campaign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34659" y="6199293"/>
            <a:ext cx="614680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b="1" spc="-100" dirty="0">
                <a:solidFill>
                  <a:srgbClr val="4A5467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4A5467"/>
                </a:solidFill>
                <a:latin typeface="Montserrat SemiBold"/>
                <a:cs typeface="Montserrat SemiBold"/>
              </a:rPr>
              <a:t> </a:t>
            </a:r>
            <a:r>
              <a:rPr sz="1200" b="1" spc="-50" dirty="0">
                <a:solidFill>
                  <a:srgbClr val="4A5467"/>
                </a:solidFill>
                <a:latin typeface="Montserrat SemiBold"/>
                <a:cs typeface="Montserrat SemiBold"/>
              </a:rPr>
              <a:t>9</a:t>
            </a:r>
            <a:endParaRPr sz="1200">
              <a:latin typeface="Montserrat SemiBold"/>
              <a:cs typeface="Montserrat SemiBol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25336" y="5486401"/>
            <a:ext cx="1332865" cy="3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985" marR="5080" indent="-375920">
              <a:lnSpc>
                <a:spcPct val="113599"/>
              </a:lnSpc>
              <a:spcBef>
                <a:spcPts val="95"/>
              </a:spcBef>
            </a:pPr>
            <a:r>
              <a:rPr sz="1100" spc="-55" dirty="0">
                <a:solidFill>
                  <a:srgbClr val="708095"/>
                </a:solidFill>
                <a:latin typeface="Montserrat"/>
                <a:cs typeface="Montserrat"/>
              </a:rPr>
              <a:t>Scale</a:t>
            </a:r>
            <a:r>
              <a:rPr sz="1100" spc="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Paid</a:t>
            </a:r>
            <a:r>
              <a:rPr sz="1100" spc="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55" dirty="0">
                <a:solidFill>
                  <a:srgbClr val="708095"/>
                </a:solidFill>
                <a:latin typeface="Montserrat"/>
                <a:cs typeface="Montserrat"/>
              </a:rPr>
              <a:t>Channels </a:t>
            </a:r>
            <a:r>
              <a:rPr sz="1100" spc="-70" dirty="0">
                <a:solidFill>
                  <a:srgbClr val="708095"/>
                </a:solidFill>
                <a:latin typeface="Montserrat"/>
                <a:cs typeface="Montserrat"/>
              </a:rPr>
              <a:t>&amp;</a:t>
            </a:r>
            <a:r>
              <a:rPr sz="1100" spc="-2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10" dirty="0">
                <a:solidFill>
                  <a:srgbClr val="708095"/>
                </a:solidFill>
                <a:latin typeface="Montserrat"/>
                <a:cs typeface="Montserrat"/>
              </a:rPr>
              <a:t>Events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72580" y="5505390"/>
            <a:ext cx="1724021" cy="5906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25" marR="5080" indent="-22860" algn="ctr">
              <a:lnSpc>
                <a:spcPct val="113599"/>
              </a:lnSpc>
              <a:spcBef>
                <a:spcPts val="95"/>
              </a:spcBef>
            </a:pPr>
            <a:r>
              <a:rPr sz="1100" spc="-50" dirty="0">
                <a:solidFill>
                  <a:srgbClr val="708095"/>
                </a:solidFill>
                <a:latin typeface="Montserrat"/>
                <a:cs typeface="Montserrat"/>
              </a:rPr>
              <a:t>International </a:t>
            </a: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Expansion</a:t>
            </a:r>
            <a:r>
              <a:rPr sz="1100" spc="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50" dirty="0">
                <a:solidFill>
                  <a:srgbClr val="708095"/>
                </a:solidFill>
                <a:latin typeface="Montserrat"/>
                <a:cs typeface="Montserrat"/>
              </a:rPr>
              <a:t>&amp;</a:t>
            </a:r>
            <a:r>
              <a:rPr lang="en-US" sz="1100" spc="-5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lang="en-US" sz="1100" spc="-55" dirty="0">
                <a:solidFill>
                  <a:srgbClr val="708095"/>
                </a:solidFill>
                <a:latin typeface="Montserrat"/>
                <a:cs typeface="Montserrat"/>
              </a:rPr>
              <a:t>Enterprise</a:t>
            </a:r>
            <a:r>
              <a:rPr lang="en-US" sz="1100" spc="1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lang="en-US" sz="1100" spc="-10" dirty="0">
                <a:solidFill>
                  <a:srgbClr val="708095"/>
                </a:solidFill>
                <a:latin typeface="Montserrat"/>
                <a:cs typeface="Montserrat"/>
              </a:rPr>
              <a:t>Focus</a:t>
            </a:r>
            <a:endParaRPr lang="en-US" sz="1100" dirty="0">
              <a:latin typeface="Montserrat"/>
              <a:cs typeface="Montserrat"/>
            </a:endParaRPr>
          </a:p>
          <a:p>
            <a:pPr marL="34925" marR="5080" indent="-22860">
              <a:lnSpc>
                <a:spcPct val="113599"/>
              </a:lnSpc>
              <a:spcBef>
                <a:spcPts val="95"/>
              </a:spcBef>
            </a:pPr>
            <a:endParaRPr sz="1100" dirty="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79916" y="6123904"/>
            <a:ext cx="1111885" cy="2006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spcBef>
                <a:spcPts val="5"/>
              </a:spcBef>
            </a:pPr>
            <a:r>
              <a:rPr sz="1200" b="1" spc="-100" dirty="0">
                <a:solidFill>
                  <a:srgbClr val="4A5467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4A5467"/>
                </a:solidFill>
                <a:latin typeface="Montserrat SemiBold"/>
                <a:cs typeface="Montserrat SemiBold"/>
              </a:rPr>
              <a:t> </a:t>
            </a:r>
            <a:r>
              <a:rPr sz="1200" b="1" spc="-25" dirty="0">
                <a:solidFill>
                  <a:srgbClr val="4A5467"/>
                </a:solidFill>
                <a:latin typeface="Montserrat SemiBold"/>
                <a:cs typeface="Montserrat SemiBold"/>
              </a:rPr>
              <a:t>12</a:t>
            </a:r>
            <a:endParaRPr sz="1200" dirty="0">
              <a:latin typeface="Montserrat SemiBold"/>
              <a:cs typeface="Montserrat SemiBol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901" y="6092584"/>
            <a:ext cx="5889625" cy="303929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664210">
              <a:spcBef>
                <a:spcPts val="930"/>
              </a:spcBef>
              <a:tabLst>
                <a:tab pos="2844800" algn="l"/>
                <a:tab pos="5036185" algn="l"/>
              </a:tabLst>
            </a:pPr>
            <a:r>
              <a:rPr sz="1200" b="1" spc="-100" dirty="0">
                <a:solidFill>
                  <a:srgbClr val="4A5467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4A5467"/>
                </a:solidFill>
                <a:latin typeface="Montserrat SemiBold"/>
                <a:cs typeface="Montserrat SemiBold"/>
              </a:rPr>
              <a:t> </a:t>
            </a:r>
            <a:r>
              <a:rPr sz="1200" b="1" spc="-50" dirty="0">
                <a:solidFill>
                  <a:srgbClr val="4A5467"/>
                </a:solidFill>
                <a:latin typeface="Montserrat SemiBold"/>
                <a:cs typeface="Montserrat SemiBold"/>
              </a:rPr>
              <a:t>1</a:t>
            </a:r>
            <a:r>
              <a:rPr sz="1200" b="1" dirty="0">
                <a:solidFill>
                  <a:srgbClr val="4A5467"/>
                </a:solidFill>
                <a:latin typeface="Montserrat SemiBold"/>
                <a:cs typeface="Montserrat SemiBold"/>
              </a:rPr>
              <a:t>	</a:t>
            </a:r>
            <a:r>
              <a:rPr sz="1200" b="1" spc="-100" dirty="0">
                <a:solidFill>
                  <a:srgbClr val="4A5467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4A5467"/>
                </a:solidFill>
                <a:latin typeface="Montserrat SemiBold"/>
                <a:cs typeface="Montserrat SemiBold"/>
              </a:rPr>
              <a:t> </a:t>
            </a:r>
            <a:r>
              <a:rPr sz="1200" b="1" spc="-50" dirty="0">
                <a:solidFill>
                  <a:srgbClr val="4A5467"/>
                </a:solidFill>
                <a:latin typeface="Montserrat SemiBold"/>
                <a:cs typeface="Montserrat SemiBold"/>
              </a:rPr>
              <a:t>3</a:t>
            </a:r>
            <a:r>
              <a:rPr sz="1200" b="1" dirty="0">
                <a:solidFill>
                  <a:srgbClr val="4A5467"/>
                </a:solidFill>
                <a:latin typeface="Montserrat SemiBold"/>
                <a:cs typeface="Montserrat SemiBold"/>
              </a:rPr>
              <a:t>	</a:t>
            </a:r>
            <a:r>
              <a:rPr sz="1200" b="1" spc="-100" dirty="0">
                <a:solidFill>
                  <a:srgbClr val="4A5467"/>
                </a:solidFill>
                <a:latin typeface="Montserrat SemiBold"/>
                <a:cs typeface="Montserrat SemiBold"/>
              </a:rPr>
              <a:t>Month</a:t>
            </a:r>
            <a:r>
              <a:rPr sz="1200" b="1" spc="10" dirty="0">
                <a:solidFill>
                  <a:srgbClr val="4A5467"/>
                </a:solidFill>
                <a:latin typeface="Montserrat SemiBold"/>
                <a:cs typeface="Montserrat SemiBold"/>
              </a:rPr>
              <a:t> </a:t>
            </a:r>
            <a:r>
              <a:rPr sz="1200" b="1" spc="-50" dirty="0">
                <a:solidFill>
                  <a:srgbClr val="4A5467"/>
                </a:solidFill>
                <a:latin typeface="Montserrat SemiBold"/>
                <a:cs typeface="Montserrat SemiBold"/>
              </a:rPr>
              <a:t>6</a:t>
            </a:r>
            <a:endParaRPr sz="1200" dirty="0">
              <a:latin typeface="Montserrat SemiBold"/>
              <a:cs typeface="Montserrat SemiBold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1162050" y="5953746"/>
            <a:ext cx="8963025" cy="190500"/>
            <a:chOff x="1162049" y="6591299"/>
            <a:chExt cx="8963025" cy="190500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2049" y="6591299"/>
              <a:ext cx="190500" cy="1904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2799" y="6591299"/>
              <a:ext cx="190500" cy="1904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43549" y="6591299"/>
              <a:ext cx="190499" cy="1904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43824" y="6591299"/>
              <a:ext cx="190499" cy="1904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34574" y="6591299"/>
              <a:ext cx="190499" cy="1904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15901" y="6448253"/>
            <a:ext cx="1331595" cy="14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>
              <a:latin typeface="Montserrat SemiBold"/>
              <a:cs typeface="Montserrat SemiBold"/>
            </a:endParaRPr>
          </a:p>
        </p:txBody>
      </p:sp>
      <p:sp>
        <p:nvSpPr>
          <p:cNvPr id="25" name="Slide Number Placeholder 14">
            <a:extLst>
              <a:ext uri="{FF2B5EF4-FFF2-40B4-BE49-F238E27FC236}">
                <a16:creationId xmlns:a16="http://schemas.microsoft.com/office/drawing/2014/main" id="{1B4DBA2B-6119-082D-2148-2CD59D8121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12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762857"/>
            <a:ext cx="10972800" cy="38100"/>
          </a:xfrm>
          <a:custGeom>
            <a:avLst/>
            <a:gdLst/>
            <a:ahLst/>
            <a:cxnLst/>
            <a:rect l="l" t="t" r="r" b="b"/>
            <a:pathLst>
              <a:path w="10972800" h="38100">
                <a:moveTo>
                  <a:pt x="10972799" y="38099"/>
                </a:moveTo>
                <a:lnTo>
                  <a:pt x="0" y="38099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380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180561"/>
            <a:ext cx="9025890" cy="545661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300" dirty="0"/>
              <a:t>Meet</a:t>
            </a:r>
            <a:r>
              <a:rPr sz="3450" spc="-125" dirty="0"/>
              <a:t> </a:t>
            </a:r>
            <a:r>
              <a:rPr sz="3450" spc="-270" dirty="0"/>
              <a:t>the</a:t>
            </a:r>
            <a:r>
              <a:rPr sz="3450" spc="-120" dirty="0"/>
              <a:t> </a:t>
            </a:r>
            <a:r>
              <a:rPr sz="3450" spc="-390" dirty="0"/>
              <a:t>Team</a:t>
            </a:r>
            <a:r>
              <a:rPr sz="3450" spc="-125" dirty="0"/>
              <a:t> </a:t>
            </a:r>
            <a:r>
              <a:rPr sz="3450" spc="-355" dirty="0"/>
              <a:t>&amp;</a:t>
            </a:r>
            <a:r>
              <a:rPr sz="3450" spc="-125" dirty="0"/>
              <a:t> </a:t>
            </a:r>
            <a:r>
              <a:rPr sz="3450" spc="-275" dirty="0"/>
              <a:t>Advisors</a:t>
            </a:r>
            <a:endParaRPr sz="3450" dirty="0"/>
          </a:p>
        </p:txBody>
      </p:sp>
      <p:sp>
        <p:nvSpPr>
          <p:cNvPr id="4" name="object 4"/>
          <p:cNvSpPr txBox="1"/>
          <p:nvPr/>
        </p:nvSpPr>
        <p:spPr>
          <a:xfrm>
            <a:off x="596900" y="973906"/>
            <a:ext cx="5295265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00" spc="-120" dirty="0">
                <a:solidFill>
                  <a:srgbClr val="4A5467"/>
                </a:solidFill>
                <a:latin typeface="Montserrat Medium"/>
                <a:cs typeface="Montserrat Medium"/>
              </a:rPr>
              <a:t>The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05" dirty="0">
                <a:solidFill>
                  <a:srgbClr val="4A5467"/>
                </a:solidFill>
                <a:latin typeface="Montserrat Medium"/>
                <a:cs typeface="Montserrat Medium"/>
              </a:rPr>
              <a:t>experienced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professionals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0" dirty="0">
                <a:solidFill>
                  <a:srgbClr val="4A5467"/>
                </a:solidFill>
                <a:latin typeface="Montserrat Medium"/>
                <a:cs typeface="Montserrat Medium"/>
              </a:rPr>
              <a:t>driving</a:t>
            </a:r>
            <a:r>
              <a:rPr sz="1600" spc="-15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110" dirty="0">
                <a:solidFill>
                  <a:srgbClr val="4A5467"/>
                </a:solidFill>
                <a:latin typeface="Montserrat Medium"/>
                <a:cs typeface="Montserrat Medium"/>
              </a:rPr>
              <a:t>our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95" dirty="0">
                <a:solidFill>
                  <a:srgbClr val="4A5467"/>
                </a:solidFill>
                <a:latin typeface="Montserrat Medium"/>
                <a:cs typeface="Montserrat Medium"/>
              </a:rPr>
              <a:t>vision</a:t>
            </a:r>
            <a:r>
              <a:rPr sz="1600" spc="-20" dirty="0">
                <a:solidFill>
                  <a:srgbClr val="4A5467"/>
                </a:solidFill>
                <a:latin typeface="Montserrat Medium"/>
                <a:cs typeface="Montserrat Medium"/>
              </a:rPr>
              <a:t> </a:t>
            </a:r>
            <a:r>
              <a:rPr sz="1600" spc="-35" dirty="0">
                <a:solidFill>
                  <a:srgbClr val="4A5467"/>
                </a:solidFill>
                <a:latin typeface="Montserrat Medium"/>
                <a:cs typeface="Montserrat Medium"/>
              </a:rPr>
              <a:t>forward.</a:t>
            </a:r>
            <a:endParaRPr sz="1600">
              <a:latin typeface="Montserrat Medium"/>
              <a:cs typeface="Montserrat Mediu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19274" y="1295400"/>
            <a:ext cx="1238250" cy="1238250"/>
            <a:chOff x="1819274" y="2095499"/>
            <a:chExt cx="1238250" cy="1238250"/>
          </a:xfrm>
        </p:grpSpPr>
        <p:sp>
          <p:nvSpPr>
            <p:cNvPr id="6" name="object 6"/>
            <p:cNvSpPr/>
            <p:nvPr/>
          </p:nvSpPr>
          <p:spPr>
            <a:xfrm>
              <a:off x="1819274" y="2095499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619124" y="1238249"/>
                  </a:moveTo>
                  <a:lnTo>
                    <a:pt x="558439" y="1235275"/>
                  </a:lnTo>
                  <a:lnTo>
                    <a:pt x="498339" y="1226353"/>
                  </a:lnTo>
                  <a:lnTo>
                    <a:pt x="439400" y="1211596"/>
                  </a:lnTo>
                  <a:lnTo>
                    <a:pt x="382196" y="1191121"/>
                  </a:lnTo>
                  <a:lnTo>
                    <a:pt x="327267" y="1165150"/>
                  </a:lnTo>
                  <a:lnTo>
                    <a:pt x="275157" y="1133908"/>
                  </a:lnTo>
                  <a:lnTo>
                    <a:pt x="226351" y="1097720"/>
                  </a:lnTo>
                  <a:lnTo>
                    <a:pt x="181337" y="1056912"/>
                  </a:lnTo>
                  <a:lnTo>
                    <a:pt x="140529" y="1011897"/>
                  </a:lnTo>
                  <a:lnTo>
                    <a:pt x="104341" y="963092"/>
                  </a:lnTo>
                  <a:lnTo>
                    <a:pt x="73098" y="910981"/>
                  </a:lnTo>
                  <a:lnTo>
                    <a:pt x="47127" y="856053"/>
                  </a:lnTo>
                  <a:lnTo>
                    <a:pt x="26652" y="798849"/>
                  </a:lnTo>
                  <a:lnTo>
                    <a:pt x="11896" y="739910"/>
                  </a:lnTo>
                  <a:lnTo>
                    <a:pt x="2974" y="679810"/>
                  </a:lnTo>
                  <a:lnTo>
                    <a:pt x="0" y="619124"/>
                  </a:lnTo>
                  <a:lnTo>
                    <a:pt x="743" y="588708"/>
                  </a:lnTo>
                  <a:lnTo>
                    <a:pt x="6691" y="528316"/>
                  </a:lnTo>
                  <a:lnTo>
                    <a:pt x="18559" y="468653"/>
                  </a:lnTo>
                  <a:lnTo>
                    <a:pt x="36175" y="410581"/>
                  </a:lnTo>
                  <a:lnTo>
                    <a:pt x="59454" y="354379"/>
                  </a:lnTo>
                  <a:lnTo>
                    <a:pt x="88061" y="300860"/>
                  </a:lnTo>
                  <a:lnTo>
                    <a:pt x="121857" y="250280"/>
                  </a:lnTo>
                  <a:lnTo>
                    <a:pt x="160355" y="203370"/>
                  </a:lnTo>
                  <a:lnTo>
                    <a:pt x="203370" y="160355"/>
                  </a:lnTo>
                  <a:lnTo>
                    <a:pt x="250280" y="121857"/>
                  </a:lnTo>
                  <a:lnTo>
                    <a:pt x="300860" y="88061"/>
                  </a:lnTo>
                  <a:lnTo>
                    <a:pt x="354379" y="59454"/>
                  </a:lnTo>
                  <a:lnTo>
                    <a:pt x="410581" y="36175"/>
                  </a:lnTo>
                  <a:lnTo>
                    <a:pt x="468653" y="18559"/>
                  </a:lnTo>
                  <a:lnTo>
                    <a:pt x="528316" y="6691"/>
                  </a:lnTo>
                  <a:lnTo>
                    <a:pt x="588708" y="743"/>
                  </a:lnTo>
                  <a:lnTo>
                    <a:pt x="619124" y="0"/>
                  </a:lnTo>
                  <a:lnTo>
                    <a:pt x="649540" y="743"/>
                  </a:lnTo>
                  <a:lnTo>
                    <a:pt x="709933" y="6691"/>
                  </a:lnTo>
                  <a:lnTo>
                    <a:pt x="769596" y="18559"/>
                  </a:lnTo>
                  <a:lnTo>
                    <a:pt x="827668" y="36175"/>
                  </a:lnTo>
                  <a:lnTo>
                    <a:pt x="883869" y="59454"/>
                  </a:lnTo>
                  <a:lnTo>
                    <a:pt x="937388" y="88061"/>
                  </a:lnTo>
                  <a:lnTo>
                    <a:pt x="987968" y="121857"/>
                  </a:lnTo>
                  <a:lnTo>
                    <a:pt x="1034878" y="160355"/>
                  </a:lnTo>
                  <a:lnTo>
                    <a:pt x="1077893" y="203370"/>
                  </a:lnTo>
                  <a:lnTo>
                    <a:pt x="1116391" y="250280"/>
                  </a:lnTo>
                  <a:lnTo>
                    <a:pt x="1150188" y="300860"/>
                  </a:lnTo>
                  <a:lnTo>
                    <a:pt x="1178794" y="354379"/>
                  </a:lnTo>
                  <a:lnTo>
                    <a:pt x="1202074" y="410581"/>
                  </a:lnTo>
                  <a:lnTo>
                    <a:pt x="1219690" y="468653"/>
                  </a:lnTo>
                  <a:lnTo>
                    <a:pt x="1231557" y="528316"/>
                  </a:lnTo>
                  <a:lnTo>
                    <a:pt x="1237506" y="588708"/>
                  </a:lnTo>
                  <a:lnTo>
                    <a:pt x="1238249" y="619124"/>
                  </a:lnTo>
                  <a:lnTo>
                    <a:pt x="1237506" y="649540"/>
                  </a:lnTo>
                  <a:lnTo>
                    <a:pt x="1231557" y="709933"/>
                  </a:lnTo>
                  <a:lnTo>
                    <a:pt x="1219690" y="769596"/>
                  </a:lnTo>
                  <a:lnTo>
                    <a:pt x="1202074" y="827668"/>
                  </a:lnTo>
                  <a:lnTo>
                    <a:pt x="1178794" y="883869"/>
                  </a:lnTo>
                  <a:lnTo>
                    <a:pt x="1150188" y="937388"/>
                  </a:lnTo>
                  <a:lnTo>
                    <a:pt x="1116391" y="987968"/>
                  </a:lnTo>
                  <a:lnTo>
                    <a:pt x="1077893" y="1034878"/>
                  </a:lnTo>
                  <a:lnTo>
                    <a:pt x="1034878" y="1077893"/>
                  </a:lnTo>
                  <a:lnTo>
                    <a:pt x="987968" y="1116392"/>
                  </a:lnTo>
                  <a:lnTo>
                    <a:pt x="937388" y="1150188"/>
                  </a:lnTo>
                  <a:lnTo>
                    <a:pt x="883869" y="1178794"/>
                  </a:lnTo>
                  <a:lnTo>
                    <a:pt x="827668" y="1202073"/>
                  </a:lnTo>
                  <a:lnTo>
                    <a:pt x="769596" y="1219689"/>
                  </a:lnTo>
                  <a:lnTo>
                    <a:pt x="709933" y="1231558"/>
                  </a:lnTo>
                  <a:lnTo>
                    <a:pt x="649540" y="1237506"/>
                  </a:lnTo>
                  <a:lnTo>
                    <a:pt x="619124" y="1238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19262" y="2095499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21437" y="567118"/>
                  </a:moveTo>
                  <a:lnTo>
                    <a:pt x="2463" y="565467"/>
                  </a:lnTo>
                  <a:lnTo>
                    <a:pt x="2336" y="567118"/>
                  </a:lnTo>
                  <a:lnTo>
                    <a:pt x="749" y="588721"/>
                  </a:lnTo>
                  <a:lnTo>
                    <a:pt x="723" y="589648"/>
                  </a:lnTo>
                  <a:lnTo>
                    <a:pt x="0" y="619125"/>
                  </a:lnTo>
                  <a:lnTo>
                    <a:pt x="88" y="622388"/>
                  </a:lnTo>
                  <a:lnTo>
                    <a:pt x="19138" y="622388"/>
                  </a:lnTo>
                  <a:lnTo>
                    <a:pt x="19050" y="619125"/>
                  </a:lnTo>
                  <a:lnTo>
                    <a:pt x="19773" y="589648"/>
                  </a:lnTo>
                  <a:lnTo>
                    <a:pt x="19850" y="588721"/>
                  </a:lnTo>
                  <a:lnTo>
                    <a:pt x="21437" y="567118"/>
                  </a:lnTo>
                  <a:close/>
                </a:path>
                <a:path w="1238250" h="1238250">
                  <a:moveTo>
                    <a:pt x="27038" y="715797"/>
                  </a:moveTo>
                  <a:lnTo>
                    <a:pt x="25539" y="707148"/>
                  </a:lnTo>
                  <a:lnTo>
                    <a:pt x="21932" y="677951"/>
                  </a:lnTo>
                  <a:lnTo>
                    <a:pt x="20574" y="659358"/>
                  </a:lnTo>
                  <a:lnTo>
                    <a:pt x="1562" y="660641"/>
                  </a:lnTo>
                  <a:lnTo>
                    <a:pt x="2984" y="679818"/>
                  </a:lnTo>
                  <a:lnTo>
                    <a:pt x="6692" y="709942"/>
                  </a:lnTo>
                  <a:lnTo>
                    <a:pt x="8242" y="718870"/>
                  </a:lnTo>
                  <a:lnTo>
                    <a:pt x="27038" y="715797"/>
                  </a:lnTo>
                  <a:close/>
                </a:path>
                <a:path w="1238250" h="1238250">
                  <a:moveTo>
                    <a:pt x="36868" y="474103"/>
                  </a:moveTo>
                  <a:lnTo>
                    <a:pt x="18376" y="469493"/>
                  </a:lnTo>
                  <a:lnTo>
                    <a:pt x="11899" y="498348"/>
                  </a:lnTo>
                  <a:lnTo>
                    <a:pt x="7035" y="526351"/>
                  </a:lnTo>
                  <a:lnTo>
                    <a:pt x="25869" y="529196"/>
                  </a:lnTo>
                  <a:lnTo>
                    <a:pt x="30581" y="502056"/>
                  </a:lnTo>
                  <a:lnTo>
                    <a:pt x="36868" y="474103"/>
                  </a:lnTo>
                  <a:close/>
                </a:path>
                <a:path w="1238250" h="1238250">
                  <a:moveTo>
                    <a:pt x="49364" y="806881"/>
                  </a:moveTo>
                  <a:lnTo>
                    <a:pt x="44894" y="793330"/>
                  </a:lnTo>
                  <a:lnTo>
                    <a:pt x="37045" y="764971"/>
                  </a:lnTo>
                  <a:lnTo>
                    <a:pt x="34290" y="752716"/>
                  </a:lnTo>
                  <a:lnTo>
                    <a:pt x="15722" y="756958"/>
                  </a:lnTo>
                  <a:lnTo>
                    <a:pt x="18567" y="769607"/>
                  </a:lnTo>
                  <a:lnTo>
                    <a:pt x="26657" y="798855"/>
                  </a:lnTo>
                  <a:lnTo>
                    <a:pt x="31280" y="812838"/>
                  </a:lnTo>
                  <a:lnTo>
                    <a:pt x="49364" y="806881"/>
                  </a:lnTo>
                  <a:close/>
                </a:path>
                <a:path w="1238250" h="1238250">
                  <a:moveTo>
                    <a:pt x="66929" y="384556"/>
                  </a:moveTo>
                  <a:lnTo>
                    <a:pt x="49390" y="377101"/>
                  </a:lnTo>
                  <a:lnTo>
                    <a:pt x="47129" y="382206"/>
                  </a:lnTo>
                  <a:lnTo>
                    <a:pt x="36182" y="410591"/>
                  </a:lnTo>
                  <a:lnTo>
                    <a:pt x="29095" y="432028"/>
                  </a:lnTo>
                  <a:lnTo>
                    <a:pt x="47256" y="437781"/>
                  </a:lnTo>
                  <a:lnTo>
                    <a:pt x="54114" y="417004"/>
                  </a:lnTo>
                  <a:lnTo>
                    <a:pt x="64731" y="389496"/>
                  </a:lnTo>
                  <a:lnTo>
                    <a:pt x="66929" y="384556"/>
                  </a:lnTo>
                  <a:close/>
                </a:path>
                <a:path w="1238250" h="1238250">
                  <a:moveTo>
                    <a:pt x="85737" y="893724"/>
                  </a:moveTo>
                  <a:lnTo>
                    <a:pt x="76682" y="875728"/>
                  </a:lnTo>
                  <a:lnTo>
                    <a:pt x="64731" y="848766"/>
                  </a:lnTo>
                  <a:lnTo>
                    <a:pt x="62471" y="842899"/>
                  </a:lnTo>
                  <a:lnTo>
                    <a:pt x="44792" y="849998"/>
                  </a:lnTo>
                  <a:lnTo>
                    <a:pt x="47129" y="856056"/>
                  </a:lnTo>
                  <a:lnTo>
                    <a:pt x="59461" y="883881"/>
                  </a:lnTo>
                  <a:lnTo>
                    <a:pt x="68808" y="902436"/>
                  </a:lnTo>
                  <a:lnTo>
                    <a:pt x="85737" y="893724"/>
                  </a:lnTo>
                  <a:close/>
                </a:path>
                <a:path w="1238250" h="1238250">
                  <a:moveTo>
                    <a:pt x="110451" y="301117"/>
                  </a:moveTo>
                  <a:lnTo>
                    <a:pt x="94297" y="291020"/>
                  </a:lnTo>
                  <a:lnTo>
                    <a:pt x="88061" y="300863"/>
                  </a:lnTo>
                  <a:lnTo>
                    <a:pt x="73101" y="327279"/>
                  </a:lnTo>
                  <a:lnTo>
                    <a:pt x="65709" y="341972"/>
                  </a:lnTo>
                  <a:lnTo>
                    <a:pt x="82727" y="350507"/>
                  </a:lnTo>
                  <a:lnTo>
                    <a:pt x="89903" y="336257"/>
                  </a:lnTo>
                  <a:lnTo>
                    <a:pt x="104406" y="310654"/>
                  </a:lnTo>
                  <a:lnTo>
                    <a:pt x="110451" y="301117"/>
                  </a:lnTo>
                  <a:close/>
                </a:path>
                <a:path w="1238250" h="1238250">
                  <a:moveTo>
                    <a:pt x="135331" y="974013"/>
                  </a:moveTo>
                  <a:lnTo>
                    <a:pt x="120192" y="952512"/>
                  </a:lnTo>
                  <a:lnTo>
                    <a:pt x="104406" y="927608"/>
                  </a:lnTo>
                  <a:lnTo>
                    <a:pt x="104063" y="926998"/>
                  </a:lnTo>
                  <a:lnTo>
                    <a:pt x="87706" y="936764"/>
                  </a:lnTo>
                  <a:lnTo>
                    <a:pt x="88061" y="937399"/>
                  </a:lnTo>
                  <a:lnTo>
                    <a:pt x="104343" y="963104"/>
                  </a:lnTo>
                  <a:lnTo>
                    <a:pt x="119964" y="985278"/>
                  </a:lnTo>
                  <a:lnTo>
                    <a:pt x="135331" y="974013"/>
                  </a:lnTo>
                  <a:close/>
                </a:path>
                <a:path w="1238250" h="1238250">
                  <a:moveTo>
                    <a:pt x="166420" y="225513"/>
                  </a:moveTo>
                  <a:lnTo>
                    <a:pt x="152044" y="213017"/>
                  </a:lnTo>
                  <a:lnTo>
                    <a:pt x="140538" y="226352"/>
                  </a:lnTo>
                  <a:lnTo>
                    <a:pt x="121869" y="250291"/>
                  </a:lnTo>
                  <a:lnTo>
                    <a:pt x="116001" y="258597"/>
                  </a:lnTo>
                  <a:lnTo>
                    <a:pt x="131483" y="269697"/>
                  </a:lnTo>
                  <a:lnTo>
                    <a:pt x="137160" y="261632"/>
                  </a:lnTo>
                  <a:lnTo>
                    <a:pt x="155257" y="238442"/>
                  </a:lnTo>
                  <a:lnTo>
                    <a:pt x="166420" y="225513"/>
                  </a:lnTo>
                  <a:close/>
                </a:path>
                <a:path w="1238250" h="1238250">
                  <a:moveTo>
                    <a:pt x="196837" y="1045375"/>
                  </a:moveTo>
                  <a:lnTo>
                    <a:pt x="194818" y="1043444"/>
                  </a:lnTo>
                  <a:lnTo>
                    <a:pt x="174472" y="1022096"/>
                  </a:lnTo>
                  <a:lnTo>
                    <a:pt x="158648" y="1003744"/>
                  </a:lnTo>
                  <a:lnTo>
                    <a:pt x="144030" y="1015949"/>
                  </a:lnTo>
                  <a:lnTo>
                    <a:pt x="160362" y="1034884"/>
                  </a:lnTo>
                  <a:lnTo>
                    <a:pt x="181343" y="1056919"/>
                  </a:lnTo>
                  <a:lnTo>
                    <a:pt x="183426" y="1058913"/>
                  </a:lnTo>
                  <a:lnTo>
                    <a:pt x="196837" y="1045375"/>
                  </a:lnTo>
                  <a:close/>
                </a:path>
                <a:path w="1238250" h="1238250">
                  <a:moveTo>
                    <a:pt x="233667" y="159372"/>
                  </a:moveTo>
                  <a:lnTo>
                    <a:pt x="221437" y="144780"/>
                  </a:lnTo>
                  <a:lnTo>
                    <a:pt x="203377" y="160362"/>
                  </a:lnTo>
                  <a:lnTo>
                    <a:pt x="181343" y="181343"/>
                  </a:lnTo>
                  <a:lnTo>
                    <a:pt x="178562" y="184264"/>
                  </a:lnTo>
                  <a:lnTo>
                    <a:pt x="192112" y="197650"/>
                  </a:lnTo>
                  <a:lnTo>
                    <a:pt x="194818" y="194818"/>
                  </a:lnTo>
                  <a:lnTo>
                    <a:pt x="216166" y="174472"/>
                  </a:lnTo>
                  <a:lnTo>
                    <a:pt x="233667" y="159372"/>
                  </a:lnTo>
                  <a:close/>
                </a:path>
                <a:path w="1238250" h="1238250">
                  <a:moveTo>
                    <a:pt x="268782" y="1106131"/>
                  </a:moveTo>
                  <a:lnTo>
                    <a:pt x="261632" y="1101102"/>
                  </a:lnTo>
                  <a:lnTo>
                    <a:pt x="238442" y="1083005"/>
                  </a:lnTo>
                  <a:lnTo>
                    <a:pt x="224675" y="1071118"/>
                  </a:lnTo>
                  <a:lnTo>
                    <a:pt x="212153" y="1085469"/>
                  </a:lnTo>
                  <a:lnTo>
                    <a:pt x="226352" y="1097724"/>
                  </a:lnTo>
                  <a:lnTo>
                    <a:pt x="250291" y="1116393"/>
                  </a:lnTo>
                  <a:lnTo>
                    <a:pt x="257670" y="1121600"/>
                  </a:lnTo>
                  <a:lnTo>
                    <a:pt x="268782" y="1106131"/>
                  </a:lnTo>
                  <a:close/>
                </a:path>
                <a:path w="1238250" h="1238250">
                  <a:moveTo>
                    <a:pt x="310299" y="104635"/>
                  </a:moveTo>
                  <a:lnTo>
                    <a:pt x="300494" y="88303"/>
                  </a:lnTo>
                  <a:lnTo>
                    <a:pt x="275158" y="104343"/>
                  </a:lnTo>
                  <a:lnTo>
                    <a:pt x="252044" y="120624"/>
                  </a:lnTo>
                  <a:lnTo>
                    <a:pt x="263334" y="135966"/>
                  </a:lnTo>
                  <a:lnTo>
                    <a:pt x="285750" y="120192"/>
                  </a:lnTo>
                  <a:lnTo>
                    <a:pt x="310299" y="104635"/>
                  </a:lnTo>
                  <a:close/>
                </a:path>
                <a:path w="1238250" h="1238250">
                  <a:moveTo>
                    <a:pt x="349516" y="1155026"/>
                  </a:moveTo>
                  <a:lnTo>
                    <a:pt x="336257" y="1148359"/>
                  </a:lnTo>
                  <a:lnTo>
                    <a:pt x="310654" y="1133856"/>
                  </a:lnTo>
                  <a:lnTo>
                    <a:pt x="300164" y="1127213"/>
                  </a:lnTo>
                  <a:lnTo>
                    <a:pt x="290042" y="1143342"/>
                  </a:lnTo>
                  <a:lnTo>
                    <a:pt x="300863" y="1150200"/>
                  </a:lnTo>
                  <a:lnTo>
                    <a:pt x="327279" y="1165161"/>
                  </a:lnTo>
                  <a:lnTo>
                    <a:pt x="340956" y="1172044"/>
                  </a:lnTo>
                  <a:lnTo>
                    <a:pt x="349516" y="1155026"/>
                  </a:lnTo>
                  <a:close/>
                </a:path>
                <a:path w="1238250" h="1238250">
                  <a:moveTo>
                    <a:pt x="394347" y="62865"/>
                  </a:moveTo>
                  <a:lnTo>
                    <a:pt x="387210" y="45199"/>
                  </a:lnTo>
                  <a:lnTo>
                    <a:pt x="382206" y="47129"/>
                  </a:lnTo>
                  <a:lnTo>
                    <a:pt x="354380" y="59461"/>
                  </a:lnTo>
                  <a:lnTo>
                    <a:pt x="334797" y="69316"/>
                  </a:lnTo>
                  <a:lnTo>
                    <a:pt x="343547" y="86233"/>
                  </a:lnTo>
                  <a:lnTo>
                    <a:pt x="362534" y="76682"/>
                  </a:lnTo>
                  <a:lnTo>
                    <a:pt x="389496" y="64731"/>
                  </a:lnTo>
                  <a:lnTo>
                    <a:pt x="394347" y="62865"/>
                  </a:lnTo>
                  <a:close/>
                </a:path>
                <a:path w="1238250" h="1238250">
                  <a:moveTo>
                    <a:pt x="436714" y="1190663"/>
                  </a:moveTo>
                  <a:lnTo>
                    <a:pt x="417004" y="1184148"/>
                  </a:lnTo>
                  <a:lnTo>
                    <a:pt x="389496" y="1173530"/>
                  </a:lnTo>
                  <a:lnTo>
                    <a:pt x="383540" y="1170889"/>
                  </a:lnTo>
                  <a:lnTo>
                    <a:pt x="376072" y="1188402"/>
                  </a:lnTo>
                  <a:lnTo>
                    <a:pt x="382206" y="1191133"/>
                  </a:lnTo>
                  <a:lnTo>
                    <a:pt x="410591" y="1202080"/>
                  </a:lnTo>
                  <a:lnTo>
                    <a:pt x="430923" y="1208798"/>
                  </a:lnTo>
                  <a:lnTo>
                    <a:pt x="436714" y="1190663"/>
                  </a:lnTo>
                  <a:close/>
                </a:path>
                <a:path w="1238250" h="1238250">
                  <a:moveTo>
                    <a:pt x="484479" y="34531"/>
                  </a:moveTo>
                  <a:lnTo>
                    <a:pt x="480199" y="15976"/>
                  </a:lnTo>
                  <a:lnTo>
                    <a:pt x="468655" y="18567"/>
                  </a:lnTo>
                  <a:lnTo>
                    <a:pt x="439407" y="26657"/>
                  </a:lnTo>
                  <a:lnTo>
                    <a:pt x="424319" y="31648"/>
                  </a:lnTo>
                  <a:lnTo>
                    <a:pt x="430314" y="49720"/>
                  </a:lnTo>
                  <a:lnTo>
                    <a:pt x="444931" y="44894"/>
                  </a:lnTo>
                  <a:lnTo>
                    <a:pt x="473290" y="37045"/>
                  </a:lnTo>
                  <a:lnTo>
                    <a:pt x="484479" y="34531"/>
                  </a:lnTo>
                  <a:close/>
                </a:path>
                <a:path w="1238250" h="1238250">
                  <a:moveTo>
                    <a:pt x="528078" y="1212189"/>
                  </a:moveTo>
                  <a:lnTo>
                    <a:pt x="502056" y="1207681"/>
                  </a:lnTo>
                  <a:lnTo>
                    <a:pt x="473024" y="1201140"/>
                  </a:lnTo>
                  <a:lnTo>
                    <a:pt x="468388" y="1219619"/>
                  </a:lnTo>
                  <a:lnTo>
                    <a:pt x="498348" y="1226362"/>
                  </a:lnTo>
                  <a:lnTo>
                    <a:pt x="525195" y="1231023"/>
                  </a:lnTo>
                  <a:lnTo>
                    <a:pt x="528078" y="1212189"/>
                  </a:lnTo>
                  <a:close/>
                </a:path>
                <a:path w="1238250" h="1238250">
                  <a:moveTo>
                    <a:pt x="577799" y="20650"/>
                  </a:moveTo>
                  <a:lnTo>
                    <a:pt x="576478" y="1651"/>
                  </a:lnTo>
                  <a:lnTo>
                    <a:pt x="558444" y="2984"/>
                  </a:lnTo>
                  <a:lnTo>
                    <a:pt x="528320" y="6692"/>
                  </a:lnTo>
                  <a:lnTo>
                    <a:pt x="518236" y="8445"/>
                  </a:lnTo>
                  <a:lnTo>
                    <a:pt x="521347" y="27241"/>
                  </a:lnTo>
                  <a:lnTo>
                    <a:pt x="531114" y="25539"/>
                  </a:lnTo>
                  <a:lnTo>
                    <a:pt x="560311" y="21932"/>
                  </a:lnTo>
                  <a:lnTo>
                    <a:pt x="577799" y="20650"/>
                  </a:lnTo>
                  <a:close/>
                </a:path>
                <a:path w="1238250" h="1238250">
                  <a:moveTo>
                    <a:pt x="621334" y="1238199"/>
                  </a:moveTo>
                  <a:lnTo>
                    <a:pt x="621296" y="1219200"/>
                  </a:lnTo>
                  <a:lnTo>
                    <a:pt x="619125" y="1219200"/>
                  </a:lnTo>
                  <a:lnTo>
                    <a:pt x="589648" y="1218488"/>
                  </a:lnTo>
                  <a:lnTo>
                    <a:pt x="566013" y="1216748"/>
                  </a:lnTo>
                  <a:lnTo>
                    <a:pt x="564324" y="1235710"/>
                  </a:lnTo>
                  <a:lnTo>
                    <a:pt x="588721" y="1237513"/>
                  </a:lnTo>
                  <a:lnTo>
                    <a:pt x="616927" y="1238199"/>
                  </a:lnTo>
                  <a:lnTo>
                    <a:pt x="621334" y="1238199"/>
                  </a:lnTo>
                  <a:close/>
                </a:path>
                <a:path w="1238250" h="1238250">
                  <a:moveTo>
                    <a:pt x="676224" y="2717"/>
                  </a:moveTo>
                  <a:lnTo>
                    <a:pt x="649541" y="749"/>
                  </a:lnTo>
                  <a:lnTo>
                    <a:pt x="619125" y="0"/>
                  </a:lnTo>
                  <a:lnTo>
                    <a:pt x="614718" y="0"/>
                  </a:lnTo>
                  <a:lnTo>
                    <a:pt x="614794" y="19050"/>
                  </a:lnTo>
                  <a:lnTo>
                    <a:pt x="619125" y="19050"/>
                  </a:lnTo>
                  <a:lnTo>
                    <a:pt x="648614" y="19773"/>
                  </a:lnTo>
                  <a:lnTo>
                    <a:pt x="674471" y="21678"/>
                  </a:lnTo>
                  <a:lnTo>
                    <a:pt x="676224" y="2717"/>
                  </a:lnTo>
                  <a:close/>
                </a:path>
                <a:path w="1238250" h="1238250">
                  <a:moveTo>
                    <a:pt x="717702" y="1230210"/>
                  </a:moveTo>
                  <a:lnTo>
                    <a:pt x="714667" y="1211414"/>
                  </a:lnTo>
                  <a:lnTo>
                    <a:pt x="707148" y="1212723"/>
                  </a:lnTo>
                  <a:lnTo>
                    <a:pt x="677951" y="1216329"/>
                  </a:lnTo>
                  <a:lnTo>
                    <a:pt x="658266" y="1217777"/>
                  </a:lnTo>
                  <a:lnTo>
                    <a:pt x="658355" y="1219200"/>
                  </a:lnTo>
                  <a:lnTo>
                    <a:pt x="659511" y="1236776"/>
                  </a:lnTo>
                  <a:lnTo>
                    <a:pt x="679818" y="1235278"/>
                  </a:lnTo>
                  <a:lnTo>
                    <a:pt x="709942" y="1231569"/>
                  </a:lnTo>
                  <a:lnTo>
                    <a:pt x="717702" y="1230210"/>
                  </a:lnTo>
                  <a:close/>
                </a:path>
                <a:path w="1238250" h="1238250">
                  <a:moveTo>
                    <a:pt x="772071" y="19253"/>
                  </a:moveTo>
                  <a:lnTo>
                    <a:pt x="769607" y="18567"/>
                  </a:lnTo>
                  <a:lnTo>
                    <a:pt x="739914" y="11899"/>
                  </a:lnTo>
                  <a:lnTo>
                    <a:pt x="715391" y="7645"/>
                  </a:lnTo>
                  <a:lnTo>
                    <a:pt x="712431" y="26454"/>
                  </a:lnTo>
                  <a:lnTo>
                    <a:pt x="736206" y="30581"/>
                  </a:lnTo>
                  <a:lnTo>
                    <a:pt x="764971" y="37045"/>
                  </a:lnTo>
                  <a:lnTo>
                    <a:pt x="767359" y="37706"/>
                  </a:lnTo>
                  <a:lnTo>
                    <a:pt x="772071" y="19253"/>
                  </a:lnTo>
                  <a:close/>
                </a:path>
                <a:path w="1238250" h="1238250">
                  <a:moveTo>
                    <a:pt x="811733" y="1207350"/>
                  </a:moveTo>
                  <a:lnTo>
                    <a:pt x="805815" y="1189253"/>
                  </a:lnTo>
                  <a:lnTo>
                    <a:pt x="793330" y="1193368"/>
                  </a:lnTo>
                  <a:lnTo>
                    <a:pt x="764971" y="1201216"/>
                  </a:lnTo>
                  <a:lnTo>
                    <a:pt x="751636" y="1204214"/>
                  </a:lnTo>
                  <a:lnTo>
                    <a:pt x="755853" y="1222781"/>
                  </a:lnTo>
                  <a:lnTo>
                    <a:pt x="769607" y="1219695"/>
                  </a:lnTo>
                  <a:lnTo>
                    <a:pt x="798855" y="1211605"/>
                  </a:lnTo>
                  <a:lnTo>
                    <a:pt x="811733" y="1207350"/>
                  </a:lnTo>
                  <a:close/>
                </a:path>
                <a:path w="1238250" h="1238250">
                  <a:moveTo>
                    <a:pt x="864273" y="50774"/>
                  </a:moveTo>
                  <a:lnTo>
                    <a:pt x="856056" y="47129"/>
                  </a:lnTo>
                  <a:lnTo>
                    <a:pt x="827671" y="36182"/>
                  </a:lnTo>
                  <a:lnTo>
                    <a:pt x="809536" y="30187"/>
                  </a:lnTo>
                  <a:lnTo>
                    <a:pt x="803681" y="48310"/>
                  </a:lnTo>
                  <a:lnTo>
                    <a:pt x="821258" y="54114"/>
                  </a:lnTo>
                  <a:lnTo>
                    <a:pt x="848766" y="64731"/>
                  </a:lnTo>
                  <a:lnTo>
                    <a:pt x="856729" y="68262"/>
                  </a:lnTo>
                  <a:lnTo>
                    <a:pt x="864273" y="50774"/>
                  </a:lnTo>
                  <a:close/>
                </a:path>
                <a:path w="1238250" h="1238250">
                  <a:moveTo>
                    <a:pt x="901407" y="1169974"/>
                  </a:moveTo>
                  <a:lnTo>
                    <a:pt x="892721" y="1153033"/>
                  </a:lnTo>
                  <a:lnTo>
                    <a:pt x="875728" y="1161580"/>
                  </a:lnTo>
                  <a:lnTo>
                    <a:pt x="848766" y="1173530"/>
                  </a:lnTo>
                  <a:lnTo>
                    <a:pt x="841870" y="1176185"/>
                  </a:lnTo>
                  <a:lnTo>
                    <a:pt x="848944" y="1193876"/>
                  </a:lnTo>
                  <a:lnTo>
                    <a:pt x="856056" y="1191133"/>
                  </a:lnTo>
                  <a:lnTo>
                    <a:pt x="883881" y="1178801"/>
                  </a:lnTo>
                  <a:lnTo>
                    <a:pt x="901407" y="1169974"/>
                  </a:lnTo>
                  <a:close/>
                </a:path>
                <a:path w="1238250" h="1238250">
                  <a:moveTo>
                    <a:pt x="950188" y="96164"/>
                  </a:moveTo>
                  <a:lnTo>
                    <a:pt x="937399" y="88061"/>
                  </a:lnTo>
                  <a:lnTo>
                    <a:pt x="910983" y="73101"/>
                  </a:lnTo>
                  <a:lnTo>
                    <a:pt x="899363" y="67259"/>
                  </a:lnTo>
                  <a:lnTo>
                    <a:pt x="890739" y="84239"/>
                  </a:lnTo>
                  <a:lnTo>
                    <a:pt x="902004" y="89903"/>
                  </a:lnTo>
                  <a:lnTo>
                    <a:pt x="927608" y="104406"/>
                  </a:lnTo>
                  <a:lnTo>
                    <a:pt x="940003" y="112255"/>
                  </a:lnTo>
                  <a:lnTo>
                    <a:pt x="950188" y="96164"/>
                  </a:lnTo>
                  <a:close/>
                </a:path>
                <a:path w="1238250" h="1238250">
                  <a:moveTo>
                    <a:pt x="984338" y="1118958"/>
                  </a:moveTo>
                  <a:lnTo>
                    <a:pt x="973112" y="1103579"/>
                  </a:lnTo>
                  <a:lnTo>
                    <a:pt x="952512" y="1118069"/>
                  </a:lnTo>
                  <a:lnTo>
                    <a:pt x="927608" y="1133856"/>
                  </a:lnTo>
                  <a:lnTo>
                    <a:pt x="926020" y="1134757"/>
                  </a:lnTo>
                  <a:lnTo>
                    <a:pt x="935761" y="1151128"/>
                  </a:lnTo>
                  <a:lnTo>
                    <a:pt x="937399" y="1150200"/>
                  </a:lnTo>
                  <a:lnTo>
                    <a:pt x="963180" y="1133856"/>
                  </a:lnTo>
                  <a:lnTo>
                    <a:pt x="984338" y="1118958"/>
                  </a:lnTo>
                  <a:close/>
                </a:path>
                <a:path w="1238250" h="1238250">
                  <a:moveTo>
                    <a:pt x="1027861" y="154305"/>
                  </a:moveTo>
                  <a:lnTo>
                    <a:pt x="1011897" y="140538"/>
                  </a:lnTo>
                  <a:lnTo>
                    <a:pt x="987971" y="121869"/>
                  </a:lnTo>
                  <a:lnTo>
                    <a:pt x="982472" y="117983"/>
                  </a:lnTo>
                  <a:lnTo>
                    <a:pt x="971283" y="133400"/>
                  </a:lnTo>
                  <a:lnTo>
                    <a:pt x="976630" y="137160"/>
                  </a:lnTo>
                  <a:lnTo>
                    <a:pt x="999820" y="155257"/>
                  </a:lnTo>
                  <a:lnTo>
                    <a:pt x="1015288" y="168605"/>
                  </a:lnTo>
                  <a:lnTo>
                    <a:pt x="1027861" y="154305"/>
                  </a:lnTo>
                  <a:close/>
                </a:path>
                <a:path w="1238250" h="1238250">
                  <a:moveTo>
                    <a:pt x="1058113" y="1055662"/>
                  </a:moveTo>
                  <a:lnTo>
                    <a:pt x="1044600" y="1042238"/>
                  </a:lnTo>
                  <a:lnTo>
                    <a:pt x="1043444" y="1043444"/>
                  </a:lnTo>
                  <a:lnTo>
                    <a:pt x="1022096" y="1063790"/>
                  </a:lnTo>
                  <a:lnTo>
                    <a:pt x="1002906" y="1080338"/>
                  </a:lnTo>
                  <a:lnTo>
                    <a:pt x="1015085" y="1094981"/>
                  </a:lnTo>
                  <a:lnTo>
                    <a:pt x="1034884" y="1077899"/>
                  </a:lnTo>
                  <a:lnTo>
                    <a:pt x="1056919" y="1056919"/>
                  </a:lnTo>
                  <a:lnTo>
                    <a:pt x="1058113" y="1055662"/>
                  </a:lnTo>
                  <a:close/>
                </a:path>
                <a:path w="1238250" h="1238250">
                  <a:moveTo>
                    <a:pt x="1095730" y="224053"/>
                  </a:moveTo>
                  <a:lnTo>
                    <a:pt x="1077899" y="203377"/>
                  </a:lnTo>
                  <a:lnTo>
                    <a:pt x="1056919" y="181343"/>
                  </a:lnTo>
                  <a:lnTo>
                    <a:pt x="1056500" y="180949"/>
                  </a:lnTo>
                  <a:lnTo>
                    <a:pt x="1043038" y="194424"/>
                  </a:lnTo>
                  <a:lnTo>
                    <a:pt x="1043444" y="194818"/>
                  </a:lnTo>
                  <a:lnTo>
                    <a:pt x="1063790" y="216166"/>
                  </a:lnTo>
                  <a:lnTo>
                    <a:pt x="1081074" y="236207"/>
                  </a:lnTo>
                  <a:lnTo>
                    <a:pt x="1095730" y="224053"/>
                  </a:lnTo>
                  <a:close/>
                </a:path>
                <a:path w="1238250" h="1238250">
                  <a:moveTo>
                    <a:pt x="1120940" y="981532"/>
                  </a:moveTo>
                  <a:lnTo>
                    <a:pt x="1105496" y="970381"/>
                  </a:lnTo>
                  <a:lnTo>
                    <a:pt x="1101102" y="976630"/>
                  </a:lnTo>
                  <a:lnTo>
                    <a:pt x="1083005" y="999820"/>
                  </a:lnTo>
                  <a:lnTo>
                    <a:pt x="1070394" y="1014437"/>
                  </a:lnTo>
                  <a:lnTo>
                    <a:pt x="1084719" y="1026985"/>
                  </a:lnTo>
                  <a:lnTo>
                    <a:pt x="1097724" y="1011910"/>
                  </a:lnTo>
                  <a:lnTo>
                    <a:pt x="1116393" y="987971"/>
                  </a:lnTo>
                  <a:lnTo>
                    <a:pt x="1120940" y="981532"/>
                  </a:lnTo>
                  <a:close/>
                </a:path>
                <a:path w="1238250" h="1238250">
                  <a:moveTo>
                    <a:pt x="1151699" y="303517"/>
                  </a:moveTo>
                  <a:lnTo>
                    <a:pt x="1150200" y="300863"/>
                  </a:lnTo>
                  <a:lnTo>
                    <a:pt x="1133919" y="275158"/>
                  </a:lnTo>
                  <a:lnTo>
                    <a:pt x="1119619" y="254850"/>
                  </a:lnTo>
                  <a:lnTo>
                    <a:pt x="1104214" y="266065"/>
                  </a:lnTo>
                  <a:lnTo>
                    <a:pt x="1118069" y="285750"/>
                  </a:lnTo>
                  <a:lnTo>
                    <a:pt x="1133856" y="310654"/>
                  </a:lnTo>
                  <a:lnTo>
                    <a:pt x="1135303" y="313220"/>
                  </a:lnTo>
                  <a:lnTo>
                    <a:pt x="1151699" y="303517"/>
                  </a:lnTo>
                  <a:close/>
                </a:path>
                <a:path w="1238250" h="1238250">
                  <a:moveTo>
                    <a:pt x="1171524" y="898334"/>
                  </a:moveTo>
                  <a:lnTo>
                    <a:pt x="1154531" y="889749"/>
                  </a:lnTo>
                  <a:lnTo>
                    <a:pt x="1148359" y="902004"/>
                  </a:lnTo>
                  <a:lnTo>
                    <a:pt x="1133856" y="927608"/>
                  </a:lnTo>
                  <a:lnTo>
                    <a:pt x="1126604" y="939050"/>
                  </a:lnTo>
                  <a:lnTo>
                    <a:pt x="1142720" y="949198"/>
                  </a:lnTo>
                  <a:lnTo>
                    <a:pt x="1150188" y="937399"/>
                  </a:lnTo>
                  <a:lnTo>
                    <a:pt x="1165161" y="910983"/>
                  </a:lnTo>
                  <a:lnTo>
                    <a:pt x="1171524" y="898334"/>
                  </a:lnTo>
                  <a:close/>
                </a:path>
                <a:path w="1238250" h="1238250">
                  <a:moveTo>
                    <a:pt x="1194282" y="390372"/>
                  </a:moveTo>
                  <a:lnTo>
                    <a:pt x="1191133" y="382206"/>
                  </a:lnTo>
                  <a:lnTo>
                    <a:pt x="1178801" y="354380"/>
                  </a:lnTo>
                  <a:lnTo>
                    <a:pt x="1170495" y="337870"/>
                  </a:lnTo>
                  <a:lnTo>
                    <a:pt x="1153528" y="346532"/>
                  </a:lnTo>
                  <a:lnTo>
                    <a:pt x="1161580" y="362534"/>
                  </a:lnTo>
                  <a:lnTo>
                    <a:pt x="1173530" y="389496"/>
                  </a:lnTo>
                  <a:lnTo>
                    <a:pt x="1176578" y="397408"/>
                  </a:lnTo>
                  <a:lnTo>
                    <a:pt x="1194282" y="390372"/>
                  </a:lnTo>
                  <a:close/>
                </a:path>
                <a:path w="1238250" h="1238250">
                  <a:moveTo>
                    <a:pt x="1208443" y="808431"/>
                  </a:moveTo>
                  <a:lnTo>
                    <a:pt x="1190307" y="802614"/>
                  </a:lnTo>
                  <a:lnTo>
                    <a:pt x="1184148" y="821258"/>
                  </a:lnTo>
                  <a:lnTo>
                    <a:pt x="1173530" y="848766"/>
                  </a:lnTo>
                  <a:lnTo>
                    <a:pt x="1170444" y="855726"/>
                  </a:lnTo>
                  <a:lnTo>
                    <a:pt x="1187945" y="863231"/>
                  </a:lnTo>
                  <a:lnTo>
                    <a:pt x="1191133" y="856056"/>
                  </a:lnTo>
                  <a:lnTo>
                    <a:pt x="1202080" y="827671"/>
                  </a:lnTo>
                  <a:lnTo>
                    <a:pt x="1208443" y="808431"/>
                  </a:lnTo>
                  <a:close/>
                </a:path>
                <a:path w="1238250" h="1238250">
                  <a:moveTo>
                    <a:pt x="1223035" y="483514"/>
                  </a:moveTo>
                  <a:lnTo>
                    <a:pt x="1219695" y="468655"/>
                  </a:lnTo>
                  <a:lnTo>
                    <a:pt x="1211605" y="439407"/>
                  </a:lnTo>
                  <a:lnTo>
                    <a:pt x="1207706" y="427621"/>
                  </a:lnTo>
                  <a:lnTo>
                    <a:pt x="1189596" y="433514"/>
                  </a:lnTo>
                  <a:lnTo>
                    <a:pt x="1193368" y="444931"/>
                  </a:lnTo>
                  <a:lnTo>
                    <a:pt x="1201216" y="473290"/>
                  </a:lnTo>
                  <a:lnTo>
                    <a:pt x="1204455" y="487692"/>
                  </a:lnTo>
                  <a:lnTo>
                    <a:pt x="1223035" y="483514"/>
                  </a:lnTo>
                  <a:close/>
                </a:path>
                <a:path w="1238250" h="1238250">
                  <a:moveTo>
                    <a:pt x="1230820" y="714235"/>
                  </a:moveTo>
                  <a:lnTo>
                    <a:pt x="1211999" y="711301"/>
                  </a:lnTo>
                  <a:lnTo>
                    <a:pt x="1207681" y="736206"/>
                  </a:lnTo>
                  <a:lnTo>
                    <a:pt x="1201216" y="764971"/>
                  </a:lnTo>
                  <a:lnTo>
                    <a:pt x="1200848" y="766292"/>
                  </a:lnTo>
                  <a:lnTo>
                    <a:pt x="1219314" y="770966"/>
                  </a:lnTo>
                  <a:lnTo>
                    <a:pt x="1219695" y="769607"/>
                  </a:lnTo>
                  <a:lnTo>
                    <a:pt x="1226362" y="739914"/>
                  </a:lnTo>
                  <a:lnTo>
                    <a:pt x="1230820" y="714235"/>
                  </a:lnTo>
                  <a:close/>
                </a:path>
                <a:path w="1238250" h="1238250">
                  <a:moveTo>
                    <a:pt x="1236865" y="579894"/>
                  </a:moveTo>
                  <a:lnTo>
                    <a:pt x="1235278" y="558444"/>
                  </a:lnTo>
                  <a:lnTo>
                    <a:pt x="1231569" y="528320"/>
                  </a:lnTo>
                  <a:lnTo>
                    <a:pt x="1230414" y="521716"/>
                  </a:lnTo>
                  <a:lnTo>
                    <a:pt x="1211605" y="524713"/>
                  </a:lnTo>
                  <a:lnTo>
                    <a:pt x="1212723" y="531114"/>
                  </a:lnTo>
                  <a:lnTo>
                    <a:pt x="1216329" y="560311"/>
                  </a:lnTo>
                  <a:lnTo>
                    <a:pt x="1217853" y="581101"/>
                  </a:lnTo>
                  <a:lnTo>
                    <a:pt x="1236865" y="579894"/>
                  </a:lnTo>
                  <a:close/>
                </a:path>
                <a:path w="1238250" h="1238250">
                  <a:moveTo>
                    <a:pt x="1238250" y="619125"/>
                  </a:moveTo>
                  <a:lnTo>
                    <a:pt x="1238224" y="618032"/>
                  </a:lnTo>
                  <a:lnTo>
                    <a:pt x="1219174" y="618032"/>
                  </a:lnTo>
                  <a:lnTo>
                    <a:pt x="1219200" y="619125"/>
                  </a:lnTo>
                  <a:lnTo>
                    <a:pt x="1218488" y="648614"/>
                  </a:lnTo>
                  <a:lnTo>
                    <a:pt x="1218412" y="649541"/>
                  </a:lnTo>
                  <a:lnTo>
                    <a:pt x="1216660" y="673366"/>
                  </a:lnTo>
                  <a:lnTo>
                    <a:pt x="1235633" y="675081"/>
                  </a:lnTo>
                  <a:lnTo>
                    <a:pt x="1235760" y="673366"/>
                  </a:lnTo>
                  <a:lnTo>
                    <a:pt x="1237513" y="649541"/>
                  </a:lnTo>
                  <a:lnTo>
                    <a:pt x="1237538" y="648614"/>
                  </a:lnTo>
                  <a:lnTo>
                    <a:pt x="1238250" y="61912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5999" y="2543174"/>
              <a:ext cx="300355" cy="342900"/>
            </a:xfrm>
            <a:custGeom>
              <a:avLst/>
              <a:gdLst/>
              <a:ahLst/>
              <a:cxnLst/>
              <a:rect l="l" t="t" r="r" b="b"/>
              <a:pathLst>
                <a:path w="300355" h="342900">
                  <a:moveTo>
                    <a:pt x="155647" y="171449"/>
                  </a:moveTo>
                  <a:lnTo>
                    <a:pt x="144389" y="171449"/>
                  </a:lnTo>
                  <a:lnTo>
                    <a:pt x="138815" y="170900"/>
                  </a:lnTo>
                  <a:lnTo>
                    <a:pt x="97712" y="153875"/>
                  </a:lnTo>
                  <a:lnTo>
                    <a:pt x="72973" y="123730"/>
                  </a:lnTo>
                  <a:lnTo>
                    <a:pt x="64293" y="91353"/>
                  </a:lnTo>
                  <a:lnTo>
                    <a:pt x="64293" y="80096"/>
                  </a:lnTo>
                  <a:lnTo>
                    <a:pt x="75613" y="42778"/>
                  </a:lnTo>
                  <a:lnTo>
                    <a:pt x="107072" y="11320"/>
                  </a:lnTo>
                  <a:lnTo>
                    <a:pt x="144389" y="0"/>
                  </a:lnTo>
                  <a:lnTo>
                    <a:pt x="155647" y="0"/>
                  </a:lnTo>
                  <a:lnTo>
                    <a:pt x="192964" y="11320"/>
                  </a:lnTo>
                  <a:lnTo>
                    <a:pt x="224423" y="42778"/>
                  </a:lnTo>
                  <a:lnTo>
                    <a:pt x="235743" y="80096"/>
                  </a:lnTo>
                  <a:lnTo>
                    <a:pt x="235743" y="91353"/>
                  </a:lnTo>
                  <a:lnTo>
                    <a:pt x="224423" y="128671"/>
                  </a:lnTo>
                  <a:lnTo>
                    <a:pt x="192964" y="160129"/>
                  </a:lnTo>
                  <a:lnTo>
                    <a:pt x="155647" y="171449"/>
                  </a:lnTo>
                  <a:close/>
                </a:path>
                <a:path w="300355" h="342900">
                  <a:moveTo>
                    <a:pt x="280146" y="342899"/>
                  </a:moveTo>
                  <a:lnTo>
                    <a:pt x="19890" y="342899"/>
                  </a:lnTo>
                  <a:lnTo>
                    <a:pt x="12149" y="341336"/>
                  </a:lnTo>
                  <a:lnTo>
                    <a:pt x="5826" y="337073"/>
                  </a:lnTo>
                  <a:lnTo>
                    <a:pt x="1563" y="330750"/>
                  </a:lnTo>
                  <a:lnTo>
                    <a:pt x="0" y="323009"/>
                  </a:lnTo>
                  <a:lnTo>
                    <a:pt x="9381" y="276520"/>
                  </a:lnTo>
                  <a:lnTo>
                    <a:pt x="34968" y="238564"/>
                  </a:lnTo>
                  <a:lnTo>
                    <a:pt x="72923" y="212978"/>
                  </a:lnTo>
                  <a:lnTo>
                    <a:pt x="119412" y="203596"/>
                  </a:lnTo>
                  <a:lnTo>
                    <a:pt x="180625" y="203596"/>
                  </a:lnTo>
                  <a:lnTo>
                    <a:pt x="227113" y="212978"/>
                  </a:lnTo>
                  <a:lnTo>
                    <a:pt x="265069" y="238564"/>
                  </a:lnTo>
                  <a:lnTo>
                    <a:pt x="290656" y="276520"/>
                  </a:lnTo>
                  <a:lnTo>
                    <a:pt x="300037" y="323009"/>
                  </a:lnTo>
                  <a:lnTo>
                    <a:pt x="298474" y="330750"/>
                  </a:lnTo>
                  <a:lnTo>
                    <a:pt x="294210" y="337073"/>
                  </a:lnTo>
                  <a:lnTo>
                    <a:pt x="287888" y="341336"/>
                  </a:lnTo>
                  <a:lnTo>
                    <a:pt x="280146" y="342899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79649" y="2652572"/>
            <a:ext cx="111760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b="1" spc="-150" dirty="0">
                <a:solidFill>
                  <a:srgbClr val="1A365C"/>
                </a:solidFill>
                <a:latin typeface="Montserrat"/>
                <a:cs typeface="Montserrat"/>
              </a:rPr>
              <a:t>John</a:t>
            </a:r>
            <a:r>
              <a:rPr sz="1650" b="1" spc="-40" dirty="0">
                <a:solidFill>
                  <a:srgbClr val="1A365C"/>
                </a:solidFill>
                <a:latin typeface="Montserrat"/>
                <a:cs typeface="Montserrat"/>
              </a:rPr>
              <a:t> </a:t>
            </a:r>
            <a:r>
              <a:rPr sz="1650" b="1" spc="-114" dirty="0">
                <a:solidFill>
                  <a:srgbClr val="1A365C"/>
                </a:solidFill>
                <a:latin typeface="Montserrat"/>
                <a:cs typeface="Montserrat"/>
              </a:rPr>
              <a:t>Smith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8827" y="2967596"/>
            <a:ext cx="1899285" cy="232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400" b="1" spc="-95" dirty="0">
                <a:solidFill>
                  <a:srgbClr val="2A6BB0"/>
                </a:solidFill>
                <a:latin typeface="Montserrat SemiBold"/>
                <a:cs typeface="Montserrat SemiBold"/>
              </a:rPr>
              <a:t>Chief</a:t>
            </a:r>
            <a:r>
              <a:rPr sz="1400" b="1" spc="-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400" b="1" spc="-90" dirty="0">
                <a:solidFill>
                  <a:srgbClr val="2A6BB0"/>
                </a:solidFill>
                <a:latin typeface="Montserrat SemiBold"/>
                <a:cs typeface="Montserrat SemiBold"/>
              </a:rPr>
              <a:t>Executive</a:t>
            </a:r>
            <a:r>
              <a:rPr sz="1400" b="1" spc="-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400" b="1" spc="-55" dirty="0">
                <a:solidFill>
                  <a:srgbClr val="2A6BB0"/>
                </a:solidFill>
                <a:latin typeface="Montserrat SemiBold"/>
                <a:cs typeface="Montserrat SemiBold"/>
              </a:rPr>
              <a:t>Officer</a:t>
            </a:r>
            <a:endParaRPr sz="1400">
              <a:latin typeface="Montserrat SemiBold"/>
              <a:cs typeface="Montserrat SemiBold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90625" y="3962401"/>
            <a:ext cx="828675" cy="257175"/>
          </a:xfrm>
          <a:custGeom>
            <a:avLst/>
            <a:gdLst/>
            <a:ahLst/>
            <a:cxnLst/>
            <a:rect l="l" t="t" r="r" b="b"/>
            <a:pathLst>
              <a:path w="828675" h="257175">
                <a:moveTo>
                  <a:pt x="795627" y="257174"/>
                </a:moveTo>
                <a:lnTo>
                  <a:pt x="33047" y="257174"/>
                </a:lnTo>
                <a:lnTo>
                  <a:pt x="28187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0" y="2190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95627" y="0"/>
                </a:lnTo>
                <a:lnTo>
                  <a:pt x="827708" y="28187"/>
                </a:lnTo>
                <a:lnTo>
                  <a:pt x="828674" y="33047"/>
                </a:lnTo>
                <a:lnTo>
                  <a:pt x="828674" y="224127"/>
                </a:lnTo>
                <a:lnTo>
                  <a:pt x="800487" y="256207"/>
                </a:lnTo>
                <a:lnTo>
                  <a:pt x="795627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76449" y="3962401"/>
            <a:ext cx="666750" cy="257175"/>
          </a:xfrm>
          <a:custGeom>
            <a:avLst/>
            <a:gdLst/>
            <a:ahLst/>
            <a:cxnLst/>
            <a:rect l="l" t="t" r="r" b="b"/>
            <a:pathLst>
              <a:path w="666750" h="257175">
                <a:moveTo>
                  <a:pt x="633702" y="257174"/>
                </a:moveTo>
                <a:lnTo>
                  <a:pt x="33047" y="257174"/>
                </a:lnTo>
                <a:lnTo>
                  <a:pt x="28187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0" y="2190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33702" y="0"/>
                </a:lnTo>
                <a:lnTo>
                  <a:pt x="665782" y="28187"/>
                </a:lnTo>
                <a:lnTo>
                  <a:pt x="666749" y="33047"/>
                </a:lnTo>
                <a:lnTo>
                  <a:pt x="666749" y="224127"/>
                </a:lnTo>
                <a:lnTo>
                  <a:pt x="638561" y="256207"/>
                </a:lnTo>
                <a:lnTo>
                  <a:pt x="633702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00350" y="3962401"/>
            <a:ext cx="885825" cy="257175"/>
          </a:xfrm>
          <a:custGeom>
            <a:avLst/>
            <a:gdLst/>
            <a:ahLst/>
            <a:cxnLst/>
            <a:rect l="l" t="t" r="r" b="b"/>
            <a:pathLst>
              <a:path w="885825" h="257175">
                <a:moveTo>
                  <a:pt x="852777" y="257174"/>
                </a:moveTo>
                <a:lnTo>
                  <a:pt x="33047" y="257174"/>
                </a:lnTo>
                <a:lnTo>
                  <a:pt x="28187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0" y="2190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852777" y="0"/>
                </a:lnTo>
                <a:lnTo>
                  <a:pt x="884857" y="28187"/>
                </a:lnTo>
                <a:lnTo>
                  <a:pt x="885824" y="33047"/>
                </a:lnTo>
                <a:lnTo>
                  <a:pt x="885824" y="224127"/>
                </a:lnTo>
                <a:lnTo>
                  <a:pt x="857637" y="256207"/>
                </a:lnTo>
                <a:lnTo>
                  <a:pt x="852777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76089" y="3290769"/>
            <a:ext cx="3324860" cy="1016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 algn="ctr">
              <a:spcBef>
                <a:spcPts val="135"/>
              </a:spcBef>
            </a:pPr>
            <a:r>
              <a:rPr sz="1250" spc="-100" dirty="0">
                <a:solidFill>
                  <a:srgbClr val="4A5467"/>
                </a:solidFill>
                <a:latin typeface="Montserrat"/>
                <a:cs typeface="Montserrat"/>
              </a:rPr>
              <a:t>15+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4A5467"/>
                </a:solidFill>
                <a:latin typeface="Montserrat"/>
                <a:cs typeface="Montserrat"/>
              </a:rPr>
              <a:t>years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4A5467"/>
                </a:solidFill>
                <a:latin typeface="Montserrat"/>
                <a:cs typeface="Montserrat"/>
              </a:rPr>
              <a:t>experience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95" dirty="0">
                <a:solidFill>
                  <a:srgbClr val="4A5467"/>
                </a:solidFill>
                <a:latin typeface="Montserrat"/>
                <a:cs typeface="Montserrat"/>
              </a:rPr>
              <a:t>in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90" dirty="0">
                <a:solidFill>
                  <a:srgbClr val="4A5467"/>
                </a:solidFill>
                <a:latin typeface="Montserrat"/>
                <a:cs typeface="Montserrat"/>
              </a:rPr>
              <a:t>[industry].</a:t>
            </a:r>
            <a:r>
              <a:rPr sz="1250" spc="-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" dirty="0">
                <a:solidFill>
                  <a:srgbClr val="4A5467"/>
                </a:solidFill>
                <a:latin typeface="Montserrat"/>
                <a:cs typeface="Montserrat"/>
              </a:rPr>
              <a:t>Previously </a:t>
            </a: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founded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30" dirty="0">
                <a:solidFill>
                  <a:srgbClr val="4A5467"/>
                </a:solidFill>
                <a:latin typeface="Montserrat"/>
                <a:cs typeface="Montserrat"/>
              </a:rPr>
              <a:t>[Company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0" dirty="0">
                <a:solidFill>
                  <a:srgbClr val="4A5467"/>
                </a:solidFill>
                <a:latin typeface="Montserrat"/>
                <a:cs typeface="Montserrat"/>
              </a:rPr>
              <a:t>X]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5" dirty="0">
                <a:solidFill>
                  <a:srgbClr val="4A5467"/>
                </a:solidFill>
                <a:latin typeface="Montserrat"/>
                <a:cs typeface="Montserrat"/>
              </a:rPr>
              <a:t>(acquired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30" dirty="0">
                <a:solidFill>
                  <a:srgbClr val="4A5467"/>
                </a:solidFill>
                <a:latin typeface="Montserrat"/>
                <a:cs typeface="Montserrat"/>
              </a:rPr>
              <a:t>by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30" dirty="0">
                <a:solidFill>
                  <a:srgbClr val="4A5467"/>
                </a:solidFill>
                <a:latin typeface="Montserrat"/>
                <a:cs typeface="Montserrat"/>
              </a:rPr>
              <a:t>[Company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Y] </a:t>
            </a:r>
            <a:r>
              <a:rPr sz="1250" spc="-95" dirty="0">
                <a:solidFill>
                  <a:srgbClr val="4A5467"/>
                </a:solidFill>
                <a:latin typeface="Montserrat"/>
                <a:cs typeface="Montserrat"/>
              </a:rPr>
              <a:t>for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lang="en-US" sz="1250" spc="-135" dirty="0">
                <a:solidFill>
                  <a:srgbClr val="374050"/>
                </a:solidFill>
                <a:latin typeface="Montserrat"/>
                <a:cs typeface="Montserrat"/>
              </a:rPr>
              <a:t>₹ </a:t>
            </a:r>
            <a:r>
              <a:rPr sz="1250" spc="-120" dirty="0">
                <a:solidFill>
                  <a:srgbClr val="4A5467"/>
                </a:solidFill>
                <a:latin typeface="Montserrat"/>
                <a:cs typeface="Montserrat"/>
              </a:rPr>
              <a:t>XXM).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55" dirty="0">
                <a:solidFill>
                  <a:srgbClr val="4A5467"/>
                </a:solidFill>
                <a:latin typeface="Montserrat"/>
                <a:cs typeface="Montserrat"/>
              </a:rPr>
              <a:t>MBA</a:t>
            </a:r>
            <a:r>
              <a:rPr sz="1250" spc="-3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from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" dirty="0">
                <a:solidFill>
                  <a:srgbClr val="4A5467"/>
                </a:solidFill>
                <a:latin typeface="Montserrat"/>
                <a:cs typeface="Montserrat"/>
              </a:rPr>
              <a:t>Stanford.</a:t>
            </a:r>
            <a:endParaRPr sz="1250" dirty="0">
              <a:latin typeface="Montserrat"/>
              <a:cs typeface="Montserrat"/>
            </a:endParaRPr>
          </a:p>
          <a:p>
            <a:pPr>
              <a:spcBef>
                <a:spcPts val="555"/>
              </a:spcBef>
            </a:pPr>
            <a:endParaRPr sz="1050" dirty="0">
              <a:latin typeface="Montserrat"/>
              <a:cs typeface="Montserrat"/>
            </a:endParaRPr>
          </a:p>
          <a:p>
            <a:pPr algn="ctr">
              <a:tabLst>
                <a:tab pos="885825" algn="l"/>
                <a:tab pos="1605915" algn="l"/>
              </a:tabLst>
            </a:pPr>
            <a:r>
              <a:rPr sz="1050" spc="-10" dirty="0">
                <a:solidFill>
                  <a:srgbClr val="2A6BB0"/>
                </a:solidFill>
                <a:latin typeface="Montserrat"/>
                <a:cs typeface="Montserrat"/>
              </a:rPr>
              <a:t>Leadership</a:t>
            </a:r>
            <a:r>
              <a:rPr sz="1050" dirty="0">
                <a:solidFill>
                  <a:srgbClr val="2A6BB0"/>
                </a:solidFill>
                <a:latin typeface="Montserrat"/>
                <a:cs typeface="Montserrat"/>
              </a:rPr>
              <a:t>	</a:t>
            </a:r>
            <a:r>
              <a:rPr sz="1050" spc="-10" dirty="0">
                <a:solidFill>
                  <a:srgbClr val="2A6BB0"/>
                </a:solidFill>
                <a:latin typeface="Montserrat"/>
                <a:cs typeface="Montserrat"/>
              </a:rPr>
              <a:t>Strategy</a:t>
            </a:r>
            <a:r>
              <a:rPr sz="1050" dirty="0">
                <a:solidFill>
                  <a:srgbClr val="2A6BB0"/>
                </a:solidFill>
                <a:latin typeface="Montserrat"/>
                <a:cs typeface="Montserrat"/>
              </a:rPr>
              <a:t>	</a:t>
            </a:r>
            <a:r>
              <a:rPr sz="1050" spc="-10" dirty="0">
                <a:solidFill>
                  <a:srgbClr val="2A6BB0"/>
                </a:solidFill>
                <a:latin typeface="Montserrat"/>
                <a:cs typeface="Montserrat"/>
              </a:rPr>
              <a:t>Fundraising</a:t>
            </a:r>
            <a:endParaRPr sz="1050" dirty="0">
              <a:latin typeface="Montserrat"/>
              <a:cs typeface="Montserra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76874" y="1295400"/>
            <a:ext cx="1238250" cy="1238250"/>
            <a:chOff x="5476874" y="2095499"/>
            <a:chExt cx="1238250" cy="1238250"/>
          </a:xfrm>
        </p:grpSpPr>
        <p:sp>
          <p:nvSpPr>
            <p:cNvPr id="16" name="object 16"/>
            <p:cNvSpPr/>
            <p:nvPr/>
          </p:nvSpPr>
          <p:spPr>
            <a:xfrm>
              <a:off x="5476874" y="2095499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619124" y="1238249"/>
                  </a:moveTo>
                  <a:lnTo>
                    <a:pt x="558438" y="1235275"/>
                  </a:lnTo>
                  <a:lnTo>
                    <a:pt x="498339" y="1226353"/>
                  </a:lnTo>
                  <a:lnTo>
                    <a:pt x="439399" y="1211596"/>
                  </a:lnTo>
                  <a:lnTo>
                    <a:pt x="382195" y="1191121"/>
                  </a:lnTo>
                  <a:lnTo>
                    <a:pt x="327267" y="1165150"/>
                  </a:lnTo>
                  <a:lnTo>
                    <a:pt x="275157" y="1133908"/>
                  </a:lnTo>
                  <a:lnTo>
                    <a:pt x="226351" y="1097720"/>
                  </a:lnTo>
                  <a:lnTo>
                    <a:pt x="181337" y="1056912"/>
                  </a:lnTo>
                  <a:lnTo>
                    <a:pt x="140528" y="1011897"/>
                  </a:lnTo>
                  <a:lnTo>
                    <a:pt x="104340" y="963092"/>
                  </a:lnTo>
                  <a:lnTo>
                    <a:pt x="73098" y="910981"/>
                  </a:lnTo>
                  <a:lnTo>
                    <a:pt x="47127" y="856053"/>
                  </a:lnTo>
                  <a:lnTo>
                    <a:pt x="26651" y="798849"/>
                  </a:lnTo>
                  <a:lnTo>
                    <a:pt x="11895" y="739910"/>
                  </a:lnTo>
                  <a:lnTo>
                    <a:pt x="2973" y="679810"/>
                  </a:lnTo>
                  <a:lnTo>
                    <a:pt x="0" y="619124"/>
                  </a:lnTo>
                  <a:lnTo>
                    <a:pt x="743" y="588708"/>
                  </a:lnTo>
                  <a:lnTo>
                    <a:pt x="6691" y="528316"/>
                  </a:lnTo>
                  <a:lnTo>
                    <a:pt x="18558" y="468653"/>
                  </a:lnTo>
                  <a:lnTo>
                    <a:pt x="36174" y="410581"/>
                  </a:lnTo>
                  <a:lnTo>
                    <a:pt x="59453" y="354379"/>
                  </a:lnTo>
                  <a:lnTo>
                    <a:pt x="88060" y="300860"/>
                  </a:lnTo>
                  <a:lnTo>
                    <a:pt x="121856" y="250280"/>
                  </a:lnTo>
                  <a:lnTo>
                    <a:pt x="160355" y="203370"/>
                  </a:lnTo>
                  <a:lnTo>
                    <a:pt x="203370" y="160355"/>
                  </a:lnTo>
                  <a:lnTo>
                    <a:pt x="250280" y="121857"/>
                  </a:lnTo>
                  <a:lnTo>
                    <a:pt x="300860" y="88061"/>
                  </a:lnTo>
                  <a:lnTo>
                    <a:pt x="354379" y="59454"/>
                  </a:lnTo>
                  <a:lnTo>
                    <a:pt x="410580" y="36175"/>
                  </a:lnTo>
                  <a:lnTo>
                    <a:pt x="468652" y="18559"/>
                  </a:lnTo>
                  <a:lnTo>
                    <a:pt x="528315" y="6691"/>
                  </a:lnTo>
                  <a:lnTo>
                    <a:pt x="588708" y="743"/>
                  </a:lnTo>
                  <a:lnTo>
                    <a:pt x="619124" y="0"/>
                  </a:lnTo>
                  <a:lnTo>
                    <a:pt x="649540" y="743"/>
                  </a:lnTo>
                  <a:lnTo>
                    <a:pt x="709933" y="6691"/>
                  </a:lnTo>
                  <a:lnTo>
                    <a:pt x="769596" y="18559"/>
                  </a:lnTo>
                  <a:lnTo>
                    <a:pt x="827668" y="36175"/>
                  </a:lnTo>
                  <a:lnTo>
                    <a:pt x="883869" y="59454"/>
                  </a:lnTo>
                  <a:lnTo>
                    <a:pt x="937389" y="88061"/>
                  </a:lnTo>
                  <a:lnTo>
                    <a:pt x="987969" y="121857"/>
                  </a:lnTo>
                  <a:lnTo>
                    <a:pt x="1034879" y="160355"/>
                  </a:lnTo>
                  <a:lnTo>
                    <a:pt x="1077894" y="203370"/>
                  </a:lnTo>
                  <a:lnTo>
                    <a:pt x="1116392" y="250280"/>
                  </a:lnTo>
                  <a:lnTo>
                    <a:pt x="1150188" y="300860"/>
                  </a:lnTo>
                  <a:lnTo>
                    <a:pt x="1178794" y="354379"/>
                  </a:lnTo>
                  <a:lnTo>
                    <a:pt x="1202073" y="410581"/>
                  </a:lnTo>
                  <a:lnTo>
                    <a:pt x="1219689" y="468653"/>
                  </a:lnTo>
                  <a:lnTo>
                    <a:pt x="1231558" y="528316"/>
                  </a:lnTo>
                  <a:lnTo>
                    <a:pt x="1237506" y="588708"/>
                  </a:lnTo>
                  <a:lnTo>
                    <a:pt x="1238249" y="619124"/>
                  </a:lnTo>
                  <a:lnTo>
                    <a:pt x="1237506" y="649540"/>
                  </a:lnTo>
                  <a:lnTo>
                    <a:pt x="1231558" y="709933"/>
                  </a:lnTo>
                  <a:lnTo>
                    <a:pt x="1219689" y="769596"/>
                  </a:lnTo>
                  <a:lnTo>
                    <a:pt x="1202073" y="827668"/>
                  </a:lnTo>
                  <a:lnTo>
                    <a:pt x="1178794" y="883869"/>
                  </a:lnTo>
                  <a:lnTo>
                    <a:pt x="1150188" y="937388"/>
                  </a:lnTo>
                  <a:lnTo>
                    <a:pt x="1116391" y="987968"/>
                  </a:lnTo>
                  <a:lnTo>
                    <a:pt x="1077893" y="1034878"/>
                  </a:lnTo>
                  <a:lnTo>
                    <a:pt x="1034879" y="1077893"/>
                  </a:lnTo>
                  <a:lnTo>
                    <a:pt x="987968" y="1116392"/>
                  </a:lnTo>
                  <a:lnTo>
                    <a:pt x="937388" y="1150188"/>
                  </a:lnTo>
                  <a:lnTo>
                    <a:pt x="883869" y="1178794"/>
                  </a:lnTo>
                  <a:lnTo>
                    <a:pt x="827668" y="1202073"/>
                  </a:lnTo>
                  <a:lnTo>
                    <a:pt x="769596" y="1219689"/>
                  </a:lnTo>
                  <a:lnTo>
                    <a:pt x="709933" y="1231558"/>
                  </a:lnTo>
                  <a:lnTo>
                    <a:pt x="649540" y="1237506"/>
                  </a:lnTo>
                  <a:lnTo>
                    <a:pt x="619124" y="1238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76862" y="2095499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21437" y="567118"/>
                  </a:moveTo>
                  <a:lnTo>
                    <a:pt x="2463" y="565467"/>
                  </a:lnTo>
                  <a:lnTo>
                    <a:pt x="2336" y="567118"/>
                  </a:lnTo>
                  <a:lnTo>
                    <a:pt x="749" y="588721"/>
                  </a:lnTo>
                  <a:lnTo>
                    <a:pt x="723" y="589648"/>
                  </a:lnTo>
                  <a:lnTo>
                    <a:pt x="0" y="619125"/>
                  </a:lnTo>
                  <a:lnTo>
                    <a:pt x="88" y="622388"/>
                  </a:lnTo>
                  <a:lnTo>
                    <a:pt x="19138" y="622388"/>
                  </a:lnTo>
                  <a:lnTo>
                    <a:pt x="19050" y="619125"/>
                  </a:lnTo>
                  <a:lnTo>
                    <a:pt x="19773" y="589648"/>
                  </a:lnTo>
                  <a:lnTo>
                    <a:pt x="19850" y="588721"/>
                  </a:lnTo>
                  <a:lnTo>
                    <a:pt x="21437" y="567118"/>
                  </a:lnTo>
                  <a:close/>
                </a:path>
                <a:path w="1238250" h="1238250">
                  <a:moveTo>
                    <a:pt x="27038" y="715797"/>
                  </a:moveTo>
                  <a:lnTo>
                    <a:pt x="25539" y="707148"/>
                  </a:lnTo>
                  <a:lnTo>
                    <a:pt x="21932" y="677951"/>
                  </a:lnTo>
                  <a:lnTo>
                    <a:pt x="20574" y="659358"/>
                  </a:lnTo>
                  <a:lnTo>
                    <a:pt x="1562" y="660641"/>
                  </a:lnTo>
                  <a:lnTo>
                    <a:pt x="2984" y="679818"/>
                  </a:lnTo>
                  <a:lnTo>
                    <a:pt x="6692" y="709942"/>
                  </a:lnTo>
                  <a:lnTo>
                    <a:pt x="8242" y="718870"/>
                  </a:lnTo>
                  <a:lnTo>
                    <a:pt x="27038" y="715797"/>
                  </a:lnTo>
                  <a:close/>
                </a:path>
                <a:path w="1238250" h="1238250">
                  <a:moveTo>
                    <a:pt x="36868" y="474103"/>
                  </a:moveTo>
                  <a:lnTo>
                    <a:pt x="18376" y="469493"/>
                  </a:lnTo>
                  <a:lnTo>
                    <a:pt x="11899" y="498348"/>
                  </a:lnTo>
                  <a:lnTo>
                    <a:pt x="7035" y="526351"/>
                  </a:lnTo>
                  <a:lnTo>
                    <a:pt x="25869" y="529196"/>
                  </a:lnTo>
                  <a:lnTo>
                    <a:pt x="30581" y="502056"/>
                  </a:lnTo>
                  <a:lnTo>
                    <a:pt x="36868" y="474103"/>
                  </a:lnTo>
                  <a:close/>
                </a:path>
                <a:path w="1238250" h="1238250">
                  <a:moveTo>
                    <a:pt x="49364" y="806881"/>
                  </a:moveTo>
                  <a:lnTo>
                    <a:pt x="44894" y="793330"/>
                  </a:lnTo>
                  <a:lnTo>
                    <a:pt x="37045" y="764971"/>
                  </a:lnTo>
                  <a:lnTo>
                    <a:pt x="34290" y="752716"/>
                  </a:lnTo>
                  <a:lnTo>
                    <a:pt x="15722" y="756958"/>
                  </a:lnTo>
                  <a:lnTo>
                    <a:pt x="18567" y="769607"/>
                  </a:lnTo>
                  <a:lnTo>
                    <a:pt x="26657" y="798855"/>
                  </a:lnTo>
                  <a:lnTo>
                    <a:pt x="31280" y="812838"/>
                  </a:lnTo>
                  <a:lnTo>
                    <a:pt x="49364" y="806881"/>
                  </a:lnTo>
                  <a:close/>
                </a:path>
                <a:path w="1238250" h="1238250">
                  <a:moveTo>
                    <a:pt x="66929" y="384556"/>
                  </a:moveTo>
                  <a:lnTo>
                    <a:pt x="49390" y="377101"/>
                  </a:lnTo>
                  <a:lnTo>
                    <a:pt x="47129" y="382206"/>
                  </a:lnTo>
                  <a:lnTo>
                    <a:pt x="36182" y="410591"/>
                  </a:lnTo>
                  <a:lnTo>
                    <a:pt x="29095" y="432028"/>
                  </a:lnTo>
                  <a:lnTo>
                    <a:pt x="47256" y="437781"/>
                  </a:lnTo>
                  <a:lnTo>
                    <a:pt x="54114" y="417004"/>
                  </a:lnTo>
                  <a:lnTo>
                    <a:pt x="64731" y="389496"/>
                  </a:lnTo>
                  <a:lnTo>
                    <a:pt x="66929" y="384556"/>
                  </a:lnTo>
                  <a:close/>
                </a:path>
                <a:path w="1238250" h="1238250">
                  <a:moveTo>
                    <a:pt x="85737" y="893724"/>
                  </a:moveTo>
                  <a:lnTo>
                    <a:pt x="76682" y="875728"/>
                  </a:lnTo>
                  <a:lnTo>
                    <a:pt x="64731" y="848766"/>
                  </a:lnTo>
                  <a:lnTo>
                    <a:pt x="62471" y="842899"/>
                  </a:lnTo>
                  <a:lnTo>
                    <a:pt x="44792" y="849998"/>
                  </a:lnTo>
                  <a:lnTo>
                    <a:pt x="47129" y="856056"/>
                  </a:lnTo>
                  <a:lnTo>
                    <a:pt x="59461" y="883881"/>
                  </a:lnTo>
                  <a:lnTo>
                    <a:pt x="68795" y="902436"/>
                  </a:lnTo>
                  <a:lnTo>
                    <a:pt x="85737" y="893724"/>
                  </a:lnTo>
                  <a:close/>
                </a:path>
                <a:path w="1238250" h="1238250">
                  <a:moveTo>
                    <a:pt x="110451" y="301117"/>
                  </a:moveTo>
                  <a:lnTo>
                    <a:pt x="94297" y="291020"/>
                  </a:lnTo>
                  <a:lnTo>
                    <a:pt x="88061" y="300863"/>
                  </a:lnTo>
                  <a:lnTo>
                    <a:pt x="73101" y="327279"/>
                  </a:lnTo>
                  <a:lnTo>
                    <a:pt x="65709" y="341972"/>
                  </a:lnTo>
                  <a:lnTo>
                    <a:pt x="82727" y="350507"/>
                  </a:lnTo>
                  <a:lnTo>
                    <a:pt x="89903" y="336257"/>
                  </a:lnTo>
                  <a:lnTo>
                    <a:pt x="104406" y="310654"/>
                  </a:lnTo>
                  <a:lnTo>
                    <a:pt x="110451" y="301117"/>
                  </a:lnTo>
                  <a:close/>
                </a:path>
                <a:path w="1238250" h="1238250">
                  <a:moveTo>
                    <a:pt x="135331" y="974013"/>
                  </a:moveTo>
                  <a:lnTo>
                    <a:pt x="120192" y="952512"/>
                  </a:lnTo>
                  <a:lnTo>
                    <a:pt x="104406" y="927608"/>
                  </a:lnTo>
                  <a:lnTo>
                    <a:pt x="104063" y="926998"/>
                  </a:lnTo>
                  <a:lnTo>
                    <a:pt x="87706" y="936764"/>
                  </a:lnTo>
                  <a:lnTo>
                    <a:pt x="88061" y="937399"/>
                  </a:lnTo>
                  <a:lnTo>
                    <a:pt x="104343" y="963104"/>
                  </a:lnTo>
                  <a:lnTo>
                    <a:pt x="119964" y="985278"/>
                  </a:lnTo>
                  <a:lnTo>
                    <a:pt x="135331" y="974013"/>
                  </a:lnTo>
                  <a:close/>
                </a:path>
                <a:path w="1238250" h="1238250">
                  <a:moveTo>
                    <a:pt x="166420" y="225513"/>
                  </a:moveTo>
                  <a:lnTo>
                    <a:pt x="152044" y="213017"/>
                  </a:lnTo>
                  <a:lnTo>
                    <a:pt x="140538" y="226352"/>
                  </a:lnTo>
                  <a:lnTo>
                    <a:pt x="121869" y="250291"/>
                  </a:lnTo>
                  <a:lnTo>
                    <a:pt x="116001" y="258597"/>
                  </a:lnTo>
                  <a:lnTo>
                    <a:pt x="131483" y="269697"/>
                  </a:lnTo>
                  <a:lnTo>
                    <a:pt x="137160" y="261632"/>
                  </a:lnTo>
                  <a:lnTo>
                    <a:pt x="155257" y="238442"/>
                  </a:lnTo>
                  <a:lnTo>
                    <a:pt x="166420" y="225513"/>
                  </a:lnTo>
                  <a:close/>
                </a:path>
                <a:path w="1238250" h="1238250">
                  <a:moveTo>
                    <a:pt x="196837" y="1045375"/>
                  </a:moveTo>
                  <a:lnTo>
                    <a:pt x="194818" y="1043444"/>
                  </a:lnTo>
                  <a:lnTo>
                    <a:pt x="174472" y="1022096"/>
                  </a:lnTo>
                  <a:lnTo>
                    <a:pt x="158648" y="1003744"/>
                  </a:lnTo>
                  <a:lnTo>
                    <a:pt x="144030" y="1015949"/>
                  </a:lnTo>
                  <a:lnTo>
                    <a:pt x="160362" y="1034884"/>
                  </a:lnTo>
                  <a:lnTo>
                    <a:pt x="181343" y="1056919"/>
                  </a:lnTo>
                  <a:lnTo>
                    <a:pt x="183426" y="1058913"/>
                  </a:lnTo>
                  <a:lnTo>
                    <a:pt x="196837" y="1045375"/>
                  </a:lnTo>
                  <a:close/>
                </a:path>
                <a:path w="1238250" h="1238250">
                  <a:moveTo>
                    <a:pt x="233667" y="159372"/>
                  </a:moveTo>
                  <a:lnTo>
                    <a:pt x="221437" y="144780"/>
                  </a:lnTo>
                  <a:lnTo>
                    <a:pt x="203377" y="160362"/>
                  </a:lnTo>
                  <a:lnTo>
                    <a:pt x="181343" y="181343"/>
                  </a:lnTo>
                  <a:lnTo>
                    <a:pt x="178562" y="184264"/>
                  </a:lnTo>
                  <a:lnTo>
                    <a:pt x="192112" y="197650"/>
                  </a:lnTo>
                  <a:lnTo>
                    <a:pt x="194818" y="194818"/>
                  </a:lnTo>
                  <a:lnTo>
                    <a:pt x="216166" y="174472"/>
                  </a:lnTo>
                  <a:lnTo>
                    <a:pt x="233667" y="159372"/>
                  </a:lnTo>
                  <a:close/>
                </a:path>
                <a:path w="1238250" h="1238250">
                  <a:moveTo>
                    <a:pt x="268782" y="1106131"/>
                  </a:moveTo>
                  <a:lnTo>
                    <a:pt x="261632" y="1101102"/>
                  </a:lnTo>
                  <a:lnTo>
                    <a:pt x="238442" y="1083005"/>
                  </a:lnTo>
                  <a:lnTo>
                    <a:pt x="224675" y="1071118"/>
                  </a:lnTo>
                  <a:lnTo>
                    <a:pt x="212153" y="1085469"/>
                  </a:lnTo>
                  <a:lnTo>
                    <a:pt x="226352" y="1097724"/>
                  </a:lnTo>
                  <a:lnTo>
                    <a:pt x="250291" y="1116393"/>
                  </a:lnTo>
                  <a:lnTo>
                    <a:pt x="257670" y="1121600"/>
                  </a:lnTo>
                  <a:lnTo>
                    <a:pt x="268782" y="1106131"/>
                  </a:lnTo>
                  <a:close/>
                </a:path>
                <a:path w="1238250" h="1238250">
                  <a:moveTo>
                    <a:pt x="310299" y="104635"/>
                  </a:moveTo>
                  <a:lnTo>
                    <a:pt x="300494" y="88303"/>
                  </a:lnTo>
                  <a:lnTo>
                    <a:pt x="275158" y="104343"/>
                  </a:lnTo>
                  <a:lnTo>
                    <a:pt x="252044" y="120624"/>
                  </a:lnTo>
                  <a:lnTo>
                    <a:pt x="263334" y="135966"/>
                  </a:lnTo>
                  <a:lnTo>
                    <a:pt x="285750" y="120192"/>
                  </a:lnTo>
                  <a:lnTo>
                    <a:pt x="310299" y="104635"/>
                  </a:lnTo>
                  <a:close/>
                </a:path>
                <a:path w="1238250" h="1238250">
                  <a:moveTo>
                    <a:pt x="349516" y="1155026"/>
                  </a:moveTo>
                  <a:lnTo>
                    <a:pt x="336257" y="1148359"/>
                  </a:lnTo>
                  <a:lnTo>
                    <a:pt x="310654" y="1133856"/>
                  </a:lnTo>
                  <a:lnTo>
                    <a:pt x="300164" y="1127213"/>
                  </a:lnTo>
                  <a:lnTo>
                    <a:pt x="290042" y="1143342"/>
                  </a:lnTo>
                  <a:lnTo>
                    <a:pt x="300863" y="1150200"/>
                  </a:lnTo>
                  <a:lnTo>
                    <a:pt x="327279" y="1165161"/>
                  </a:lnTo>
                  <a:lnTo>
                    <a:pt x="340956" y="1172044"/>
                  </a:lnTo>
                  <a:lnTo>
                    <a:pt x="349516" y="1155026"/>
                  </a:lnTo>
                  <a:close/>
                </a:path>
                <a:path w="1238250" h="1238250">
                  <a:moveTo>
                    <a:pt x="394347" y="62865"/>
                  </a:moveTo>
                  <a:lnTo>
                    <a:pt x="387210" y="45199"/>
                  </a:lnTo>
                  <a:lnTo>
                    <a:pt x="382206" y="47129"/>
                  </a:lnTo>
                  <a:lnTo>
                    <a:pt x="354380" y="59461"/>
                  </a:lnTo>
                  <a:lnTo>
                    <a:pt x="334797" y="69316"/>
                  </a:lnTo>
                  <a:lnTo>
                    <a:pt x="343547" y="86233"/>
                  </a:lnTo>
                  <a:lnTo>
                    <a:pt x="362534" y="76682"/>
                  </a:lnTo>
                  <a:lnTo>
                    <a:pt x="389496" y="64731"/>
                  </a:lnTo>
                  <a:lnTo>
                    <a:pt x="394347" y="62865"/>
                  </a:lnTo>
                  <a:close/>
                </a:path>
                <a:path w="1238250" h="1238250">
                  <a:moveTo>
                    <a:pt x="436714" y="1190663"/>
                  </a:moveTo>
                  <a:lnTo>
                    <a:pt x="417004" y="1184148"/>
                  </a:lnTo>
                  <a:lnTo>
                    <a:pt x="389496" y="1173530"/>
                  </a:lnTo>
                  <a:lnTo>
                    <a:pt x="383540" y="1170889"/>
                  </a:lnTo>
                  <a:lnTo>
                    <a:pt x="376072" y="1188402"/>
                  </a:lnTo>
                  <a:lnTo>
                    <a:pt x="382206" y="1191133"/>
                  </a:lnTo>
                  <a:lnTo>
                    <a:pt x="410591" y="1202080"/>
                  </a:lnTo>
                  <a:lnTo>
                    <a:pt x="430923" y="1208798"/>
                  </a:lnTo>
                  <a:lnTo>
                    <a:pt x="436714" y="1190663"/>
                  </a:lnTo>
                  <a:close/>
                </a:path>
                <a:path w="1238250" h="1238250">
                  <a:moveTo>
                    <a:pt x="484479" y="34531"/>
                  </a:moveTo>
                  <a:lnTo>
                    <a:pt x="480199" y="15976"/>
                  </a:lnTo>
                  <a:lnTo>
                    <a:pt x="468655" y="18567"/>
                  </a:lnTo>
                  <a:lnTo>
                    <a:pt x="439407" y="26657"/>
                  </a:lnTo>
                  <a:lnTo>
                    <a:pt x="424319" y="31648"/>
                  </a:lnTo>
                  <a:lnTo>
                    <a:pt x="430314" y="49720"/>
                  </a:lnTo>
                  <a:lnTo>
                    <a:pt x="444931" y="44894"/>
                  </a:lnTo>
                  <a:lnTo>
                    <a:pt x="473290" y="37045"/>
                  </a:lnTo>
                  <a:lnTo>
                    <a:pt x="484479" y="34531"/>
                  </a:lnTo>
                  <a:close/>
                </a:path>
                <a:path w="1238250" h="1238250">
                  <a:moveTo>
                    <a:pt x="528078" y="1212189"/>
                  </a:moveTo>
                  <a:lnTo>
                    <a:pt x="502056" y="1207681"/>
                  </a:lnTo>
                  <a:lnTo>
                    <a:pt x="473024" y="1201140"/>
                  </a:lnTo>
                  <a:lnTo>
                    <a:pt x="468388" y="1219619"/>
                  </a:lnTo>
                  <a:lnTo>
                    <a:pt x="498348" y="1226362"/>
                  </a:lnTo>
                  <a:lnTo>
                    <a:pt x="525183" y="1231023"/>
                  </a:lnTo>
                  <a:lnTo>
                    <a:pt x="528078" y="1212189"/>
                  </a:lnTo>
                  <a:close/>
                </a:path>
                <a:path w="1238250" h="1238250">
                  <a:moveTo>
                    <a:pt x="577799" y="20650"/>
                  </a:moveTo>
                  <a:lnTo>
                    <a:pt x="576478" y="1651"/>
                  </a:lnTo>
                  <a:lnTo>
                    <a:pt x="558444" y="2984"/>
                  </a:lnTo>
                  <a:lnTo>
                    <a:pt x="528320" y="6692"/>
                  </a:lnTo>
                  <a:lnTo>
                    <a:pt x="518236" y="8445"/>
                  </a:lnTo>
                  <a:lnTo>
                    <a:pt x="521335" y="27241"/>
                  </a:lnTo>
                  <a:lnTo>
                    <a:pt x="531114" y="25539"/>
                  </a:lnTo>
                  <a:lnTo>
                    <a:pt x="560311" y="21932"/>
                  </a:lnTo>
                  <a:lnTo>
                    <a:pt x="577799" y="20650"/>
                  </a:lnTo>
                  <a:close/>
                </a:path>
                <a:path w="1238250" h="1238250">
                  <a:moveTo>
                    <a:pt x="621334" y="1238199"/>
                  </a:moveTo>
                  <a:lnTo>
                    <a:pt x="621296" y="1219200"/>
                  </a:lnTo>
                  <a:lnTo>
                    <a:pt x="619125" y="1219200"/>
                  </a:lnTo>
                  <a:lnTo>
                    <a:pt x="589648" y="1218488"/>
                  </a:lnTo>
                  <a:lnTo>
                    <a:pt x="566013" y="1216748"/>
                  </a:lnTo>
                  <a:lnTo>
                    <a:pt x="564324" y="1235710"/>
                  </a:lnTo>
                  <a:lnTo>
                    <a:pt x="588721" y="1237513"/>
                  </a:lnTo>
                  <a:lnTo>
                    <a:pt x="616927" y="1238199"/>
                  </a:lnTo>
                  <a:lnTo>
                    <a:pt x="621334" y="1238199"/>
                  </a:lnTo>
                  <a:close/>
                </a:path>
                <a:path w="1238250" h="1238250">
                  <a:moveTo>
                    <a:pt x="676224" y="2717"/>
                  </a:moveTo>
                  <a:lnTo>
                    <a:pt x="649541" y="749"/>
                  </a:lnTo>
                  <a:lnTo>
                    <a:pt x="619125" y="0"/>
                  </a:lnTo>
                  <a:lnTo>
                    <a:pt x="614718" y="0"/>
                  </a:lnTo>
                  <a:lnTo>
                    <a:pt x="614781" y="19050"/>
                  </a:lnTo>
                  <a:lnTo>
                    <a:pt x="619125" y="19050"/>
                  </a:lnTo>
                  <a:lnTo>
                    <a:pt x="648614" y="19773"/>
                  </a:lnTo>
                  <a:lnTo>
                    <a:pt x="674471" y="21678"/>
                  </a:lnTo>
                  <a:lnTo>
                    <a:pt x="676224" y="2717"/>
                  </a:lnTo>
                  <a:close/>
                </a:path>
                <a:path w="1238250" h="1238250">
                  <a:moveTo>
                    <a:pt x="717702" y="1230210"/>
                  </a:moveTo>
                  <a:lnTo>
                    <a:pt x="714667" y="1211414"/>
                  </a:lnTo>
                  <a:lnTo>
                    <a:pt x="707148" y="1212723"/>
                  </a:lnTo>
                  <a:lnTo>
                    <a:pt x="677951" y="1216329"/>
                  </a:lnTo>
                  <a:lnTo>
                    <a:pt x="658266" y="1217777"/>
                  </a:lnTo>
                  <a:lnTo>
                    <a:pt x="658355" y="1219200"/>
                  </a:lnTo>
                  <a:lnTo>
                    <a:pt x="659498" y="1236776"/>
                  </a:lnTo>
                  <a:lnTo>
                    <a:pt x="679818" y="1235278"/>
                  </a:lnTo>
                  <a:lnTo>
                    <a:pt x="709942" y="1231569"/>
                  </a:lnTo>
                  <a:lnTo>
                    <a:pt x="717702" y="1230210"/>
                  </a:lnTo>
                  <a:close/>
                </a:path>
                <a:path w="1238250" h="1238250">
                  <a:moveTo>
                    <a:pt x="772071" y="19253"/>
                  </a:moveTo>
                  <a:lnTo>
                    <a:pt x="769607" y="18567"/>
                  </a:lnTo>
                  <a:lnTo>
                    <a:pt x="739914" y="11899"/>
                  </a:lnTo>
                  <a:lnTo>
                    <a:pt x="715391" y="7645"/>
                  </a:lnTo>
                  <a:lnTo>
                    <a:pt x="712419" y="26454"/>
                  </a:lnTo>
                  <a:lnTo>
                    <a:pt x="736193" y="30581"/>
                  </a:lnTo>
                  <a:lnTo>
                    <a:pt x="764971" y="37045"/>
                  </a:lnTo>
                  <a:lnTo>
                    <a:pt x="767359" y="37706"/>
                  </a:lnTo>
                  <a:lnTo>
                    <a:pt x="772071" y="19253"/>
                  </a:lnTo>
                  <a:close/>
                </a:path>
                <a:path w="1238250" h="1238250">
                  <a:moveTo>
                    <a:pt x="811733" y="1207350"/>
                  </a:moveTo>
                  <a:lnTo>
                    <a:pt x="805815" y="1189253"/>
                  </a:lnTo>
                  <a:lnTo>
                    <a:pt x="793330" y="1193368"/>
                  </a:lnTo>
                  <a:lnTo>
                    <a:pt x="764971" y="1201216"/>
                  </a:lnTo>
                  <a:lnTo>
                    <a:pt x="751636" y="1204214"/>
                  </a:lnTo>
                  <a:lnTo>
                    <a:pt x="755853" y="1222781"/>
                  </a:lnTo>
                  <a:lnTo>
                    <a:pt x="769607" y="1219695"/>
                  </a:lnTo>
                  <a:lnTo>
                    <a:pt x="798855" y="1211605"/>
                  </a:lnTo>
                  <a:lnTo>
                    <a:pt x="811733" y="1207350"/>
                  </a:lnTo>
                  <a:close/>
                </a:path>
                <a:path w="1238250" h="1238250">
                  <a:moveTo>
                    <a:pt x="864273" y="50774"/>
                  </a:moveTo>
                  <a:lnTo>
                    <a:pt x="856056" y="47129"/>
                  </a:lnTo>
                  <a:lnTo>
                    <a:pt x="827671" y="36182"/>
                  </a:lnTo>
                  <a:lnTo>
                    <a:pt x="809536" y="30187"/>
                  </a:lnTo>
                  <a:lnTo>
                    <a:pt x="803681" y="48310"/>
                  </a:lnTo>
                  <a:lnTo>
                    <a:pt x="821258" y="54114"/>
                  </a:lnTo>
                  <a:lnTo>
                    <a:pt x="848766" y="64731"/>
                  </a:lnTo>
                  <a:lnTo>
                    <a:pt x="856729" y="68262"/>
                  </a:lnTo>
                  <a:lnTo>
                    <a:pt x="864273" y="50774"/>
                  </a:lnTo>
                  <a:close/>
                </a:path>
                <a:path w="1238250" h="1238250">
                  <a:moveTo>
                    <a:pt x="901407" y="1169974"/>
                  </a:moveTo>
                  <a:lnTo>
                    <a:pt x="892721" y="1153033"/>
                  </a:lnTo>
                  <a:lnTo>
                    <a:pt x="875728" y="1161580"/>
                  </a:lnTo>
                  <a:lnTo>
                    <a:pt x="848766" y="1173530"/>
                  </a:lnTo>
                  <a:lnTo>
                    <a:pt x="841870" y="1176185"/>
                  </a:lnTo>
                  <a:lnTo>
                    <a:pt x="848944" y="1193876"/>
                  </a:lnTo>
                  <a:lnTo>
                    <a:pt x="856056" y="1191133"/>
                  </a:lnTo>
                  <a:lnTo>
                    <a:pt x="883881" y="1178801"/>
                  </a:lnTo>
                  <a:lnTo>
                    <a:pt x="901407" y="1169974"/>
                  </a:lnTo>
                  <a:close/>
                </a:path>
                <a:path w="1238250" h="1238250">
                  <a:moveTo>
                    <a:pt x="950188" y="96164"/>
                  </a:moveTo>
                  <a:lnTo>
                    <a:pt x="937399" y="88061"/>
                  </a:lnTo>
                  <a:lnTo>
                    <a:pt x="910983" y="73101"/>
                  </a:lnTo>
                  <a:lnTo>
                    <a:pt x="899363" y="67246"/>
                  </a:lnTo>
                  <a:lnTo>
                    <a:pt x="890739" y="84239"/>
                  </a:lnTo>
                  <a:lnTo>
                    <a:pt x="902004" y="89903"/>
                  </a:lnTo>
                  <a:lnTo>
                    <a:pt x="927608" y="104406"/>
                  </a:lnTo>
                  <a:lnTo>
                    <a:pt x="940003" y="112255"/>
                  </a:lnTo>
                  <a:lnTo>
                    <a:pt x="950188" y="96164"/>
                  </a:lnTo>
                  <a:close/>
                </a:path>
                <a:path w="1238250" h="1238250">
                  <a:moveTo>
                    <a:pt x="984338" y="1118958"/>
                  </a:moveTo>
                  <a:lnTo>
                    <a:pt x="973112" y="1103579"/>
                  </a:lnTo>
                  <a:lnTo>
                    <a:pt x="952512" y="1118069"/>
                  </a:lnTo>
                  <a:lnTo>
                    <a:pt x="927608" y="1133856"/>
                  </a:lnTo>
                  <a:lnTo>
                    <a:pt x="926020" y="1134757"/>
                  </a:lnTo>
                  <a:lnTo>
                    <a:pt x="935761" y="1151128"/>
                  </a:lnTo>
                  <a:lnTo>
                    <a:pt x="937399" y="1150200"/>
                  </a:lnTo>
                  <a:lnTo>
                    <a:pt x="963180" y="1133856"/>
                  </a:lnTo>
                  <a:lnTo>
                    <a:pt x="984338" y="1118958"/>
                  </a:lnTo>
                  <a:close/>
                </a:path>
                <a:path w="1238250" h="1238250">
                  <a:moveTo>
                    <a:pt x="1027861" y="154305"/>
                  </a:moveTo>
                  <a:lnTo>
                    <a:pt x="1011910" y="140538"/>
                  </a:lnTo>
                  <a:lnTo>
                    <a:pt x="987971" y="121869"/>
                  </a:lnTo>
                  <a:lnTo>
                    <a:pt x="982472" y="117983"/>
                  </a:lnTo>
                  <a:lnTo>
                    <a:pt x="971283" y="133400"/>
                  </a:lnTo>
                  <a:lnTo>
                    <a:pt x="976630" y="137160"/>
                  </a:lnTo>
                  <a:lnTo>
                    <a:pt x="999820" y="155257"/>
                  </a:lnTo>
                  <a:lnTo>
                    <a:pt x="1015276" y="168605"/>
                  </a:lnTo>
                  <a:lnTo>
                    <a:pt x="1027861" y="154305"/>
                  </a:lnTo>
                  <a:close/>
                </a:path>
                <a:path w="1238250" h="1238250">
                  <a:moveTo>
                    <a:pt x="1058113" y="1055662"/>
                  </a:moveTo>
                  <a:lnTo>
                    <a:pt x="1044600" y="1042238"/>
                  </a:lnTo>
                  <a:lnTo>
                    <a:pt x="1043444" y="1043444"/>
                  </a:lnTo>
                  <a:lnTo>
                    <a:pt x="1022096" y="1063790"/>
                  </a:lnTo>
                  <a:lnTo>
                    <a:pt x="1002906" y="1080338"/>
                  </a:lnTo>
                  <a:lnTo>
                    <a:pt x="1015085" y="1094981"/>
                  </a:lnTo>
                  <a:lnTo>
                    <a:pt x="1034884" y="1077899"/>
                  </a:lnTo>
                  <a:lnTo>
                    <a:pt x="1056919" y="1056919"/>
                  </a:lnTo>
                  <a:lnTo>
                    <a:pt x="1058113" y="1055662"/>
                  </a:lnTo>
                  <a:close/>
                </a:path>
                <a:path w="1238250" h="1238250">
                  <a:moveTo>
                    <a:pt x="1095730" y="224053"/>
                  </a:moveTo>
                  <a:lnTo>
                    <a:pt x="1077899" y="203377"/>
                  </a:lnTo>
                  <a:lnTo>
                    <a:pt x="1056919" y="181343"/>
                  </a:lnTo>
                  <a:lnTo>
                    <a:pt x="1056500" y="180949"/>
                  </a:lnTo>
                  <a:lnTo>
                    <a:pt x="1043038" y="194424"/>
                  </a:lnTo>
                  <a:lnTo>
                    <a:pt x="1043444" y="194818"/>
                  </a:lnTo>
                  <a:lnTo>
                    <a:pt x="1063790" y="216166"/>
                  </a:lnTo>
                  <a:lnTo>
                    <a:pt x="1081074" y="236207"/>
                  </a:lnTo>
                  <a:lnTo>
                    <a:pt x="1095730" y="224053"/>
                  </a:lnTo>
                  <a:close/>
                </a:path>
                <a:path w="1238250" h="1238250">
                  <a:moveTo>
                    <a:pt x="1120940" y="981532"/>
                  </a:moveTo>
                  <a:lnTo>
                    <a:pt x="1105496" y="970381"/>
                  </a:lnTo>
                  <a:lnTo>
                    <a:pt x="1101102" y="976630"/>
                  </a:lnTo>
                  <a:lnTo>
                    <a:pt x="1083005" y="999820"/>
                  </a:lnTo>
                  <a:lnTo>
                    <a:pt x="1070394" y="1014437"/>
                  </a:lnTo>
                  <a:lnTo>
                    <a:pt x="1084719" y="1026985"/>
                  </a:lnTo>
                  <a:lnTo>
                    <a:pt x="1097724" y="1011910"/>
                  </a:lnTo>
                  <a:lnTo>
                    <a:pt x="1116393" y="987971"/>
                  </a:lnTo>
                  <a:lnTo>
                    <a:pt x="1120940" y="981532"/>
                  </a:lnTo>
                  <a:close/>
                </a:path>
                <a:path w="1238250" h="1238250">
                  <a:moveTo>
                    <a:pt x="1151699" y="303517"/>
                  </a:moveTo>
                  <a:lnTo>
                    <a:pt x="1150200" y="300863"/>
                  </a:lnTo>
                  <a:lnTo>
                    <a:pt x="1133919" y="275158"/>
                  </a:lnTo>
                  <a:lnTo>
                    <a:pt x="1119619" y="254850"/>
                  </a:lnTo>
                  <a:lnTo>
                    <a:pt x="1104214" y="266065"/>
                  </a:lnTo>
                  <a:lnTo>
                    <a:pt x="1118069" y="285750"/>
                  </a:lnTo>
                  <a:lnTo>
                    <a:pt x="1133856" y="310654"/>
                  </a:lnTo>
                  <a:lnTo>
                    <a:pt x="1135303" y="313220"/>
                  </a:lnTo>
                  <a:lnTo>
                    <a:pt x="1151699" y="303517"/>
                  </a:lnTo>
                  <a:close/>
                </a:path>
                <a:path w="1238250" h="1238250">
                  <a:moveTo>
                    <a:pt x="1171524" y="898334"/>
                  </a:moveTo>
                  <a:lnTo>
                    <a:pt x="1154531" y="889749"/>
                  </a:lnTo>
                  <a:lnTo>
                    <a:pt x="1148359" y="902004"/>
                  </a:lnTo>
                  <a:lnTo>
                    <a:pt x="1133856" y="927608"/>
                  </a:lnTo>
                  <a:lnTo>
                    <a:pt x="1126604" y="939050"/>
                  </a:lnTo>
                  <a:lnTo>
                    <a:pt x="1142720" y="949198"/>
                  </a:lnTo>
                  <a:lnTo>
                    <a:pt x="1150188" y="937399"/>
                  </a:lnTo>
                  <a:lnTo>
                    <a:pt x="1165161" y="910983"/>
                  </a:lnTo>
                  <a:lnTo>
                    <a:pt x="1171524" y="898334"/>
                  </a:lnTo>
                  <a:close/>
                </a:path>
                <a:path w="1238250" h="1238250">
                  <a:moveTo>
                    <a:pt x="1194282" y="390372"/>
                  </a:moveTo>
                  <a:lnTo>
                    <a:pt x="1191133" y="382206"/>
                  </a:lnTo>
                  <a:lnTo>
                    <a:pt x="1178801" y="354380"/>
                  </a:lnTo>
                  <a:lnTo>
                    <a:pt x="1170495" y="337870"/>
                  </a:lnTo>
                  <a:lnTo>
                    <a:pt x="1153528" y="346532"/>
                  </a:lnTo>
                  <a:lnTo>
                    <a:pt x="1161580" y="362534"/>
                  </a:lnTo>
                  <a:lnTo>
                    <a:pt x="1173530" y="389496"/>
                  </a:lnTo>
                  <a:lnTo>
                    <a:pt x="1176578" y="397408"/>
                  </a:lnTo>
                  <a:lnTo>
                    <a:pt x="1194282" y="390372"/>
                  </a:lnTo>
                  <a:close/>
                </a:path>
                <a:path w="1238250" h="1238250">
                  <a:moveTo>
                    <a:pt x="1208443" y="808431"/>
                  </a:moveTo>
                  <a:lnTo>
                    <a:pt x="1190307" y="802614"/>
                  </a:lnTo>
                  <a:lnTo>
                    <a:pt x="1184148" y="821258"/>
                  </a:lnTo>
                  <a:lnTo>
                    <a:pt x="1173530" y="848766"/>
                  </a:lnTo>
                  <a:lnTo>
                    <a:pt x="1170444" y="855726"/>
                  </a:lnTo>
                  <a:lnTo>
                    <a:pt x="1187945" y="863231"/>
                  </a:lnTo>
                  <a:lnTo>
                    <a:pt x="1191133" y="856056"/>
                  </a:lnTo>
                  <a:lnTo>
                    <a:pt x="1202080" y="827671"/>
                  </a:lnTo>
                  <a:lnTo>
                    <a:pt x="1208443" y="808431"/>
                  </a:lnTo>
                  <a:close/>
                </a:path>
                <a:path w="1238250" h="1238250">
                  <a:moveTo>
                    <a:pt x="1223035" y="483514"/>
                  </a:moveTo>
                  <a:lnTo>
                    <a:pt x="1219695" y="468655"/>
                  </a:lnTo>
                  <a:lnTo>
                    <a:pt x="1211605" y="439407"/>
                  </a:lnTo>
                  <a:lnTo>
                    <a:pt x="1207706" y="427621"/>
                  </a:lnTo>
                  <a:lnTo>
                    <a:pt x="1189596" y="433514"/>
                  </a:lnTo>
                  <a:lnTo>
                    <a:pt x="1193368" y="444931"/>
                  </a:lnTo>
                  <a:lnTo>
                    <a:pt x="1201216" y="473290"/>
                  </a:lnTo>
                  <a:lnTo>
                    <a:pt x="1204455" y="487692"/>
                  </a:lnTo>
                  <a:lnTo>
                    <a:pt x="1223035" y="483514"/>
                  </a:lnTo>
                  <a:close/>
                </a:path>
                <a:path w="1238250" h="1238250">
                  <a:moveTo>
                    <a:pt x="1230820" y="714235"/>
                  </a:moveTo>
                  <a:lnTo>
                    <a:pt x="1211999" y="711301"/>
                  </a:lnTo>
                  <a:lnTo>
                    <a:pt x="1207681" y="736206"/>
                  </a:lnTo>
                  <a:lnTo>
                    <a:pt x="1201216" y="764971"/>
                  </a:lnTo>
                  <a:lnTo>
                    <a:pt x="1200848" y="766292"/>
                  </a:lnTo>
                  <a:lnTo>
                    <a:pt x="1219314" y="770966"/>
                  </a:lnTo>
                  <a:lnTo>
                    <a:pt x="1219695" y="769607"/>
                  </a:lnTo>
                  <a:lnTo>
                    <a:pt x="1226362" y="739914"/>
                  </a:lnTo>
                  <a:lnTo>
                    <a:pt x="1230820" y="714235"/>
                  </a:lnTo>
                  <a:close/>
                </a:path>
                <a:path w="1238250" h="1238250">
                  <a:moveTo>
                    <a:pt x="1236865" y="579894"/>
                  </a:moveTo>
                  <a:lnTo>
                    <a:pt x="1235278" y="558444"/>
                  </a:lnTo>
                  <a:lnTo>
                    <a:pt x="1231569" y="528320"/>
                  </a:lnTo>
                  <a:lnTo>
                    <a:pt x="1230414" y="521716"/>
                  </a:lnTo>
                  <a:lnTo>
                    <a:pt x="1211605" y="524713"/>
                  </a:lnTo>
                  <a:lnTo>
                    <a:pt x="1212723" y="531114"/>
                  </a:lnTo>
                  <a:lnTo>
                    <a:pt x="1216317" y="560311"/>
                  </a:lnTo>
                  <a:lnTo>
                    <a:pt x="1217853" y="581101"/>
                  </a:lnTo>
                  <a:lnTo>
                    <a:pt x="1236865" y="579894"/>
                  </a:lnTo>
                  <a:close/>
                </a:path>
                <a:path w="1238250" h="1238250">
                  <a:moveTo>
                    <a:pt x="1238250" y="619125"/>
                  </a:moveTo>
                  <a:lnTo>
                    <a:pt x="1238224" y="618032"/>
                  </a:lnTo>
                  <a:lnTo>
                    <a:pt x="1219174" y="618032"/>
                  </a:lnTo>
                  <a:lnTo>
                    <a:pt x="1219200" y="619125"/>
                  </a:lnTo>
                  <a:lnTo>
                    <a:pt x="1218488" y="648614"/>
                  </a:lnTo>
                  <a:lnTo>
                    <a:pt x="1218412" y="649541"/>
                  </a:lnTo>
                  <a:lnTo>
                    <a:pt x="1216660" y="673366"/>
                  </a:lnTo>
                  <a:lnTo>
                    <a:pt x="1235633" y="675081"/>
                  </a:lnTo>
                  <a:lnTo>
                    <a:pt x="1235760" y="673366"/>
                  </a:lnTo>
                  <a:lnTo>
                    <a:pt x="1237513" y="649541"/>
                  </a:lnTo>
                  <a:lnTo>
                    <a:pt x="1237538" y="648614"/>
                  </a:lnTo>
                  <a:lnTo>
                    <a:pt x="1238250" y="61912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43599" y="2543174"/>
              <a:ext cx="300355" cy="342900"/>
            </a:xfrm>
            <a:custGeom>
              <a:avLst/>
              <a:gdLst/>
              <a:ahLst/>
              <a:cxnLst/>
              <a:rect l="l" t="t" r="r" b="b"/>
              <a:pathLst>
                <a:path w="300354" h="342900">
                  <a:moveTo>
                    <a:pt x="155647" y="171449"/>
                  </a:moveTo>
                  <a:lnTo>
                    <a:pt x="144389" y="171449"/>
                  </a:lnTo>
                  <a:lnTo>
                    <a:pt x="138815" y="170900"/>
                  </a:lnTo>
                  <a:lnTo>
                    <a:pt x="97712" y="153875"/>
                  </a:lnTo>
                  <a:lnTo>
                    <a:pt x="72973" y="123730"/>
                  </a:lnTo>
                  <a:lnTo>
                    <a:pt x="64293" y="91353"/>
                  </a:lnTo>
                  <a:lnTo>
                    <a:pt x="64293" y="80096"/>
                  </a:lnTo>
                  <a:lnTo>
                    <a:pt x="75613" y="42778"/>
                  </a:lnTo>
                  <a:lnTo>
                    <a:pt x="107072" y="11320"/>
                  </a:lnTo>
                  <a:lnTo>
                    <a:pt x="144389" y="0"/>
                  </a:lnTo>
                  <a:lnTo>
                    <a:pt x="155647" y="0"/>
                  </a:lnTo>
                  <a:lnTo>
                    <a:pt x="192964" y="11320"/>
                  </a:lnTo>
                  <a:lnTo>
                    <a:pt x="224423" y="42778"/>
                  </a:lnTo>
                  <a:lnTo>
                    <a:pt x="235743" y="80096"/>
                  </a:lnTo>
                  <a:lnTo>
                    <a:pt x="235743" y="91353"/>
                  </a:lnTo>
                  <a:lnTo>
                    <a:pt x="224423" y="128671"/>
                  </a:lnTo>
                  <a:lnTo>
                    <a:pt x="192964" y="160129"/>
                  </a:lnTo>
                  <a:lnTo>
                    <a:pt x="155647" y="171449"/>
                  </a:lnTo>
                  <a:close/>
                </a:path>
                <a:path w="300354" h="342900">
                  <a:moveTo>
                    <a:pt x="280146" y="342899"/>
                  </a:moveTo>
                  <a:lnTo>
                    <a:pt x="19890" y="342899"/>
                  </a:lnTo>
                  <a:lnTo>
                    <a:pt x="12149" y="341336"/>
                  </a:lnTo>
                  <a:lnTo>
                    <a:pt x="5826" y="337073"/>
                  </a:lnTo>
                  <a:lnTo>
                    <a:pt x="1563" y="330750"/>
                  </a:lnTo>
                  <a:lnTo>
                    <a:pt x="0" y="323009"/>
                  </a:lnTo>
                  <a:lnTo>
                    <a:pt x="9381" y="276520"/>
                  </a:lnTo>
                  <a:lnTo>
                    <a:pt x="34968" y="238564"/>
                  </a:lnTo>
                  <a:lnTo>
                    <a:pt x="72923" y="212978"/>
                  </a:lnTo>
                  <a:lnTo>
                    <a:pt x="119412" y="203596"/>
                  </a:lnTo>
                  <a:lnTo>
                    <a:pt x="180625" y="203596"/>
                  </a:lnTo>
                  <a:lnTo>
                    <a:pt x="227113" y="212978"/>
                  </a:lnTo>
                  <a:lnTo>
                    <a:pt x="265069" y="238564"/>
                  </a:lnTo>
                  <a:lnTo>
                    <a:pt x="290656" y="276520"/>
                  </a:lnTo>
                  <a:lnTo>
                    <a:pt x="300037" y="323009"/>
                  </a:lnTo>
                  <a:lnTo>
                    <a:pt x="298474" y="330750"/>
                  </a:lnTo>
                  <a:lnTo>
                    <a:pt x="294210" y="337073"/>
                  </a:lnTo>
                  <a:lnTo>
                    <a:pt x="287888" y="341336"/>
                  </a:lnTo>
                  <a:lnTo>
                    <a:pt x="280146" y="342899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37411" y="2652572"/>
            <a:ext cx="917575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b="1" spc="-145" dirty="0">
                <a:solidFill>
                  <a:srgbClr val="1A365C"/>
                </a:solidFill>
                <a:latin typeface="Montserrat"/>
                <a:cs typeface="Montserrat"/>
              </a:rPr>
              <a:t>Jane</a:t>
            </a:r>
            <a:r>
              <a:rPr sz="1650" b="1" spc="-40" dirty="0">
                <a:solidFill>
                  <a:srgbClr val="1A365C"/>
                </a:solidFill>
                <a:latin typeface="Montserrat"/>
                <a:cs typeface="Montserrat"/>
              </a:rPr>
              <a:t> </a:t>
            </a:r>
            <a:r>
              <a:rPr sz="1650" b="1" spc="-114" dirty="0">
                <a:solidFill>
                  <a:srgbClr val="1A365C"/>
                </a:solidFill>
                <a:latin typeface="Montserrat"/>
                <a:cs typeface="Montserrat"/>
              </a:rPr>
              <a:t>Doe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9185" y="2967596"/>
            <a:ext cx="2053589" cy="232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400" b="1" spc="-95" dirty="0">
                <a:solidFill>
                  <a:srgbClr val="2A6BB0"/>
                </a:solidFill>
                <a:latin typeface="Montserrat SemiBold"/>
                <a:cs typeface="Montserrat SemiBold"/>
              </a:rPr>
              <a:t>Chief</a:t>
            </a:r>
            <a:r>
              <a:rPr sz="1400" b="1" spc="2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400" b="1" spc="-110" dirty="0">
                <a:solidFill>
                  <a:srgbClr val="2A6BB0"/>
                </a:solidFill>
                <a:latin typeface="Montserrat SemiBold"/>
                <a:cs typeface="Montserrat SemiBold"/>
              </a:rPr>
              <a:t>Technology</a:t>
            </a:r>
            <a:r>
              <a:rPr sz="1400" b="1" spc="3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400" b="1" spc="-50" dirty="0">
                <a:solidFill>
                  <a:srgbClr val="2A6BB0"/>
                </a:solidFill>
                <a:latin typeface="Montserrat SemiBold"/>
                <a:cs typeface="Montserrat SemiBold"/>
              </a:rPr>
              <a:t>Officer</a:t>
            </a:r>
            <a:endParaRPr sz="1400">
              <a:latin typeface="Montserrat SemiBold"/>
              <a:cs typeface="Montserrat SemiBold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10150" y="3962401"/>
            <a:ext cx="904875" cy="257175"/>
          </a:xfrm>
          <a:custGeom>
            <a:avLst/>
            <a:gdLst/>
            <a:ahLst/>
            <a:cxnLst/>
            <a:rect l="l" t="t" r="r" b="b"/>
            <a:pathLst>
              <a:path w="904875" h="257175">
                <a:moveTo>
                  <a:pt x="871826" y="257174"/>
                </a:moveTo>
                <a:lnTo>
                  <a:pt x="33047" y="257174"/>
                </a:lnTo>
                <a:lnTo>
                  <a:pt x="28187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0" y="2190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871826" y="0"/>
                </a:lnTo>
                <a:lnTo>
                  <a:pt x="903907" y="28187"/>
                </a:lnTo>
                <a:lnTo>
                  <a:pt x="904874" y="33047"/>
                </a:lnTo>
                <a:lnTo>
                  <a:pt x="904874" y="224127"/>
                </a:lnTo>
                <a:lnTo>
                  <a:pt x="876686" y="256207"/>
                </a:lnTo>
                <a:lnTo>
                  <a:pt x="871826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72174" y="3962401"/>
            <a:ext cx="504825" cy="257175"/>
          </a:xfrm>
          <a:custGeom>
            <a:avLst/>
            <a:gdLst/>
            <a:ahLst/>
            <a:cxnLst/>
            <a:rect l="l" t="t" r="r" b="b"/>
            <a:pathLst>
              <a:path w="504825" h="257175">
                <a:moveTo>
                  <a:pt x="471776" y="257174"/>
                </a:moveTo>
                <a:lnTo>
                  <a:pt x="33047" y="257174"/>
                </a:lnTo>
                <a:lnTo>
                  <a:pt x="28187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0" y="2190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71776" y="0"/>
                </a:lnTo>
                <a:lnTo>
                  <a:pt x="503858" y="28187"/>
                </a:lnTo>
                <a:lnTo>
                  <a:pt x="504824" y="33047"/>
                </a:lnTo>
                <a:lnTo>
                  <a:pt x="504824" y="224127"/>
                </a:lnTo>
                <a:lnTo>
                  <a:pt x="476637" y="256207"/>
                </a:lnTo>
                <a:lnTo>
                  <a:pt x="471776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34149" y="3962401"/>
            <a:ext cx="647700" cy="257175"/>
          </a:xfrm>
          <a:custGeom>
            <a:avLst/>
            <a:gdLst/>
            <a:ahLst/>
            <a:cxnLst/>
            <a:rect l="l" t="t" r="r" b="b"/>
            <a:pathLst>
              <a:path w="647700" h="257175">
                <a:moveTo>
                  <a:pt x="614652" y="257174"/>
                </a:moveTo>
                <a:lnTo>
                  <a:pt x="33047" y="257174"/>
                </a:lnTo>
                <a:lnTo>
                  <a:pt x="28187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0" y="2190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14652" y="0"/>
                </a:lnTo>
                <a:lnTo>
                  <a:pt x="646733" y="28187"/>
                </a:lnTo>
                <a:lnTo>
                  <a:pt x="647699" y="33047"/>
                </a:lnTo>
                <a:lnTo>
                  <a:pt x="647699" y="224127"/>
                </a:lnTo>
                <a:lnTo>
                  <a:pt x="619512" y="256207"/>
                </a:lnTo>
                <a:lnTo>
                  <a:pt x="614652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352875" y="3290769"/>
            <a:ext cx="3486150" cy="1016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algn="ctr">
              <a:spcBef>
                <a:spcPts val="135"/>
              </a:spcBef>
            </a:pP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Ex-</a:t>
            </a:r>
            <a:r>
              <a:rPr sz="1250" spc="-105" dirty="0">
                <a:solidFill>
                  <a:srgbClr val="4A5467"/>
                </a:solidFill>
                <a:latin typeface="Montserrat"/>
                <a:cs typeface="Montserrat"/>
              </a:rPr>
              <a:t>[Big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35" dirty="0">
                <a:solidFill>
                  <a:srgbClr val="4A5467"/>
                </a:solidFill>
                <a:latin typeface="Montserrat"/>
                <a:cs typeface="Montserrat"/>
              </a:rPr>
              <a:t>Tech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20" dirty="0">
                <a:solidFill>
                  <a:srgbClr val="4A5467"/>
                </a:solidFill>
                <a:latin typeface="Montserrat"/>
                <a:cs typeface="Montserrat"/>
              </a:rPr>
              <a:t>Company],</a:t>
            </a:r>
            <a:r>
              <a:rPr sz="12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5" dirty="0">
                <a:solidFill>
                  <a:srgbClr val="4A5467"/>
                </a:solidFill>
                <a:latin typeface="Montserrat"/>
                <a:cs typeface="Montserrat"/>
              </a:rPr>
              <a:t>led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20" dirty="0">
                <a:solidFill>
                  <a:srgbClr val="4A5467"/>
                </a:solidFill>
                <a:latin typeface="Montserrat"/>
                <a:cs typeface="Montserrat"/>
              </a:rPr>
              <a:t>development</a:t>
            </a:r>
            <a:r>
              <a:rPr sz="12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of </a:t>
            </a:r>
            <a:r>
              <a:rPr sz="1250" spc="-105" dirty="0">
                <a:solidFill>
                  <a:srgbClr val="4A5467"/>
                </a:solidFill>
                <a:latin typeface="Montserrat"/>
                <a:cs typeface="Montserrat"/>
              </a:rPr>
              <a:t>[notable</a:t>
            </a:r>
            <a:r>
              <a:rPr sz="1250" spc="-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0" dirty="0">
                <a:solidFill>
                  <a:srgbClr val="4A5467"/>
                </a:solidFill>
                <a:latin typeface="Montserrat"/>
                <a:cs typeface="Montserrat"/>
              </a:rPr>
              <a:t>product].</a:t>
            </a:r>
            <a:r>
              <a:rPr sz="12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4A5467"/>
                </a:solidFill>
                <a:latin typeface="Montserrat"/>
                <a:cs typeface="Montserrat"/>
              </a:rPr>
              <a:t>Ph.D.</a:t>
            </a:r>
            <a:r>
              <a:rPr sz="12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95" dirty="0">
                <a:solidFill>
                  <a:srgbClr val="4A5467"/>
                </a:solidFill>
                <a:latin typeface="Montserrat"/>
                <a:cs typeface="Montserrat"/>
              </a:rPr>
              <a:t>in</a:t>
            </a:r>
            <a:r>
              <a:rPr sz="1250" spc="-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30" dirty="0">
                <a:solidFill>
                  <a:srgbClr val="4A5467"/>
                </a:solidFill>
                <a:latin typeface="Montserrat"/>
                <a:cs typeface="Montserrat"/>
              </a:rPr>
              <a:t>Computer</a:t>
            </a:r>
            <a:r>
              <a:rPr sz="12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4A5467"/>
                </a:solidFill>
                <a:latin typeface="Montserrat"/>
                <a:cs typeface="Montserrat"/>
              </a:rPr>
              <a:t>Science</a:t>
            </a:r>
            <a:r>
              <a:rPr sz="1250" spc="-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40" dirty="0">
                <a:solidFill>
                  <a:srgbClr val="4A5467"/>
                </a:solidFill>
                <a:latin typeface="Montserrat"/>
                <a:cs typeface="Montserrat"/>
              </a:rPr>
              <a:t>from </a:t>
            </a: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MIT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5" dirty="0">
                <a:solidFill>
                  <a:srgbClr val="4A5467"/>
                </a:solidFill>
                <a:latin typeface="Montserrat"/>
                <a:cs typeface="Montserrat"/>
              </a:rPr>
              <a:t>with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0" dirty="0">
                <a:solidFill>
                  <a:srgbClr val="4A5467"/>
                </a:solidFill>
                <a:latin typeface="Montserrat"/>
                <a:cs typeface="Montserrat"/>
              </a:rPr>
              <a:t>10+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0" dirty="0">
                <a:solidFill>
                  <a:srgbClr val="4A5467"/>
                </a:solidFill>
                <a:latin typeface="Montserrat"/>
                <a:cs typeface="Montserrat"/>
              </a:rPr>
              <a:t>patents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95" dirty="0">
                <a:solidFill>
                  <a:srgbClr val="4A5467"/>
                </a:solidFill>
                <a:latin typeface="Montserrat"/>
                <a:cs typeface="Montserrat"/>
              </a:rPr>
              <a:t>in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5" dirty="0">
                <a:solidFill>
                  <a:srgbClr val="4A5467"/>
                </a:solidFill>
                <a:latin typeface="Montserrat"/>
                <a:cs typeface="Montserrat"/>
              </a:rPr>
              <a:t>[relevant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" dirty="0">
                <a:solidFill>
                  <a:srgbClr val="4A5467"/>
                </a:solidFill>
                <a:latin typeface="Montserrat"/>
                <a:cs typeface="Montserrat"/>
              </a:rPr>
              <a:t>field].</a:t>
            </a:r>
            <a:endParaRPr sz="1250">
              <a:latin typeface="Montserrat"/>
              <a:cs typeface="Montserrat"/>
            </a:endParaRPr>
          </a:p>
          <a:p>
            <a:pPr>
              <a:spcBef>
                <a:spcPts val="555"/>
              </a:spcBef>
            </a:pPr>
            <a:endParaRPr sz="1050">
              <a:latin typeface="Montserrat"/>
              <a:cs typeface="Montserrat"/>
            </a:endParaRPr>
          </a:p>
          <a:p>
            <a:pPr algn="ctr">
              <a:tabLst>
                <a:tab pos="965835" algn="l"/>
                <a:tab pos="1528445" algn="l"/>
              </a:tabLst>
            </a:pPr>
            <a:r>
              <a:rPr sz="1050" spc="-10" dirty="0">
                <a:solidFill>
                  <a:srgbClr val="2A6BB0"/>
                </a:solidFill>
                <a:latin typeface="Montserrat"/>
                <a:cs typeface="Montserrat"/>
              </a:rPr>
              <a:t>Engineering</a:t>
            </a:r>
            <a:r>
              <a:rPr sz="1050" dirty="0">
                <a:solidFill>
                  <a:srgbClr val="2A6BB0"/>
                </a:solidFill>
                <a:latin typeface="Montserrat"/>
                <a:cs typeface="Montserrat"/>
              </a:rPr>
              <a:t>	</a:t>
            </a:r>
            <a:r>
              <a:rPr sz="1050" spc="-20" dirty="0">
                <a:solidFill>
                  <a:srgbClr val="2A6BB0"/>
                </a:solidFill>
                <a:latin typeface="Montserrat"/>
                <a:cs typeface="Montserrat"/>
              </a:rPr>
              <a:t>AI/ML</a:t>
            </a:r>
            <a:r>
              <a:rPr sz="1050" dirty="0">
                <a:solidFill>
                  <a:srgbClr val="2A6BB0"/>
                </a:solidFill>
                <a:latin typeface="Montserrat"/>
                <a:cs typeface="Montserrat"/>
              </a:rPr>
              <a:t>	</a:t>
            </a:r>
            <a:r>
              <a:rPr sz="1050" spc="-10" dirty="0">
                <a:solidFill>
                  <a:srgbClr val="2A6BB0"/>
                </a:solidFill>
                <a:latin typeface="Montserrat"/>
                <a:cs typeface="Montserrat"/>
              </a:rPr>
              <a:t>Product</a:t>
            </a:r>
            <a:endParaRPr sz="1050">
              <a:latin typeface="Montserrat"/>
              <a:cs typeface="Montserra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34474" y="1295400"/>
            <a:ext cx="1238250" cy="1238250"/>
            <a:chOff x="9134474" y="2095499"/>
            <a:chExt cx="1238250" cy="1238250"/>
          </a:xfrm>
        </p:grpSpPr>
        <p:sp>
          <p:nvSpPr>
            <p:cNvPr id="26" name="object 26"/>
            <p:cNvSpPr/>
            <p:nvPr/>
          </p:nvSpPr>
          <p:spPr>
            <a:xfrm>
              <a:off x="9134474" y="2095499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619124" y="1238249"/>
                  </a:moveTo>
                  <a:lnTo>
                    <a:pt x="558438" y="1235275"/>
                  </a:lnTo>
                  <a:lnTo>
                    <a:pt x="498339" y="1226353"/>
                  </a:lnTo>
                  <a:lnTo>
                    <a:pt x="439399" y="1211596"/>
                  </a:lnTo>
                  <a:lnTo>
                    <a:pt x="382195" y="1191121"/>
                  </a:lnTo>
                  <a:lnTo>
                    <a:pt x="327267" y="1165150"/>
                  </a:lnTo>
                  <a:lnTo>
                    <a:pt x="275156" y="1133908"/>
                  </a:lnTo>
                  <a:lnTo>
                    <a:pt x="226350" y="1097720"/>
                  </a:lnTo>
                  <a:lnTo>
                    <a:pt x="181336" y="1056912"/>
                  </a:lnTo>
                  <a:lnTo>
                    <a:pt x="140528" y="1011897"/>
                  </a:lnTo>
                  <a:lnTo>
                    <a:pt x="104339" y="963092"/>
                  </a:lnTo>
                  <a:lnTo>
                    <a:pt x="73097" y="910981"/>
                  </a:lnTo>
                  <a:lnTo>
                    <a:pt x="47126" y="856053"/>
                  </a:lnTo>
                  <a:lnTo>
                    <a:pt x="26651" y="798849"/>
                  </a:lnTo>
                  <a:lnTo>
                    <a:pt x="11895" y="739910"/>
                  </a:lnTo>
                  <a:lnTo>
                    <a:pt x="2973" y="679810"/>
                  </a:lnTo>
                  <a:lnTo>
                    <a:pt x="0" y="619124"/>
                  </a:lnTo>
                  <a:lnTo>
                    <a:pt x="743" y="588708"/>
                  </a:lnTo>
                  <a:lnTo>
                    <a:pt x="6691" y="528316"/>
                  </a:lnTo>
                  <a:lnTo>
                    <a:pt x="18558" y="468653"/>
                  </a:lnTo>
                  <a:lnTo>
                    <a:pt x="36173" y="410581"/>
                  </a:lnTo>
                  <a:lnTo>
                    <a:pt x="59453" y="354379"/>
                  </a:lnTo>
                  <a:lnTo>
                    <a:pt x="88060" y="300860"/>
                  </a:lnTo>
                  <a:lnTo>
                    <a:pt x="121856" y="250280"/>
                  </a:lnTo>
                  <a:lnTo>
                    <a:pt x="160355" y="203370"/>
                  </a:lnTo>
                  <a:lnTo>
                    <a:pt x="203369" y="160355"/>
                  </a:lnTo>
                  <a:lnTo>
                    <a:pt x="250279" y="121857"/>
                  </a:lnTo>
                  <a:lnTo>
                    <a:pt x="300859" y="88061"/>
                  </a:lnTo>
                  <a:lnTo>
                    <a:pt x="354379" y="59454"/>
                  </a:lnTo>
                  <a:lnTo>
                    <a:pt x="410580" y="36175"/>
                  </a:lnTo>
                  <a:lnTo>
                    <a:pt x="468652" y="18559"/>
                  </a:lnTo>
                  <a:lnTo>
                    <a:pt x="528315" y="6691"/>
                  </a:lnTo>
                  <a:lnTo>
                    <a:pt x="588708" y="743"/>
                  </a:lnTo>
                  <a:lnTo>
                    <a:pt x="619124" y="0"/>
                  </a:lnTo>
                  <a:lnTo>
                    <a:pt x="649540" y="743"/>
                  </a:lnTo>
                  <a:lnTo>
                    <a:pt x="709933" y="6691"/>
                  </a:lnTo>
                  <a:lnTo>
                    <a:pt x="769596" y="18559"/>
                  </a:lnTo>
                  <a:lnTo>
                    <a:pt x="827668" y="36175"/>
                  </a:lnTo>
                  <a:lnTo>
                    <a:pt x="883869" y="59454"/>
                  </a:lnTo>
                  <a:lnTo>
                    <a:pt x="937389" y="88061"/>
                  </a:lnTo>
                  <a:lnTo>
                    <a:pt x="987969" y="121857"/>
                  </a:lnTo>
                  <a:lnTo>
                    <a:pt x="1034879" y="160355"/>
                  </a:lnTo>
                  <a:lnTo>
                    <a:pt x="1077894" y="203370"/>
                  </a:lnTo>
                  <a:lnTo>
                    <a:pt x="1116392" y="250280"/>
                  </a:lnTo>
                  <a:lnTo>
                    <a:pt x="1150188" y="300860"/>
                  </a:lnTo>
                  <a:lnTo>
                    <a:pt x="1178794" y="354379"/>
                  </a:lnTo>
                  <a:lnTo>
                    <a:pt x="1202073" y="410581"/>
                  </a:lnTo>
                  <a:lnTo>
                    <a:pt x="1219689" y="468653"/>
                  </a:lnTo>
                  <a:lnTo>
                    <a:pt x="1231558" y="528316"/>
                  </a:lnTo>
                  <a:lnTo>
                    <a:pt x="1237506" y="588708"/>
                  </a:lnTo>
                  <a:lnTo>
                    <a:pt x="1238249" y="619124"/>
                  </a:lnTo>
                  <a:lnTo>
                    <a:pt x="1237506" y="649540"/>
                  </a:lnTo>
                  <a:lnTo>
                    <a:pt x="1231558" y="709933"/>
                  </a:lnTo>
                  <a:lnTo>
                    <a:pt x="1219689" y="769596"/>
                  </a:lnTo>
                  <a:lnTo>
                    <a:pt x="1202073" y="827668"/>
                  </a:lnTo>
                  <a:lnTo>
                    <a:pt x="1178794" y="883869"/>
                  </a:lnTo>
                  <a:lnTo>
                    <a:pt x="1150188" y="937388"/>
                  </a:lnTo>
                  <a:lnTo>
                    <a:pt x="1116391" y="987968"/>
                  </a:lnTo>
                  <a:lnTo>
                    <a:pt x="1077893" y="1034878"/>
                  </a:lnTo>
                  <a:lnTo>
                    <a:pt x="1034879" y="1077893"/>
                  </a:lnTo>
                  <a:lnTo>
                    <a:pt x="987968" y="1116392"/>
                  </a:lnTo>
                  <a:lnTo>
                    <a:pt x="937388" y="1150188"/>
                  </a:lnTo>
                  <a:lnTo>
                    <a:pt x="883869" y="1178794"/>
                  </a:lnTo>
                  <a:lnTo>
                    <a:pt x="827668" y="1202073"/>
                  </a:lnTo>
                  <a:lnTo>
                    <a:pt x="769596" y="1219689"/>
                  </a:lnTo>
                  <a:lnTo>
                    <a:pt x="709933" y="1231558"/>
                  </a:lnTo>
                  <a:lnTo>
                    <a:pt x="649540" y="1237506"/>
                  </a:lnTo>
                  <a:lnTo>
                    <a:pt x="619124" y="1238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34462" y="2095499"/>
              <a:ext cx="1238250" cy="1238250"/>
            </a:xfrm>
            <a:custGeom>
              <a:avLst/>
              <a:gdLst/>
              <a:ahLst/>
              <a:cxnLst/>
              <a:rect l="l" t="t" r="r" b="b"/>
              <a:pathLst>
                <a:path w="1238250" h="1238250">
                  <a:moveTo>
                    <a:pt x="21437" y="567118"/>
                  </a:moveTo>
                  <a:lnTo>
                    <a:pt x="2463" y="565467"/>
                  </a:lnTo>
                  <a:lnTo>
                    <a:pt x="2336" y="567118"/>
                  </a:lnTo>
                  <a:lnTo>
                    <a:pt x="749" y="588721"/>
                  </a:lnTo>
                  <a:lnTo>
                    <a:pt x="723" y="589648"/>
                  </a:lnTo>
                  <a:lnTo>
                    <a:pt x="0" y="619125"/>
                  </a:lnTo>
                  <a:lnTo>
                    <a:pt x="88" y="622388"/>
                  </a:lnTo>
                  <a:lnTo>
                    <a:pt x="19138" y="622388"/>
                  </a:lnTo>
                  <a:lnTo>
                    <a:pt x="19050" y="619125"/>
                  </a:lnTo>
                  <a:lnTo>
                    <a:pt x="19773" y="589648"/>
                  </a:lnTo>
                  <a:lnTo>
                    <a:pt x="19850" y="588721"/>
                  </a:lnTo>
                  <a:lnTo>
                    <a:pt x="21437" y="567118"/>
                  </a:lnTo>
                  <a:close/>
                </a:path>
                <a:path w="1238250" h="1238250">
                  <a:moveTo>
                    <a:pt x="27038" y="715797"/>
                  </a:moveTo>
                  <a:lnTo>
                    <a:pt x="25539" y="707148"/>
                  </a:lnTo>
                  <a:lnTo>
                    <a:pt x="21932" y="677951"/>
                  </a:lnTo>
                  <a:lnTo>
                    <a:pt x="20574" y="659358"/>
                  </a:lnTo>
                  <a:lnTo>
                    <a:pt x="1562" y="660641"/>
                  </a:lnTo>
                  <a:lnTo>
                    <a:pt x="2984" y="679818"/>
                  </a:lnTo>
                  <a:lnTo>
                    <a:pt x="6692" y="709942"/>
                  </a:lnTo>
                  <a:lnTo>
                    <a:pt x="8242" y="718858"/>
                  </a:lnTo>
                  <a:lnTo>
                    <a:pt x="27038" y="715797"/>
                  </a:lnTo>
                  <a:close/>
                </a:path>
                <a:path w="1238250" h="1238250">
                  <a:moveTo>
                    <a:pt x="36855" y="474103"/>
                  </a:moveTo>
                  <a:lnTo>
                    <a:pt x="18376" y="469493"/>
                  </a:lnTo>
                  <a:lnTo>
                    <a:pt x="11899" y="498348"/>
                  </a:lnTo>
                  <a:lnTo>
                    <a:pt x="7035" y="526351"/>
                  </a:lnTo>
                  <a:lnTo>
                    <a:pt x="25869" y="529196"/>
                  </a:lnTo>
                  <a:lnTo>
                    <a:pt x="30581" y="502056"/>
                  </a:lnTo>
                  <a:lnTo>
                    <a:pt x="36855" y="474103"/>
                  </a:lnTo>
                  <a:close/>
                </a:path>
                <a:path w="1238250" h="1238250">
                  <a:moveTo>
                    <a:pt x="49364" y="806881"/>
                  </a:moveTo>
                  <a:lnTo>
                    <a:pt x="44894" y="793330"/>
                  </a:lnTo>
                  <a:lnTo>
                    <a:pt x="37045" y="764971"/>
                  </a:lnTo>
                  <a:lnTo>
                    <a:pt x="34290" y="752716"/>
                  </a:lnTo>
                  <a:lnTo>
                    <a:pt x="15722" y="756958"/>
                  </a:lnTo>
                  <a:lnTo>
                    <a:pt x="18567" y="769607"/>
                  </a:lnTo>
                  <a:lnTo>
                    <a:pt x="26657" y="798855"/>
                  </a:lnTo>
                  <a:lnTo>
                    <a:pt x="31280" y="812838"/>
                  </a:lnTo>
                  <a:lnTo>
                    <a:pt x="49364" y="806881"/>
                  </a:lnTo>
                  <a:close/>
                </a:path>
                <a:path w="1238250" h="1238250">
                  <a:moveTo>
                    <a:pt x="66929" y="384556"/>
                  </a:moveTo>
                  <a:lnTo>
                    <a:pt x="49390" y="377101"/>
                  </a:lnTo>
                  <a:lnTo>
                    <a:pt x="47129" y="382206"/>
                  </a:lnTo>
                  <a:lnTo>
                    <a:pt x="36182" y="410591"/>
                  </a:lnTo>
                  <a:lnTo>
                    <a:pt x="29095" y="432028"/>
                  </a:lnTo>
                  <a:lnTo>
                    <a:pt x="47256" y="437781"/>
                  </a:lnTo>
                  <a:lnTo>
                    <a:pt x="54114" y="417004"/>
                  </a:lnTo>
                  <a:lnTo>
                    <a:pt x="64731" y="389496"/>
                  </a:lnTo>
                  <a:lnTo>
                    <a:pt x="66929" y="384556"/>
                  </a:lnTo>
                  <a:close/>
                </a:path>
                <a:path w="1238250" h="1238250">
                  <a:moveTo>
                    <a:pt x="85737" y="893724"/>
                  </a:moveTo>
                  <a:lnTo>
                    <a:pt x="76682" y="875728"/>
                  </a:lnTo>
                  <a:lnTo>
                    <a:pt x="64731" y="848766"/>
                  </a:lnTo>
                  <a:lnTo>
                    <a:pt x="62471" y="842899"/>
                  </a:lnTo>
                  <a:lnTo>
                    <a:pt x="44792" y="849998"/>
                  </a:lnTo>
                  <a:lnTo>
                    <a:pt x="47129" y="856056"/>
                  </a:lnTo>
                  <a:lnTo>
                    <a:pt x="59461" y="883881"/>
                  </a:lnTo>
                  <a:lnTo>
                    <a:pt x="68795" y="902436"/>
                  </a:lnTo>
                  <a:lnTo>
                    <a:pt x="85737" y="893724"/>
                  </a:lnTo>
                  <a:close/>
                </a:path>
                <a:path w="1238250" h="1238250">
                  <a:moveTo>
                    <a:pt x="110451" y="301117"/>
                  </a:moveTo>
                  <a:lnTo>
                    <a:pt x="94297" y="291020"/>
                  </a:lnTo>
                  <a:lnTo>
                    <a:pt x="88061" y="300863"/>
                  </a:lnTo>
                  <a:lnTo>
                    <a:pt x="73101" y="327279"/>
                  </a:lnTo>
                  <a:lnTo>
                    <a:pt x="65709" y="341972"/>
                  </a:lnTo>
                  <a:lnTo>
                    <a:pt x="82727" y="350507"/>
                  </a:lnTo>
                  <a:lnTo>
                    <a:pt x="89903" y="336257"/>
                  </a:lnTo>
                  <a:lnTo>
                    <a:pt x="104406" y="310654"/>
                  </a:lnTo>
                  <a:lnTo>
                    <a:pt x="110451" y="301117"/>
                  </a:lnTo>
                  <a:close/>
                </a:path>
                <a:path w="1238250" h="1238250">
                  <a:moveTo>
                    <a:pt x="135318" y="974013"/>
                  </a:moveTo>
                  <a:lnTo>
                    <a:pt x="120192" y="952512"/>
                  </a:lnTo>
                  <a:lnTo>
                    <a:pt x="104406" y="927608"/>
                  </a:lnTo>
                  <a:lnTo>
                    <a:pt x="104063" y="926998"/>
                  </a:lnTo>
                  <a:lnTo>
                    <a:pt x="87706" y="936764"/>
                  </a:lnTo>
                  <a:lnTo>
                    <a:pt x="88061" y="937399"/>
                  </a:lnTo>
                  <a:lnTo>
                    <a:pt x="104343" y="963104"/>
                  </a:lnTo>
                  <a:lnTo>
                    <a:pt x="119964" y="985278"/>
                  </a:lnTo>
                  <a:lnTo>
                    <a:pt x="135318" y="974013"/>
                  </a:lnTo>
                  <a:close/>
                </a:path>
                <a:path w="1238250" h="1238250">
                  <a:moveTo>
                    <a:pt x="166420" y="225513"/>
                  </a:moveTo>
                  <a:lnTo>
                    <a:pt x="152044" y="213017"/>
                  </a:lnTo>
                  <a:lnTo>
                    <a:pt x="140538" y="226352"/>
                  </a:lnTo>
                  <a:lnTo>
                    <a:pt x="121856" y="250291"/>
                  </a:lnTo>
                  <a:lnTo>
                    <a:pt x="116001" y="258597"/>
                  </a:lnTo>
                  <a:lnTo>
                    <a:pt x="131483" y="269697"/>
                  </a:lnTo>
                  <a:lnTo>
                    <a:pt x="137160" y="261632"/>
                  </a:lnTo>
                  <a:lnTo>
                    <a:pt x="155257" y="238442"/>
                  </a:lnTo>
                  <a:lnTo>
                    <a:pt x="166420" y="225513"/>
                  </a:lnTo>
                  <a:close/>
                </a:path>
                <a:path w="1238250" h="1238250">
                  <a:moveTo>
                    <a:pt x="196837" y="1045375"/>
                  </a:moveTo>
                  <a:lnTo>
                    <a:pt x="194818" y="1043444"/>
                  </a:lnTo>
                  <a:lnTo>
                    <a:pt x="174472" y="1022096"/>
                  </a:lnTo>
                  <a:lnTo>
                    <a:pt x="158648" y="1003744"/>
                  </a:lnTo>
                  <a:lnTo>
                    <a:pt x="144030" y="1015949"/>
                  </a:lnTo>
                  <a:lnTo>
                    <a:pt x="160362" y="1034884"/>
                  </a:lnTo>
                  <a:lnTo>
                    <a:pt x="181343" y="1056919"/>
                  </a:lnTo>
                  <a:lnTo>
                    <a:pt x="183426" y="1058913"/>
                  </a:lnTo>
                  <a:lnTo>
                    <a:pt x="196837" y="1045375"/>
                  </a:lnTo>
                  <a:close/>
                </a:path>
                <a:path w="1238250" h="1238250">
                  <a:moveTo>
                    <a:pt x="233667" y="159372"/>
                  </a:moveTo>
                  <a:lnTo>
                    <a:pt x="221437" y="144780"/>
                  </a:lnTo>
                  <a:lnTo>
                    <a:pt x="203377" y="160362"/>
                  </a:lnTo>
                  <a:lnTo>
                    <a:pt x="181343" y="181343"/>
                  </a:lnTo>
                  <a:lnTo>
                    <a:pt x="178562" y="184264"/>
                  </a:lnTo>
                  <a:lnTo>
                    <a:pt x="192112" y="197650"/>
                  </a:lnTo>
                  <a:lnTo>
                    <a:pt x="194818" y="194818"/>
                  </a:lnTo>
                  <a:lnTo>
                    <a:pt x="216166" y="174472"/>
                  </a:lnTo>
                  <a:lnTo>
                    <a:pt x="233667" y="159372"/>
                  </a:lnTo>
                  <a:close/>
                </a:path>
                <a:path w="1238250" h="1238250">
                  <a:moveTo>
                    <a:pt x="268782" y="1106131"/>
                  </a:moveTo>
                  <a:lnTo>
                    <a:pt x="261632" y="1101102"/>
                  </a:lnTo>
                  <a:lnTo>
                    <a:pt x="238442" y="1083005"/>
                  </a:lnTo>
                  <a:lnTo>
                    <a:pt x="224675" y="1071118"/>
                  </a:lnTo>
                  <a:lnTo>
                    <a:pt x="212140" y="1085469"/>
                  </a:lnTo>
                  <a:lnTo>
                    <a:pt x="226352" y="1097724"/>
                  </a:lnTo>
                  <a:lnTo>
                    <a:pt x="250291" y="1116393"/>
                  </a:lnTo>
                  <a:lnTo>
                    <a:pt x="257670" y="1121600"/>
                  </a:lnTo>
                  <a:lnTo>
                    <a:pt x="268782" y="1106131"/>
                  </a:lnTo>
                  <a:close/>
                </a:path>
                <a:path w="1238250" h="1238250">
                  <a:moveTo>
                    <a:pt x="310299" y="104635"/>
                  </a:moveTo>
                  <a:lnTo>
                    <a:pt x="300494" y="88303"/>
                  </a:lnTo>
                  <a:lnTo>
                    <a:pt x="275158" y="104343"/>
                  </a:lnTo>
                  <a:lnTo>
                    <a:pt x="252044" y="120624"/>
                  </a:lnTo>
                  <a:lnTo>
                    <a:pt x="263334" y="135966"/>
                  </a:lnTo>
                  <a:lnTo>
                    <a:pt x="285750" y="120192"/>
                  </a:lnTo>
                  <a:lnTo>
                    <a:pt x="310299" y="104635"/>
                  </a:lnTo>
                  <a:close/>
                </a:path>
                <a:path w="1238250" h="1238250">
                  <a:moveTo>
                    <a:pt x="349516" y="1155026"/>
                  </a:moveTo>
                  <a:lnTo>
                    <a:pt x="336257" y="1148359"/>
                  </a:lnTo>
                  <a:lnTo>
                    <a:pt x="310654" y="1133856"/>
                  </a:lnTo>
                  <a:lnTo>
                    <a:pt x="300164" y="1127201"/>
                  </a:lnTo>
                  <a:lnTo>
                    <a:pt x="290042" y="1143342"/>
                  </a:lnTo>
                  <a:lnTo>
                    <a:pt x="300863" y="1150200"/>
                  </a:lnTo>
                  <a:lnTo>
                    <a:pt x="327279" y="1165161"/>
                  </a:lnTo>
                  <a:lnTo>
                    <a:pt x="340956" y="1172044"/>
                  </a:lnTo>
                  <a:lnTo>
                    <a:pt x="349516" y="1155026"/>
                  </a:lnTo>
                  <a:close/>
                </a:path>
                <a:path w="1238250" h="1238250">
                  <a:moveTo>
                    <a:pt x="394347" y="62865"/>
                  </a:moveTo>
                  <a:lnTo>
                    <a:pt x="387210" y="45199"/>
                  </a:lnTo>
                  <a:lnTo>
                    <a:pt x="382206" y="47129"/>
                  </a:lnTo>
                  <a:lnTo>
                    <a:pt x="354380" y="59461"/>
                  </a:lnTo>
                  <a:lnTo>
                    <a:pt x="334797" y="69316"/>
                  </a:lnTo>
                  <a:lnTo>
                    <a:pt x="343547" y="86233"/>
                  </a:lnTo>
                  <a:lnTo>
                    <a:pt x="362534" y="76682"/>
                  </a:lnTo>
                  <a:lnTo>
                    <a:pt x="389496" y="64731"/>
                  </a:lnTo>
                  <a:lnTo>
                    <a:pt x="394347" y="62865"/>
                  </a:lnTo>
                  <a:close/>
                </a:path>
                <a:path w="1238250" h="1238250">
                  <a:moveTo>
                    <a:pt x="436714" y="1190663"/>
                  </a:moveTo>
                  <a:lnTo>
                    <a:pt x="417004" y="1184148"/>
                  </a:lnTo>
                  <a:lnTo>
                    <a:pt x="389496" y="1173530"/>
                  </a:lnTo>
                  <a:lnTo>
                    <a:pt x="383540" y="1170889"/>
                  </a:lnTo>
                  <a:lnTo>
                    <a:pt x="376059" y="1188402"/>
                  </a:lnTo>
                  <a:lnTo>
                    <a:pt x="382206" y="1191133"/>
                  </a:lnTo>
                  <a:lnTo>
                    <a:pt x="410591" y="1202080"/>
                  </a:lnTo>
                  <a:lnTo>
                    <a:pt x="430923" y="1208798"/>
                  </a:lnTo>
                  <a:lnTo>
                    <a:pt x="436714" y="1190663"/>
                  </a:lnTo>
                  <a:close/>
                </a:path>
                <a:path w="1238250" h="1238250">
                  <a:moveTo>
                    <a:pt x="484479" y="34531"/>
                  </a:moveTo>
                  <a:lnTo>
                    <a:pt x="480199" y="15976"/>
                  </a:lnTo>
                  <a:lnTo>
                    <a:pt x="468655" y="18567"/>
                  </a:lnTo>
                  <a:lnTo>
                    <a:pt x="439407" y="26657"/>
                  </a:lnTo>
                  <a:lnTo>
                    <a:pt x="424319" y="31648"/>
                  </a:lnTo>
                  <a:lnTo>
                    <a:pt x="430314" y="49720"/>
                  </a:lnTo>
                  <a:lnTo>
                    <a:pt x="444931" y="44894"/>
                  </a:lnTo>
                  <a:lnTo>
                    <a:pt x="473290" y="37045"/>
                  </a:lnTo>
                  <a:lnTo>
                    <a:pt x="484479" y="34531"/>
                  </a:lnTo>
                  <a:close/>
                </a:path>
                <a:path w="1238250" h="1238250">
                  <a:moveTo>
                    <a:pt x="528078" y="1212189"/>
                  </a:moveTo>
                  <a:lnTo>
                    <a:pt x="502056" y="1207681"/>
                  </a:lnTo>
                  <a:lnTo>
                    <a:pt x="473024" y="1201140"/>
                  </a:lnTo>
                  <a:lnTo>
                    <a:pt x="468388" y="1219619"/>
                  </a:lnTo>
                  <a:lnTo>
                    <a:pt x="498348" y="1226362"/>
                  </a:lnTo>
                  <a:lnTo>
                    <a:pt x="525183" y="1231023"/>
                  </a:lnTo>
                  <a:lnTo>
                    <a:pt x="528078" y="1212189"/>
                  </a:lnTo>
                  <a:close/>
                </a:path>
                <a:path w="1238250" h="1238250">
                  <a:moveTo>
                    <a:pt x="577799" y="20650"/>
                  </a:moveTo>
                  <a:lnTo>
                    <a:pt x="576478" y="1651"/>
                  </a:lnTo>
                  <a:lnTo>
                    <a:pt x="558444" y="2984"/>
                  </a:lnTo>
                  <a:lnTo>
                    <a:pt x="528320" y="6692"/>
                  </a:lnTo>
                  <a:lnTo>
                    <a:pt x="518236" y="8445"/>
                  </a:lnTo>
                  <a:lnTo>
                    <a:pt x="521347" y="27241"/>
                  </a:lnTo>
                  <a:lnTo>
                    <a:pt x="531114" y="25539"/>
                  </a:lnTo>
                  <a:lnTo>
                    <a:pt x="560311" y="21932"/>
                  </a:lnTo>
                  <a:lnTo>
                    <a:pt x="577799" y="20650"/>
                  </a:lnTo>
                  <a:close/>
                </a:path>
                <a:path w="1238250" h="1238250">
                  <a:moveTo>
                    <a:pt x="621334" y="1238199"/>
                  </a:moveTo>
                  <a:lnTo>
                    <a:pt x="621296" y="1219200"/>
                  </a:lnTo>
                  <a:lnTo>
                    <a:pt x="619125" y="1219200"/>
                  </a:lnTo>
                  <a:lnTo>
                    <a:pt x="589648" y="1218488"/>
                  </a:lnTo>
                  <a:lnTo>
                    <a:pt x="566013" y="1216748"/>
                  </a:lnTo>
                  <a:lnTo>
                    <a:pt x="564324" y="1235710"/>
                  </a:lnTo>
                  <a:lnTo>
                    <a:pt x="588708" y="1237513"/>
                  </a:lnTo>
                  <a:lnTo>
                    <a:pt x="616927" y="1238199"/>
                  </a:lnTo>
                  <a:lnTo>
                    <a:pt x="621334" y="1238199"/>
                  </a:lnTo>
                  <a:close/>
                </a:path>
                <a:path w="1238250" h="1238250">
                  <a:moveTo>
                    <a:pt x="676224" y="2717"/>
                  </a:moveTo>
                  <a:lnTo>
                    <a:pt x="649541" y="749"/>
                  </a:lnTo>
                  <a:lnTo>
                    <a:pt x="619125" y="0"/>
                  </a:lnTo>
                  <a:lnTo>
                    <a:pt x="614718" y="0"/>
                  </a:lnTo>
                  <a:lnTo>
                    <a:pt x="614781" y="19050"/>
                  </a:lnTo>
                  <a:lnTo>
                    <a:pt x="619125" y="19050"/>
                  </a:lnTo>
                  <a:lnTo>
                    <a:pt x="648614" y="19773"/>
                  </a:lnTo>
                  <a:lnTo>
                    <a:pt x="674471" y="21678"/>
                  </a:lnTo>
                  <a:lnTo>
                    <a:pt x="676224" y="2717"/>
                  </a:lnTo>
                  <a:close/>
                </a:path>
                <a:path w="1238250" h="1238250">
                  <a:moveTo>
                    <a:pt x="717702" y="1230210"/>
                  </a:moveTo>
                  <a:lnTo>
                    <a:pt x="714667" y="1211414"/>
                  </a:lnTo>
                  <a:lnTo>
                    <a:pt x="707148" y="1212723"/>
                  </a:lnTo>
                  <a:lnTo>
                    <a:pt x="677951" y="1216329"/>
                  </a:lnTo>
                  <a:lnTo>
                    <a:pt x="658266" y="1217777"/>
                  </a:lnTo>
                  <a:lnTo>
                    <a:pt x="658355" y="1219200"/>
                  </a:lnTo>
                  <a:lnTo>
                    <a:pt x="659511" y="1236776"/>
                  </a:lnTo>
                  <a:lnTo>
                    <a:pt x="679818" y="1235278"/>
                  </a:lnTo>
                  <a:lnTo>
                    <a:pt x="709942" y="1231569"/>
                  </a:lnTo>
                  <a:lnTo>
                    <a:pt x="717702" y="1230210"/>
                  </a:lnTo>
                  <a:close/>
                </a:path>
                <a:path w="1238250" h="1238250">
                  <a:moveTo>
                    <a:pt x="772071" y="19253"/>
                  </a:moveTo>
                  <a:lnTo>
                    <a:pt x="769607" y="18567"/>
                  </a:lnTo>
                  <a:lnTo>
                    <a:pt x="739914" y="11899"/>
                  </a:lnTo>
                  <a:lnTo>
                    <a:pt x="715391" y="7645"/>
                  </a:lnTo>
                  <a:lnTo>
                    <a:pt x="712419" y="26454"/>
                  </a:lnTo>
                  <a:lnTo>
                    <a:pt x="736193" y="30581"/>
                  </a:lnTo>
                  <a:lnTo>
                    <a:pt x="764971" y="37045"/>
                  </a:lnTo>
                  <a:lnTo>
                    <a:pt x="767359" y="37706"/>
                  </a:lnTo>
                  <a:lnTo>
                    <a:pt x="772071" y="19253"/>
                  </a:lnTo>
                  <a:close/>
                </a:path>
                <a:path w="1238250" h="1238250">
                  <a:moveTo>
                    <a:pt x="811733" y="1207350"/>
                  </a:moveTo>
                  <a:lnTo>
                    <a:pt x="805815" y="1189253"/>
                  </a:lnTo>
                  <a:lnTo>
                    <a:pt x="793330" y="1193368"/>
                  </a:lnTo>
                  <a:lnTo>
                    <a:pt x="764971" y="1201216"/>
                  </a:lnTo>
                  <a:lnTo>
                    <a:pt x="751636" y="1204214"/>
                  </a:lnTo>
                  <a:lnTo>
                    <a:pt x="755853" y="1222781"/>
                  </a:lnTo>
                  <a:lnTo>
                    <a:pt x="769607" y="1219695"/>
                  </a:lnTo>
                  <a:lnTo>
                    <a:pt x="798855" y="1211605"/>
                  </a:lnTo>
                  <a:lnTo>
                    <a:pt x="811733" y="1207350"/>
                  </a:lnTo>
                  <a:close/>
                </a:path>
                <a:path w="1238250" h="1238250">
                  <a:moveTo>
                    <a:pt x="864273" y="50774"/>
                  </a:moveTo>
                  <a:lnTo>
                    <a:pt x="856056" y="47129"/>
                  </a:lnTo>
                  <a:lnTo>
                    <a:pt x="827671" y="36182"/>
                  </a:lnTo>
                  <a:lnTo>
                    <a:pt x="809536" y="30187"/>
                  </a:lnTo>
                  <a:lnTo>
                    <a:pt x="803668" y="48310"/>
                  </a:lnTo>
                  <a:lnTo>
                    <a:pt x="821258" y="54114"/>
                  </a:lnTo>
                  <a:lnTo>
                    <a:pt x="848766" y="64731"/>
                  </a:lnTo>
                  <a:lnTo>
                    <a:pt x="856729" y="68262"/>
                  </a:lnTo>
                  <a:lnTo>
                    <a:pt x="864273" y="50774"/>
                  </a:lnTo>
                  <a:close/>
                </a:path>
                <a:path w="1238250" h="1238250">
                  <a:moveTo>
                    <a:pt x="901407" y="1169974"/>
                  </a:moveTo>
                  <a:lnTo>
                    <a:pt x="892721" y="1153033"/>
                  </a:lnTo>
                  <a:lnTo>
                    <a:pt x="875728" y="1161580"/>
                  </a:lnTo>
                  <a:lnTo>
                    <a:pt x="848766" y="1173530"/>
                  </a:lnTo>
                  <a:lnTo>
                    <a:pt x="841870" y="1176185"/>
                  </a:lnTo>
                  <a:lnTo>
                    <a:pt x="848944" y="1193876"/>
                  </a:lnTo>
                  <a:lnTo>
                    <a:pt x="856056" y="1191133"/>
                  </a:lnTo>
                  <a:lnTo>
                    <a:pt x="883881" y="1178801"/>
                  </a:lnTo>
                  <a:lnTo>
                    <a:pt x="901407" y="1169974"/>
                  </a:lnTo>
                  <a:close/>
                </a:path>
                <a:path w="1238250" h="1238250">
                  <a:moveTo>
                    <a:pt x="950188" y="96164"/>
                  </a:moveTo>
                  <a:lnTo>
                    <a:pt x="937399" y="88061"/>
                  </a:lnTo>
                  <a:lnTo>
                    <a:pt x="910983" y="73101"/>
                  </a:lnTo>
                  <a:lnTo>
                    <a:pt x="899363" y="67259"/>
                  </a:lnTo>
                  <a:lnTo>
                    <a:pt x="890739" y="84239"/>
                  </a:lnTo>
                  <a:lnTo>
                    <a:pt x="902004" y="89903"/>
                  </a:lnTo>
                  <a:lnTo>
                    <a:pt x="927608" y="104406"/>
                  </a:lnTo>
                  <a:lnTo>
                    <a:pt x="940003" y="112255"/>
                  </a:lnTo>
                  <a:lnTo>
                    <a:pt x="950188" y="96164"/>
                  </a:lnTo>
                  <a:close/>
                </a:path>
                <a:path w="1238250" h="1238250">
                  <a:moveTo>
                    <a:pt x="984338" y="1118958"/>
                  </a:moveTo>
                  <a:lnTo>
                    <a:pt x="973099" y="1103579"/>
                  </a:lnTo>
                  <a:lnTo>
                    <a:pt x="952512" y="1118069"/>
                  </a:lnTo>
                  <a:lnTo>
                    <a:pt x="927608" y="1133856"/>
                  </a:lnTo>
                  <a:lnTo>
                    <a:pt x="926020" y="1134757"/>
                  </a:lnTo>
                  <a:lnTo>
                    <a:pt x="935761" y="1151128"/>
                  </a:lnTo>
                  <a:lnTo>
                    <a:pt x="937399" y="1150200"/>
                  </a:lnTo>
                  <a:lnTo>
                    <a:pt x="963180" y="1133856"/>
                  </a:lnTo>
                  <a:lnTo>
                    <a:pt x="984338" y="1118958"/>
                  </a:lnTo>
                  <a:close/>
                </a:path>
                <a:path w="1238250" h="1238250">
                  <a:moveTo>
                    <a:pt x="1027861" y="154305"/>
                  </a:moveTo>
                  <a:lnTo>
                    <a:pt x="1011897" y="140538"/>
                  </a:lnTo>
                  <a:lnTo>
                    <a:pt x="987971" y="121869"/>
                  </a:lnTo>
                  <a:lnTo>
                    <a:pt x="982472" y="117983"/>
                  </a:lnTo>
                  <a:lnTo>
                    <a:pt x="971283" y="133400"/>
                  </a:lnTo>
                  <a:lnTo>
                    <a:pt x="976630" y="137160"/>
                  </a:lnTo>
                  <a:lnTo>
                    <a:pt x="999820" y="155257"/>
                  </a:lnTo>
                  <a:lnTo>
                    <a:pt x="1015276" y="168605"/>
                  </a:lnTo>
                  <a:lnTo>
                    <a:pt x="1027861" y="154305"/>
                  </a:lnTo>
                  <a:close/>
                </a:path>
                <a:path w="1238250" h="1238250">
                  <a:moveTo>
                    <a:pt x="1058113" y="1055662"/>
                  </a:moveTo>
                  <a:lnTo>
                    <a:pt x="1044600" y="1042238"/>
                  </a:lnTo>
                  <a:lnTo>
                    <a:pt x="1043444" y="1043444"/>
                  </a:lnTo>
                  <a:lnTo>
                    <a:pt x="1022096" y="1063790"/>
                  </a:lnTo>
                  <a:lnTo>
                    <a:pt x="1002906" y="1080338"/>
                  </a:lnTo>
                  <a:lnTo>
                    <a:pt x="1015085" y="1094981"/>
                  </a:lnTo>
                  <a:lnTo>
                    <a:pt x="1034884" y="1077899"/>
                  </a:lnTo>
                  <a:lnTo>
                    <a:pt x="1056919" y="1056919"/>
                  </a:lnTo>
                  <a:lnTo>
                    <a:pt x="1058113" y="1055662"/>
                  </a:lnTo>
                  <a:close/>
                </a:path>
                <a:path w="1238250" h="1238250">
                  <a:moveTo>
                    <a:pt x="1095730" y="224053"/>
                  </a:moveTo>
                  <a:lnTo>
                    <a:pt x="1077899" y="203377"/>
                  </a:lnTo>
                  <a:lnTo>
                    <a:pt x="1056919" y="181343"/>
                  </a:lnTo>
                  <a:lnTo>
                    <a:pt x="1056500" y="180949"/>
                  </a:lnTo>
                  <a:lnTo>
                    <a:pt x="1043038" y="194424"/>
                  </a:lnTo>
                  <a:lnTo>
                    <a:pt x="1043444" y="194818"/>
                  </a:lnTo>
                  <a:lnTo>
                    <a:pt x="1063790" y="216166"/>
                  </a:lnTo>
                  <a:lnTo>
                    <a:pt x="1081074" y="236207"/>
                  </a:lnTo>
                  <a:lnTo>
                    <a:pt x="1095730" y="224053"/>
                  </a:lnTo>
                  <a:close/>
                </a:path>
                <a:path w="1238250" h="1238250">
                  <a:moveTo>
                    <a:pt x="1120940" y="981532"/>
                  </a:moveTo>
                  <a:lnTo>
                    <a:pt x="1105496" y="970381"/>
                  </a:lnTo>
                  <a:lnTo>
                    <a:pt x="1101102" y="976630"/>
                  </a:lnTo>
                  <a:lnTo>
                    <a:pt x="1083005" y="999820"/>
                  </a:lnTo>
                  <a:lnTo>
                    <a:pt x="1070394" y="1014437"/>
                  </a:lnTo>
                  <a:lnTo>
                    <a:pt x="1084719" y="1026985"/>
                  </a:lnTo>
                  <a:lnTo>
                    <a:pt x="1097724" y="1011910"/>
                  </a:lnTo>
                  <a:lnTo>
                    <a:pt x="1116393" y="987971"/>
                  </a:lnTo>
                  <a:lnTo>
                    <a:pt x="1120940" y="981532"/>
                  </a:lnTo>
                  <a:close/>
                </a:path>
                <a:path w="1238250" h="1238250">
                  <a:moveTo>
                    <a:pt x="1151699" y="303517"/>
                  </a:moveTo>
                  <a:lnTo>
                    <a:pt x="1150188" y="300863"/>
                  </a:lnTo>
                  <a:lnTo>
                    <a:pt x="1133919" y="275158"/>
                  </a:lnTo>
                  <a:lnTo>
                    <a:pt x="1119619" y="254850"/>
                  </a:lnTo>
                  <a:lnTo>
                    <a:pt x="1104214" y="266065"/>
                  </a:lnTo>
                  <a:lnTo>
                    <a:pt x="1118069" y="285750"/>
                  </a:lnTo>
                  <a:lnTo>
                    <a:pt x="1133856" y="310654"/>
                  </a:lnTo>
                  <a:lnTo>
                    <a:pt x="1135303" y="313220"/>
                  </a:lnTo>
                  <a:lnTo>
                    <a:pt x="1151699" y="303517"/>
                  </a:lnTo>
                  <a:close/>
                </a:path>
                <a:path w="1238250" h="1238250">
                  <a:moveTo>
                    <a:pt x="1171524" y="898334"/>
                  </a:moveTo>
                  <a:lnTo>
                    <a:pt x="1154531" y="889749"/>
                  </a:lnTo>
                  <a:lnTo>
                    <a:pt x="1148359" y="902004"/>
                  </a:lnTo>
                  <a:lnTo>
                    <a:pt x="1133856" y="927608"/>
                  </a:lnTo>
                  <a:lnTo>
                    <a:pt x="1126604" y="939050"/>
                  </a:lnTo>
                  <a:lnTo>
                    <a:pt x="1142720" y="949198"/>
                  </a:lnTo>
                  <a:lnTo>
                    <a:pt x="1150188" y="937399"/>
                  </a:lnTo>
                  <a:lnTo>
                    <a:pt x="1165161" y="910983"/>
                  </a:lnTo>
                  <a:lnTo>
                    <a:pt x="1171524" y="898334"/>
                  </a:lnTo>
                  <a:close/>
                </a:path>
                <a:path w="1238250" h="1238250">
                  <a:moveTo>
                    <a:pt x="1194282" y="390372"/>
                  </a:moveTo>
                  <a:lnTo>
                    <a:pt x="1191133" y="382206"/>
                  </a:lnTo>
                  <a:lnTo>
                    <a:pt x="1178801" y="354380"/>
                  </a:lnTo>
                  <a:lnTo>
                    <a:pt x="1170495" y="337870"/>
                  </a:lnTo>
                  <a:lnTo>
                    <a:pt x="1153528" y="346532"/>
                  </a:lnTo>
                  <a:lnTo>
                    <a:pt x="1161580" y="362534"/>
                  </a:lnTo>
                  <a:lnTo>
                    <a:pt x="1173530" y="389496"/>
                  </a:lnTo>
                  <a:lnTo>
                    <a:pt x="1176578" y="397408"/>
                  </a:lnTo>
                  <a:lnTo>
                    <a:pt x="1194282" y="390372"/>
                  </a:lnTo>
                  <a:close/>
                </a:path>
                <a:path w="1238250" h="1238250">
                  <a:moveTo>
                    <a:pt x="1208443" y="808431"/>
                  </a:moveTo>
                  <a:lnTo>
                    <a:pt x="1190307" y="802614"/>
                  </a:lnTo>
                  <a:lnTo>
                    <a:pt x="1184148" y="821258"/>
                  </a:lnTo>
                  <a:lnTo>
                    <a:pt x="1173530" y="848766"/>
                  </a:lnTo>
                  <a:lnTo>
                    <a:pt x="1170444" y="855726"/>
                  </a:lnTo>
                  <a:lnTo>
                    <a:pt x="1187945" y="863231"/>
                  </a:lnTo>
                  <a:lnTo>
                    <a:pt x="1191133" y="856056"/>
                  </a:lnTo>
                  <a:lnTo>
                    <a:pt x="1202080" y="827671"/>
                  </a:lnTo>
                  <a:lnTo>
                    <a:pt x="1208443" y="808431"/>
                  </a:lnTo>
                  <a:close/>
                </a:path>
                <a:path w="1238250" h="1238250">
                  <a:moveTo>
                    <a:pt x="1223035" y="483514"/>
                  </a:moveTo>
                  <a:lnTo>
                    <a:pt x="1219695" y="468655"/>
                  </a:lnTo>
                  <a:lnTo>
                    <a:pt x="1211605" y="439407"/>
                  </a:lnTo>
                  <a:lnTo>
                    <a:pt x="1207706" y="427621"/>
                  </a:lnTo>
                  <a:lnTo>
                    <a:pt x="1189596" y="433514"/>
                  </a:lnTo>
                  <a:lnTo>
                    <a:pt x="1193368" y="444931"/>
                  </a:lnTo>
                  <a:lnTo>
                    <a:pt x="1201216" y="473290"/>
                  </a:lnTo>
                  <a:lnTo>
                    <a:pt x="1204455" y="487692"/>
                  </a:lnTo>
                  <a:lnTo>
                    <a:pt x="1223035" y="483514"/>
                  </a:lnTo>
                  <a:close/>
                </a:path>
                <a:path w="1238250" h="1238250">
                  <a:moveTo>
                    <a:pt x="1230820" y="714235"/>
                  </a:moveTo>
                  <a:lnTo>
                    <a:pt x="1211999" y="711301"/>
                  </a:lnTo>
                  <a:lnTo>
                    <a:pt x="1207681" y="736206"/>
                  </a:lnTo>
                  <a:lnTo>
                    <a:pt x="1201216" y="764971"/>
                  </a:lnTo>
                  <a:lnTo>
                    <a:pt x="1200848" y="766292"/>
                  </a:lnTo>
                  <a:lnTo>
                    <a:pt x="1219314" y="770966"/>
                  </a:lnTo>
                  <a:lnTo>
                    <a:pt x="1219695" y="769607"/>
                  </a:lnTo>
                  <a:lnTo>
                    <a:pt x="1226362" y="739914"/>
                  </a:lnTo>
                  <a:lnTo>
                    <a:pt x="1230820" y="714235"/>
                  </a:lnTo>
                  <a:close/>
                </a:path>
                <a:path w="1238250" h="1238250">
                  <a:moveTo>
                    <a:pt x="1236865" y="579894"/>
                  </a:moveTo>
                  <a:lnTo>
                    <a:pt x="1235278" y="558444"/>
                  </a:lnTo>
                  <a:lnTo>
                    <a:pt x="1231569" y="528320"/>
                  </a:lnTo>
                  <a:lnTo>
                    <a:pt x="1230414" y="521716"/>
                  </a:lnTo>
                  <a:lnTo>
                    <a:pt x="1211605" y="524713"/>
                  </a:lnTo>
                  <a:lnTo>
                    <a:pt x="1212723" y="531114"/>
                  </a:lnTo>
                  <a:lnTo>
                    <a:pt x="1216317" y="560311"/>
                  </a:lnTo>
                  <a:lnTo>
                    <a:pt x="1217853" y="581101"/>
                  </a:lnTo>
                  <a:lnTo>
                    <a:pt x="1236865" y="579894"/>
                  </a:lnTo>
                  <a:close/>
                </a:path>
                <a:path w="1238250" h="1238250">
                  <a:moveTo>
                    <a:pt x="1238250" y="619125"/>
                  </a:moveTo>
                  <a:lnTo>
                    <a:pt x="1238224" y="618032"/>
                  </a:lnTo>
                  <a:lnTo>
                    <a:pt x="1219174" y="618032"/>
                  </a:lnTo>
                  <a:lnTo>
                    <a:pt x="1219200" y="619125"/>
                  </a:lnTo>
                  <a:lnTo>
                    <a:pt x="1218488" y="648614"/>
                  </a:lnTo>
                  <a:lnTo>
                    <a:pt x="1218412" y="649541"/>
                  </a:lnTo>
                  <a:lnTo>
                    <a:pt x="1216660" y="673366"/>
                  </a:lnTo>
                  <a:lnTo>
                    <a:pt x="1235633" y="675081"/>
                  </a:lnTo>
                  <a:lnTo>
                    <a:pt x="1235760" y="673366"/>
                  </a:lnTo>
                  <a:lnTo>
                    <a:pt x="1237513" y="649541"/>
                  </a:lnTo>
                  <a:lnTo>
                    <a:pt x="1237538" y="648614"/>
                  </a:lnTo>
                  <a:lnTo>
                    <a:pt x="1238250" y="61912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01199" y="2543174"/>
              <a:ext cx="300355" cy="342900"/>
            </a:xfrm>
            <a:custGeom>
              <a:avLst/>
              <a:gdLst/>
              <a:ahLst/>
              <a:cxnLst/>
              <a:rect l="l" t="t" r="r" b="b"/>
              <a:pathLst>
                <a:path w="300354" h="342900">
                  <a:moveTo>
                    <a:pt x="155647" y="171449"/>
                  </a:moveTo>
                  <a:lnTo>
                    <a:pt x="144389" y="171449"/>
                  </a:lnTo>
                  <a:lnTo>
                    <a:pt x="138815" y="170900"/>
                  </a:lnTo>
                  <a:lnTo>
                    <a:pt x="97712" y="153875"/>
                  </a:lnTo>
                  <a:lnTo>
                    <a:pt x="72973" y="123730"/>
                  </a:lnTo>
                  <a:lnTo>
                    <a:pt x="64293" y="91353"/>
                  </a:lnTo>
                  <a:lnTo>
                    <a:pt x="64293" y="80096"/>
                  </a:lnTo>
                  <a:lnTo>
                    <a:pt x="75613" y="42778"/>
                  </a:lnTo>
                  <a:lnTo>
                    <a:pt x="107072" y="11320"/>
                  </a:lnTo>
                  <a:lnTo>
                    <a:pt x="144389" y="0"/>
                  </a:lnTo>
                  <a:lnTo>
                    <a:pt x="155647" y="0"/>
                  </a:lnTo>
                  <a:lnTo>
                    <a:pt x="192964" y="11320"/>
                  </a:lnTo>
                  <a:lnTo>
                    <a:pt x="224423" y="42778"/>
                  </a:lnTo>
                  <a:lnTo>
                    <a:pt x="235743" y="80096"/>
                  </a:lnTo>
                  <a:lnTo>
                    <a:pt x="235743" y="91353"/>
                  </a:lnTo>
                  <a:lnTo>
                    <a:pt x="224423" y="128671"/>
                  </a:lnTo>
                  <a:lnTo>
                    <a:pt x="192964" y="160129"/>
                  </a:lnTo>
                  <a:lnTo>
                    <a:pt x="155647" y="171449"/>
                  </a:lnTo>
                  <a:close/>
                </a:path>
                <a:path w="300354" h="342900">
                  <a:moveTo>
                    <a:pt x="280146" y="342899"/>
                  </a:moveTo>
                  <a:lnTo>
                    <a:pt x="19890" y="342899"/>
                  </a:lnTo>
                  <a:lnTo>
                    <a:pt x="12149" y="341336"/>
                  </a:lnTo>
                  <a:lnTo>
                    <a:pt x="5826" y="337073"/>
                  </a:lnTo>
                  <a:lnTo>
                    <a:pt x="1563" y="330750"/>
                  </a:lnTo>
                  <a:lnTo>
                    <a:pt x="0" y="323009"/>
                  </a:lnTo>
                  <a:lnTo>
                    <a:pt x="9381" y="276520"/>
                  </a:lnTo>
                  <a:lnTo>
                    <a:pt x="34968" y="238564"/>
                  </a:lnTo>
                  <a:lnTo>
                    <a:pt x="72923" y="212978"/>
                  </a:lnTo>
                  <a:lnTo>
                    <a:pt x="119412" y="203596"/>
                  </a:lnTo>
                  <a:lnTo>
                    <a:pt x="180625" y="203596"/>
                  </a:lnTo>
                  <a:lnTo>
                    <a:pt x="227113" y="212978"/>
                  </a:lnTo>
                  <a:lnTo>
                    <a:pt x="265069" y="238564"/>
                  </a:lnTo>
                  <a:lnTo>
                    <a:pt x="290656" y="276520"/>
                  </a:lnTo>
                  <a:lnTo>
                    <a:pt x="300037" y="323009"/>
                  </a:lnTo>
                  <a:lnTo>
                    <a:pt x="298474" y="330750"/>
                  </a:lnTo>
                  <a:lnTo>
                    <a:pt x="294210" y="337073"/>
                  </a:lnTo>
                  <a:lnTo>
                    <a:pt x="287888" y="341336"/>
                  </a:lnTo>
                  <a:lnTo>
                    <a:pt x="280146" y="342899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099748" y="2652572"/>
            <a:ext cx="1308100" cy="268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50" b="1" spc="-140" dirty="0">
                <a:solidFill>
                  <a:srgbClr val="1A365C"/>
                </a:solidFill>
                <a:latin typeface="Montserrat"/>
                <a:cs typeface="Montserrat"/>
              </a:rPr>
              <a:t>Alex</a:t>
            </a:r>
            <a:r>
              <a:rPr sz="1650" b="1" spc="-35" dirty="0">
                <a:solidFill>
                  <a:srgbClr val="1A365C"/>
                </a:solidFill>
                <a:latin typeface="Montserrat"/>
                <a:cs typeface="Montserrat"/>
              </a:rPr>
              <a:t> </a:t>
            </a:r>
            <a:r>
              <a:rPr sz="1650" b="1" spc="-125" dirty="0">
                <a:solidFill>
                  <a:srgbClr val="1A365C"/>
                </a:solidFill>
                <a:latin typeface="Montserrat"/>
                <a:cs typeface="Montserrat"/>
              </a:rPr>
              <a:t>Johnson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79619" y="2967596"/>
            <a:ext cx="1948180" cy="232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400" b="1" spc="-95" dirty="0">
                <a:solidFill>
                  <a:srgbClr val="2A6BB0"/>
                </a:solidFill>
                <a:latin typeface="Montserrat SemiBold"/>
                <a:cs typeface="Montserrat SemiBold"/>
              </a:rPr>
              <a:t>Chief</a:t>
            </a:r>
            <a:r>
              <a:rPr sz="1400" b="1" spc="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400" b="1" spc="-105" dirty="0">
                <a:solidFill>
                  <a:srgbClr val="2A6BB0"/>
                </a:solidFill>
                <a:latin typeface="Montserrat SemiBold"/>
                <a:cs typeface="Montserrat SemiBold"/>
              </a:rPr>
              <a:t>Marketing</a:t>
            </a:r>
            <a:r>
              <a:rPr sz="1400" b="1" spc="20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400" b="1" spc="-50" dirty="0">
                <a:solidFill>
                  <a:srgbClr val="2A6BB0"/>
                </a:solidFill>
                <a:latin typeface="Montserrat SemiBold"/>
                <a:cs typeface="Montserrat SemiBold"/>
              </a:rPr>
              <a:t>Officer</a:t>
            </a:r>
            <a:endParaRPr sz="1400">
              <a:latin typeface="Montserrat SemiBold"/>
              <a:cs typeface="Montserrat SemiBold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753473" y="3962401"/>
            <a:ext cx="609600" cy="257175"/>
          </a:xfrm>
          <a:custGeom>
            <a:avLst/>
            <a:gdLst/>
            <a:ahLst/>
            <a:cxnLst/>
            <a:rect l="l" t="t" r="r" b="b"/>
            <a:pathLst>
              <a:path w="609600" h="257175">
                <a:moveTo>
                  <a:pt x="576551" y="257174"/>
                </a:moveTo>
                <a:lnTo>
                  <a:pt x="33047" y="257174"/>
                </a:lnTo>
                <a:lnTo>
                  <a:pt x="28186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0" y="219074"/>
                </a:lnTo>
                <a:lnTo>
                  <a:pt x="0" y="33047"/>
                </a:lnTo>
                <a:lnTo>
                  <a:pt x="28186" y="966"/>
                </a:lnTo>
                <a:lnTo>
                  <a:pt x="33047" y="0"/>
                </a:lnTo>
                <a:lnTo>
                  <a:pt x="576551" y="0"/>
                </a:lnTo>
                <a:lnTo>
                  <a:pt x="608633" y="28187"/>
                </a:lnTo>
                <a:lnTo>
                  <a:pt x="609599" y="33047"/>
                </a:lnTo>
                <a:lnTo>
                  <a:pt x="609599" y="224127"/>
                </a:lnTo>
                <a:lnTo>
                  <a:pt x="581412" y="256207"/>
                </a:lnTo>
                <a:lnTo>
                  <a:pt x="576551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420223" y="3962401"/>
            <a:ext cx="723900" cy="257175"/>
          </a:xfrm>
          <a:custGeom>
            <a:avLst/>
            <a:gdLst/>
            <a:ahLst/>
            <a:cxnLst/>
            <a:rect l="l" t="t" r="r" b="b"/>
            <a:pathLst>
              <a:path w="723900" h="257175">
                <a:moveTo>
                  <a:pt x="690852" y="257174"/>
                </a:moveTo>
                <a:lnTo>
                  <a:pt x="33047" y="257174"/>
                </a:lnTo>
                <a:lnTo>
                  <a:pt x="28186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0" y="219074"/>
                </a:lnTo>
                <a:lnTo>
                  <a:pt x="0" y="33047"/>
                </a:lnTo>
                <a:lnTo>
                  <a:pt x="28186" y="966"/>
                </a:lnTo>
                <a:lnTo>
                  <a:pt x="33047" y="0"/>
                </a:lnTo>
                <a:lnTo>
                  <a:pt x="690852" y="0"/>
                </a:lnTo>
                <a:lnTo>
                  <a:pt x="722932" y="28187"/>
                </a:lnTo>
                <a:lnTo>
                  <a:pt x="723899" y="33047"/>
                </a:lnTo>
                <a:lnTo>
                  <a:pt x="723899" y="224127"/>
                </a:lnTo>
                <a:lnTo>
                  <a:pt x="695711" y="256207"/>
                </a:lnTo>
                <a:lnTo>
                  <a:pt x="690852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201272" y="3962401"/>
            <a:ext cx="552450" cy="257175"/>
          </a:xfrm>
          <a:custGeom>
            <a:avLst/>
            <a:gdLst/>
            <a:ahLst/>
            <a:cxnLst/>
            <a:rect l="l" t="t" r="r" b="b"/>
            <a:pathLst>
              <a:path w="552450" h="257175">
                <a:moveTo>
                  <a:pt x="519401" y="257174"/>
                </a:moveTo>
                <a:lnTo>
                  <a:pt x="33047" y="257174"/>
                </a:lnTo>
                <a:lnTo>
                  <a:pt x="28187" y="256207"/>
                </a:lnTo>
                <a:lnTo>
                  <a:pt x="966" y="228987"/>
                </a:lnTo>
                <a:lnTo>
                  <a:pt x="0" y="224127"/>
                </a:lnTo>
                <a:lnTo>
                  <a:pt x="1" y="2190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19401" y="0"/>
                </a:lnTo>
                <a:lnTo>
                  <a:pt x="551483" y="28187"/>
                </a:lnTo>
                <a:lnTo>
                  <a:pt x="552449" y="33047"/>
                </a:lnTo>
                <a:lnTo>
                  <a:pt x="552449" y="224127"/>
                </a:lnTo>
                <a:lnTo>
                  <a:pt x="524262" y="256207"/>
                </a:lnTo>
                <a:lnTo>
                  <a:pt x="519401" y="257174"/>
                </a:lnTo>
                <a:close/>
              </a:path>
            </a:pathLst>
          </a:custGeom>
          <a:solidFill>
            <a:srgbClr val="E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118673" y="3290770"/>
            <a:ext cx="3297238" cy="99450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>
              <a:spcBef>
                <a:spcPts val="135"/>
              </a:spcBef>
            </a:pPr>
            <a:r>
              <a:rPr sz="1250" spc="-130" dirty="0">
                <a:solidFill>
                  <a:srgbClr val="4A5467"/>
                </a:solidFill>
                <a:latin typeface="Montserrat"/>
                <a:cs typeface="Montserrat"/>
              </a:rPr>
              <a:t>Former</a:t>
            </a:r>
            <a:r>
              <a:rPr sz="12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Marketing</a:t>
            </a:r>
            <a:r>
              <a:rPr sz="1250" spc="-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5" dirty="0">
                <a:solidFill>
                  <a:srgbClr val="4A5467"/>
                </a:solidFill>
                <a:latin typeface="Montserrat"/>
                <a:cs typeface="Montserrat"/>
              </a:rPr>
              <a:t>Director</a:t>
            </a:r>
            <a:r>
              <a:rPr sz="12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0" dirty="0">
                <a:solidFill>
                  <a:srgbClr val="4A5467"/>
                </a:solidFill>
                <a:latin typeface="Montserrat"/>
                <a:cs typeface="Montserrat"/>
              </a:rPr>
              <a:t>at</a:t>
            </a:r>
            <a:r>
              <a:rPr sz="1250" spc="-1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95" dirty="0">
                <a:solidFill>
                  <a:srgbClr val="4A5467"/>
                </a:solidFill>
                <a:latin typeface="Montserrat"/>
                <a:cs typeface="Montserrat"/>
              </a:rPr>
              <a:t>[Industry</a:t>
            </a:r>
            <a:r>
              <a:rPr sz="1250" spc="-2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65" dirty="0">
                <a:solidFill>
                  <a:srgbClr val="4A5467"/>
                </a:solidFill>
                <a:latin typeface="Montserrat"/>
                <a:cs typeface="Montserrat"/>
              </a:rPr>
              <a:t>Leader]. </a:t>
            </a:r>
            <a:r>
              <a:rPr sz="1250" spc="-110" dirty="0">
                <a:solidFill>
                  <a:srgbClr val="4A5467"/>
                </a:solidFill>
                <a:latin typeface="Montserrat"/>
                <a:cs typeface="Montserrat"/>
              </a:rPr>
              <a:t>Scaled</a:t>
            </a:r>
            <a:r>
              <a:rPr sz="1250" spc="-3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[Brand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0" dirty="0">
                <a:solidFill>
                  <a:srgbClr val="4A5467"/>
                </a:solidFill>
                <a:latin typeface="Montserrat"/>
                <a:cs typeface="Montserrat"/>
              </a:rPr>
              <a:t>X]</a:t>
            </a:r>
            <a:r>
              <a:rPr sz="1250" spc="-2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from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zero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14" dirty="0">
                <a:solidFill>
                  <a:srgbClr val="4A5467"/>
                </a:solidFill>
                <a:latin typeface="Montserrat"/>
                <a:cs typeface="Montserrat"/>
              </a:rPr>
              <a:t>to</a:t>
            </a:r>
            <a:r>
              <a:rPr sz="1250" spc="-3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lang="en-US" sz="1250" spc="-135" dirty="0">
                <a:solidFill>
                  <a:srgbClr val="374050"/>
                </a:solidFill>
                <a:latin typeface="Montserrat"/>
                <a:cs typeface="Montserrat"/>
              </a:rPr>
              <a:t>₹ </a:t>
            </a:r>
            <a:r>
              <a:rPr sz="1250" spc="-155" dirty="0">
                <a:solidFill>
                  <a:srgbClr val="4A5467"/>
                </a:solidFill>
                <a:latin typeface="Montserrat"/>
                <a:cs typeface="Montserrat"/>
              </a:rPr>
              <a:t>XXM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95" dirty="0">
                <a:solidFill>
                  <a:srgbClr val="4A5467"/>
                </a:solidFill>
                <a:latin typeface="Montserrat"/>
                <a:cs typeface="Montserrat"/>
              </a:rPr>
              <a:t>in</a:t>
            </a:r>
            <a:r>
              <a:rPr sz="1250" spc="-30" dirty="0">
                <a:solidFill>
                  <a:srgbClr val="4A5467"/>
                </a:solidFill>
                <a:latin typeface="Montserrat"/>
                <a:cs typeface="Montserrat"/>
              </a:rPr>
              <a:t> revenue.</a:t>
            </a:r>
            <a:endParaRPr sz="1250" dirty="0">
              <a:latin typeface="Montserrat"/>
              <a:cs typeface="Montserrat"/>
            </a:endParaRPr>
          </a:p>
          <a:p>
            <a:pPr algn="ctr">
              <a:lnSpc>
                <a:spcPct val="100000"/>
              </a:lnSpc>
            </a:pPr>
            <a:r>
              <a:rPr sz="1250" spc="-105" dirty="0">
                <a:solidFill>
                  <a:srgbClr val="4A5467"/>
                </a:solidFill>
                <a:latin typeface="Montserrat"/>
                <a:cs typeface="Montserrat"/>
              </a:rPr>
              <a:t>Expert</a:t>
            </a:r>
            <a:r>
              <a:rPr sz="1250" spc="-3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95" dirty="0">
                <a:solidFill>
                  <a:srgbClr val="4A5467"/>
                </a:solidFill>
                <a:latin typeface="Montserrat"/>
                <a:cs typeface="Montserrat"/>
              </a:rPr>
              <a:t>in</a:t>
            </a:r>
            <a:r>
              <a:rPr sz="1250" spc="-3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20" dirty="0">
                <a:solidFill>
                  <a:srgbClr val="4A5467"/>
                </a:solidFill>
                <a:latin typeface="Montserrat"/>
                <a:cs typeface="Montserrat"/>
              </a:rPr>
              <a:t>B2B/B2C</a:t>
            </a:r>
            <a:r>
              <a:rPr sz="1250" spc="-35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20" dirty="0">
                <a:solidFill>
                  <a:srgbClr val="4A5467"/>
                </a:solidFill>
                <a:latin typeface="Montserrat"/>
                <a:cs typeface="Montserrat"/>
              </a:rPr>
              <a:t>growth</a:t>
            </a:r>
            <a:r>
              <a:rPr sz="1250" spc="-40" dirty="0">
                <a:solidFill>
                  <a:srgbClr val="4A5467"/>
                </a:solidFill>
                <a:latin typeface="Montserrat"/>
                <a:cs typeface="Montserrat"/>
              </a:rPr>
              <a:t> </a:t>
            </a:r>
            <a:r>
              <a:rPr sz="1250" spc="-10" dirty="0">
                <a:solidFill>
                  <a:srgbClr val="4A5467"/>
                </a:solidFill>
                <a:latin typeface="Montserrat"/>
                <a:cs typeface="Montserrat"/>
              </a:rPr>
              <a:t>strategies.</a:t>
            </a:r>
            <a:endParaRPr sz="1250" dirty="0">
              <a:latin typeface="Montserrat"/>
              <a:cs typeface="Montserrat"/>
            </a:endParaRPr>
          </a:p>
          <a:p>
            <a:pPr>
              <a:spcBef>
                <a:spcPts val="555"/>
              </a:spcBef>
            </a:pPr>
            <a:endParaRPr sz="1050" dirty="0">
              <a:latin typeface="Montserrat"/>
              <a:cs typeface="Montserrat"/>
            </a:endParaRPr>
          </a:p>
          <a:p>
            <a:pPr algn="ctr">
              <a:tabLst>
                <a:tab pos="665480" algn="l"/>
                <a:tab pos="1446530" algn="l"/>
              </a:tabLst>
            </a:pPr>
            <a:r>
              <a:rPr sz="1050" spc="-10" dirty="0">
                <a:solidFill>
                  <a:srgbClr val="2A6BB0"/>
                </a:solidFill>
                <a:latin typeface="Montserrat"/>
                <a:cs typeface="Montserrat"/>
              </a:rPr>
              <a:t>Growth</a:t>
            </a:r>
            <a:r>
              <a:rPr sz="1050" dirty="0">
                <a:solidFill>
                  <a:srgbClr val="2A6BB0"/>
                </a:solidFill>
                <a:latin typeface="Montserrat"/>
                <a:cs typeface="Montserrat"/>
              </a:rPr>
              <a:t>	</a:t>
            </a:r>
            <a:r>
              <a:rPr sz="1050" spc="-10" dirty="0">
                <a:solidFill>
                  <a:srgbClr val="2A6BB0"/>
                </a:solidFill>
                <a:latin typeface="Montserrat"/>
                <a:cs typeface="Montserrat"/>
              </a:rPr>
              <a:t>Branding</a:t>
            </a:r>
            <a:r>
              <a:rPr sz="1050" dirty="0">
                <a:solidFill>
                  <a:srgbClr val="2A6BB0"/>
                </a:solidFill>
                <a:latin typeface="Montserrat"/>
                <a:cs typeface="Montserrat"/>
              </a:rPr>
              <a:t>	</a:t>
            </a:r>
            <a:r>
              <a:rPr sz="1050" spc="-10" dirty="0">
                <a:solidFill>
                  <a:srgbClr val="2A6BB0"/>
                </a:solidFill>
                <a:latin typeface="Montserrat"/>
                <a:cs typeface="Montserrat"/>
              </a:rPr>
              <a:t>Digital</a:t>
            </a:r>
            <a:endParaRPr sz="1050" dirty="0">
              <a:latin typeface="Montserrat"/>
              <a:cs typeface="Montserra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57718" y="4495801"/>
            <a:ext cx="169672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900" b="1" spc="-140" dirty="0">
                <a:solidFill>
                  <a:srgbClr val="2A6BB0"/>
                </a:solidFill>
                <a:latin typeface="Montserrat SemiBold"/>
                <a:cs typeface="Montserrat SemiBold"/>
              </a:rPr>
              <a:t>Advisory</a:t>
            </a:r>
            <a:r>
              <a:rPr sz="1900" b="1" spc="5" dirty="0">
                <a:solidFill>
                  <a:srgbClr val="2A6BB0"/>
                </a:solidFill>
                <a:latin typeface="Montserrat SemiBold"/>
                <a:cs typeface="Montserrat SemiBold"/>
              </a:rPr>
              <a:t> </a:t>
            </a:r>
            <a:r>
              <a:rPr sz="1900" b="1" spc="-130" dirty="0">
                <a:solidFill>
                  <a:srgbClr val="2A6BB0"/>
                </a:solidFill>
                <a:latin typeface="Montserrat SemiBold"/>
                <a:cs typeface="Montserrat SemiBold"/>
              </a:rPr>
              <a:t>Board</a:t>
            </a:r>
            <a:endParaRPr sz="1900" dirty="0">
              <a:latin typeface="Montserrat SemiBold"/>
              <a:cs typeface="Montserrat SemiBold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330450" y="4854564"/>
            <a:ext cx="857250" cy="857250"/>
            <a:chOff x="1038224" y="6267449"/>
            <a:chExt cx="857250" cy="857250"/>
          </a:xfrm>
        </p:grpSpPr>
        <p:sp>
          <p:nvSpPr>
            <p:cNvPr id="38" name="object 38"/>
            <p:cNvSpPr/>
            <p:nvPr/>
          </p:nvSpPr>
          <p:spPr>
            <a:xfrm>
              <a:off x="1038224" y="6267449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428624" y="857249"/>
                  </a:moveTo>
                  <a:lnTo>
                    <a:pt x="386611" y="855190"/>
                  </a:lnTo>
                  <a:lnTo>
                    <a:pt x="345004" y="849013"/>
                  </a:lnTo>
                  <a:lnTo>
                    <a:pt x="304200" y="838797"/>
                  </a:lnTo>
                  <a:lnTo>
                    <a:pt x="264597" y="824621"/>
                  </a:lnTo>
                  <a:lnTo>
                    <a:pt x="226570" y="806641"/>
                  </a:lnTo>
                  <a:lnTo>
                    <a:pt x="190493" y="785012"/>
                  </a:lnTo>
                  <a:lnTo>
                    <a:pt x="156704" y="759959"/>
                  </a:lnTo>
                  <a:lnTo>
                    <a:pt x="125541" y="731708"/>
                  </a:lnTo>
                  <a:lnTo>
                    <a:pt x="97289" y="700544"/>
                  </a:lnTo>
                  <a:lnTo>
                    <a:pt x="72236" y="666755"/>
                  </a:lnTo>
                  <a:lnTo>
                    <a:pt x="50606" y="630679"/>
                  </a:lnTo>
                  <a:lnTo>
                    <a:pt x="32627" y="592652"/>
                  </a:lnTo>
                  <a:lnTo>
                    <a:pt x="18451" y="553049"/>
                  </a:lnTo>
                  <a:lnTo>
                    <a:pt x="8235" y="512244"/>
                  </a:lnTo>
                  <a:lnTo>
                    <a:pt x="2058" y="470637"/>
                  </a:lnTo>
                  <a:lnTo>
                    <a:pt x="0" y="428624"/>
                  </a:lnTo>
                  <a:lnTo>
                    <a:pt x="514" y="407567"/>
                  </a:lnTo>
                  <a:lnTo>
                    <a:pt x="4632" y="365757"/>
                  </a:lnTo>
                  <a:lnTo>
                    <a:pt x="12848" y="324451"/>
                  </a:lnTo>
                  <a:lnTo>
                    <a:pt x="25044" y="284248"/>
                  </a:lnTo>
                  <a:lnTo>
                    <a:pt x="41160" y="245338"/>
                  </a:lnTo>
                  <a:lnTo>
                    <a:pt x="60965" y="208287"/>
                  </a:lnTo>
                  <a:lnTo>
                    <a:pt x="84363" y="173270"/>
                  </a:lnTo>
                  <a:lnTo>
                    <a:pt x="111015" y="140794"/>
                  </a:lnTo>
                  <a:lnTo>
                    <a:pt x="140795" y="111015"/>
                  </a:lnTo>
                  <a:lnTo>
                    <a:pt x="173270" y="84362"/>
                  </a:lnTo>
                  <a:lnTo>
                    <a:pt x="208287" y="60965"/>
                  </a:lnTo>
                  <a:lnTo>
                    <a:pt x="245339" y="41160"/>
                  </a:lnTo>
                  <a:lnTo>
                    <a:pt x="284248" y="25044"/>
                  </a:lnTo>
                  <a:lnTo>
                    <a:pt x="324452" y="12848"/>
                  </a:lnTo>
                  <a:lnTo>
                    <a:pt x="365757" y="4632"/>
                  </a:lnTo>
                  <a:lnTo>
                    <a:pt x="407567" y="514"/>
                  </a:lnTo>
                  <a:lnTo>
                    <a:pt x="428624" y="0"/>
                  </a:lnTo>
                  <a:lnTo>
                    <a:pt x="449682" y="514"/>
                  </a:lnTo>
                  <a:lnTo>
                    <a:pt x="491492" y="4632"/>
                  </a:lnTo>
                  <a:lnTo>
                    <a:pt x="532797" y="12848"/>
                  </a:lnTo>
                  <a:lnTo>
                    <a:pt x="573001" y="25044"/>
                  </a:lnTo>
                  <a:lnTo>
                    <a:pt x="611909" y="41160"/>
                  </a:lnTo>
                  <a:lnTo>
                    <a:pt x="648961" y="60965"/>
                  </a:lnTo>
                  <a:lnTo>
                    <a:pt x="683978" y="84362"/>
                  </a:lnTo>
                  <a:lnTo>
                    <a:pt x="716454" y="111015"/>
                  </a:lnTo>
                  <a:lnTo>
                    <a:pt x="746234" y="140794"/>
                  </a:lnTo>
                  <a:lnTo>
                    <a:pt x="772886" y="173270"/>
                  </a:lnTo>
                  <a:lnTo>
                    <a:pt x="796284" y="208287"/>
                  </a:lnTo>
                  <a:lnTo>
                    <a:pt x="816088" y="245338"/>
                  </a:lnTo>
                  <a:lnTo>
                    <a:pt x="832205" y="284248"/>
                  </a:lnTo>
                  <a:lnTo>
                    <a:pt x="844400" y="324451"/>
                  </a:lnTo>
                  <a:lnTo>
                    <a:pt x="852617" y="365757"/>
                  </a:lnTo>
                  <a:lnTo>
                    <a:pt x="856735" y="407567"/>
                  </a:lnTo>
                  <a:lnTo>
                    <a:pt x="857249" y="428624"/>
                  </a:lnTo>
                  <a:lnTo>
                    <a:pt x="856735" y="449682"/>
                  </a:lnTo>
                  <a:lnTo>
                    <a:pt x="852617" y="491492"/>
                  </a:lnTo>
                  <a:lnTo>
                    <a:pt x="844400" y="532797"/>
                  </a:lnTo>
                  <a:lnTo>
                    <a:pt x="832205" y="573001"/>
                  </a:lnTo>
                  <a:lnTo>
                    <a:pt x="816088" y="611909"/>
                  </a:lnTo>
                  <a:lnTo>
                    <a:pt x="796284" y="648961"/>
                  </a:lnTo>
                  <a:lnTo>
                    <a:pt x="772886" y="683977"/>
                  </a:lnTo>
                  <a:lnTo>
                    <a:pt x="746234" y="716454"/>
                  </a:lnTo>
                  <a:lnTo>
                    <a:pt x="716454" y="746233"/>
                  </a:lnTo>
                  <a:lnTo>
                    <a:pt x="683978" y="772885"/>
                  </a:lnTo>
                  <a:lnTo>
                    <a:pt x="648961" y="796283"/>
                  </a:lnTo>
                  <a:lnTo>
                    <a:pt x="611909" y="816087"/>
                  </a:lnTo>
                  <a:lnTo>
                    <a:pt x="573001" y="832204"/>
                  </a:lnTo>
                  <a:lnTo>
                    <a:pt x="532797" y="844400"/>
                  </a:lnTo>
                  <a:lnTo>
                    <a:pt x="491492" y="852616"/>
                  </a:lnTo>
                  <a:lnTo>
                    <a:pt x="449682" y="856735"/>
                  </a:lnTo>
                  <a:lnTo>
                    <a:pt x="428624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38225" y="6267462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22872" y="373430"/>
                  </a:moveTo>
                  <a:lnTo>
                    <a:pt x="508" y="407555"/>
                  </a:lnTo>
                  <a:lnTo>
                    <a:pt x="0" y="428637"/>
                  </a:lnTo>
                  <a:lnTo>
                    <a:pt x="19037" y="428637"/>
                  </a:lnTo>
                  <a:lnTo>
                    <a:pt x="19532" y="408495"/>
                  </a:lnTo>
                  <a:lnTo>
                    <a:pt x="19608" y="407555"/>
                  </a:lnTo>
                  <a:lnTo>
                    <a:pt x="21005" y="388467"/>
                  </a:lnTo>
                  <a:lnTo>
                    <a:pt x="22872" y="373430"/>
                  </a:lnTo>
                  <a:close/>
                </a:path>
                <a:path w="857250" h="857250">
                  <a:moveTo>
                    <a:pt x="29375" y="519468"/>
                  </a:moveTo>
                  <a:lnTo>
                    <a:pt x="26911" y="508520"/>
                  </a:lnTo>
                  <a:lnTo>
                    <a:pt x="23469" y="488696"/>
                  </a:lnTo>
                  <a:lnTo>
                    <a:pt x="21005" y="468769"/>
                  </a:lnTo>
                  <a:lnTo>
                    <a:pt x="20662" y="463994"/>
                  </a:lnTo>
                  <a:lnTo>
                    <a:pt x="1689" y="465645"/>
                  </a:lnTo>
                  <a:lnTo>
                    <a:pt x="2057" y="470636"/>
                  </a:lnTo>
                  <a:lnTo>
                    <a:pt x="4622" y="491490"/>
                  </a:lnTo>
                  <a:lnTo>
                    <a:pt x="8229" y="512241"/>
                  </a:lnTo>
                  <a:lnTo>
                    <a:pt x="10795" y="523684"/>
                  </a:lnTo>
                  <a:lnTo>
                    <a:pt x="29375" y="519468"/>
                  </a:lnTo>
                  <a:close/>
                </a:path>
                <a:path w="857250" h="857250">
                  <a:moveTo>
                    <a:pt x="45440" y="284238"/>
                  </a:moveTo>
                  <a:lnTo>
                    <a:pt x="27622" y="277533"/>
                  </a:lnTo>
                  <a:lnTo>
                    <a:pt x="25031" y="284238"/>
                  </a:lnTo>
                  <a:lnTo>
                    <a:pt x="18440" y="304190"/>
                  </a:lnTo>
                  <a:lnTo>
                    <a:pt x="12839" y="324446"/>
                  </a:lnTo>
                  <a:lnTo>
                    <a:pt x="10756" y="333730"/>
                  </a:lnTo>
                  <a:lnTo>
                    <a:pt x="29324" y="337959"/>
                  </a:lnTo>
                  <a:lnTo>
                    <a:pt x="31318" y="329069"/>
                  </a:lnTo>
                  <a:lnTo>
                    <a:pt x="36677" y="309727"/>
                  </a:lnTo>
                  <a:lnTo>
                    <a:pt x="42976" y="290664"/>
                  </a:lnTo>
                  <a:lnTo>
                    <a:pt x="45440" y="284238"/>
                  </a:lnTo>
                  <a:close/>
                </a:path>
                <a:path w="857250" h="857250">
                  <a:moveTo>
                    <a:pt x="59550" y="606094"/>
                  </a:moveTo>
                  <a:lnTo>
                    <a:pt x="58369" y="603758"/>
                  </a:lnTo>
                  <a:lnTo>
                    <a:pt x="50215" y="585355"/>
                  </a:lnTo>
                  <a:lnTo>
                    <a:pt x="42976" y="566572"/>
                  </a:lnTo>
                  <a:lnTo>
                    <a:pt x="38836" y="554037"/>
                  </a:lnTo>
                  <a:lnTo>
                    <a:pt x="20701" y="559879"/>
                  </a:lnTo>
                  <a:lnTo>
                    <a:pt x="25031" y="572998"/>
                  </a:lnTo>
                  <a:lnTo>
                    <a:pt x="32626" y="592645"/>
                  </a:lnTo>
                  <a:lnTo>
                    <a:pt x="41160" y="611898"/>
                  </a:lnTo>
                  <a:lnTo>
                    <a:pt x="42379" y="614337"/>
                  </a:lnTo>
                  <a:lnTo>
                    <a:pt x="59550" y="606094"/>
                  </a:lnTo>
                  <a:close/>
                </a:path>
                <a:path w="857250" h="857250">
                  <a:moveTo>
                    <a:pt x="87198" y="202450"/>
                  </a:moveTo>
                  <a:lnTo>
                    <a:pt x="71310" y="191935"/>
                  </a:lnTo>
                  <a:lnTo>
                    <a:pt x="60960" y="208280"/>
                  </a:lnTo>
                  <a:lnTo>
                    <a:pt x="50596" y="226568"/>
                  </a:lnTo>
                  <a:lnTo>
                    <a:pt x="42291" y="243065"/>
                  </a:lnTo>
                  <a:lnTo>
                    <a:pt x="59461" y="251320"/>
                  </a:lnTo>
                  <a:lnTo>
                    <a:pt x="67398" y="235546"/>
                  </a:lnTo>
                  <a:lnTo>
                    <a:pt x="77304" y="218071"/>
                  </a:lnTo>
                  <a:lnTo>
                    <a:pt x="87198" y="202450"/>
                  </a:lnTo>
                  <a:close/>
                </a:path>
                <a:path w="857250" h="857250">
                  <a:moveTo>
                    <a:pt x="108445" y="683895"/>
                  </a:moveTo>
                  <a:lnTo>
                    <a:pt x="99656" y="672617"/>
                  </a:lnTo>
                  <a:lnTo>
                    <a:pt x="88074" y="656170"/>
                  </a:lnTo>
                  <a:lnTo>
                    <a:pt x="77304" y="639165"/>
                  </a:lnTo>
                  <a:lnTo>
                    <a:pt x="76568" y="637870"/>
                  </a:lnTo>
                  <a:lnTo>
                    <a:pt x="60198" y="647611"/>
                  </a:lnTo>
                  <a:lnTo>
                    <a:pt x="60960" y="648957"/>
                  </a:lnTo>
                  <a:lnTo>
                    <a:pt x="72224" y="666750"/>
                  </a:lnTo>
                  <a:lnTo>
                    <a:pt x="84302" y="683895"/>
                  </a:lnTo>
                  <a:lnTo>
                    <a:pt x="93560" y="695769"/>
                  </a:lnTo>
                  <a:lnTo>
                    <a:pt x="108445" y="683895"/>
                  </a:lnTo>
                  <a:close/>
                </a:path>
                <a:path w="857250" h="857250">
                  <a:moveTo>
                    <a:pt x="146189" y="132168"/>
                  </a:moveTo>
                  <a:lnTo>
                    <a:pt x="133045" y="118376"/>
                  </a:lnTo>
                  <a:lnTo>
                    <a:pt x="125539" y="125539"/>
                  </a:lnTo>
                  <a:lnTo>
                    <a:pt x="111010" y="140792"/>
                  </a:lnTo>
                  <a:lnTo>
                    <a:pt x="97282" y="156692"/>
                  </a:lnTo>
                  <a:lnTo>
                    <a:pt x="93433" y="161632"/>
                  </a:lnTo>
                  <a:lnTo>
                    <a:pt x="108331" y="173494"/>
                  </a:lnTo>
                  <a:lnTo>
                    <a:pt x="112014" y="168783"/>
                  </a:lnTo>
                  <a:lnTo>
                    <a:pt x="125120" y="153581"/>
                  </a:lnTo>
                  <a:lnTo>
                    <a:pt x="139001" y="139001"/>
                  </a:lnTo>
                  <a:lnTo>
                    <a:pt x="146189" y="132168"/>
                  </a:lnTo>
                  <a:close/>
                </a:path>
                <a:path w="857250" h="857250">
                  <a:moveTo>
                    <a:pt x="173469" y="748880"/>
                  </a:moveTo>
                  <a:lnTo>
                    <a:pt x="168783" y="745223"/>
                  </a:lnTo>
                  <a:lnTo>
                    <a:pt x="153581" y="732116"/>
                  </a:lnTo>
                  <a:lnTo>
                    <a:pt x="139001" y="718235"/>
                  </a:lnTo>
                  <a:lnTo>
                    <a:pt x="132143" y="711034"/>
                  </a:lnTo>
                  <a:lnTo>
                    <a:pt x="118351" y="724166"/>
                  </a:lnTo>
                  <a:lnTo>
                    <a:pt x="125539" y="731697"/>
                  </a:lnTo>
                  <a:lnTo>
                    <a:pt x="140792" y="746226"/>
                  </a:lnTo>
                  <a:lnTo>
                    <a:pt x="156692" y="759955"/>
                  </a:lnTo>
                  <a:lnTo>
                    <a:pt x="161607" y="763778"/>
                  </a:lnTo>
                  <a:lnTo>
                    <a:pt x="173469" y="748880"/>
                  </a:lnTo>
                  <a:close/>
                </a:path>
                <a:path w="857250" h="857250">
                  <a:moveTo>
                    <a:pt x="219341" y="76581"/>
                  </a:moveTo>
                  <a:lnTo>
                    <a:pt x="209600" y="60210"/>
                  </a:lnTo>
                  <a:lnTo>
                    <a:pt x="208280" y="60960"/>
                  </a:lnTo>
                  <a:lnTo>
                    <a:pt x="190487" y="72224"/>
                  </a:lnTo>
                  <a:lnTo>
                    <a:pt x="173266" y="84353"/>
                  </a:lnTo>
                  <a:lnTo>
                    <a:pt x="161442" y="93573"/>
                  </a:lnTo>
                  <a:lnTo>
                    <a:pt x="173316" y="108470"/>
                  </a:lnTo>
                  <a:lnTo>
                    <a:pt x="184619" y="99656"/>
                  </a:lnTo>
                  <a:lnTo>
                    <a:pt x="201066" y="88074"/>
                  </a:lnTo>
                  <a:lnTo>
                    <a:pt x="218071" y="77304"/>
                  </a:lnTo>
                  <a:lnTo>
                    <a:pt x="219341" y="76581"/>
                  </a:lnTo>
                  <a:close/>
                </a:path>
                <a:path w="857250" h="857250">
                  <a:moveTo>
                    <a:pt x="251282" y="797763"/>
                  </a:moveTo>
                  <a:lnTo>
                    <a:pt x="235546" y="789838"/>
                  </a:lnTo>
                  <a:lnTo>
                    <a:pt x="218071" y="779932"/>
                  </a:lnTo>
                  <a:lnTo>
                    <a:pt x="202425" y="770026"/>
                  </a:lnTo>
                  <a:lnTo>
                    <a:pt x="191909" y="785901"/>
                  </a:lnTo>
                  <a:lnTo>
                    <a:pt x="208280" y="796277"/>
                  </a:lnTo>
                  <a:lnTo>
                    <a:pt x="226568" y="806640"/>
                  </a:lnTo>
                  <a:lnTo>
                    <a:pt x="243039" y="814933"/>
                  </a:lnTo>
                  <a:lnTo>
                    <a:pt x="251282" y="797763"/>
                  </a:lnTo>
                  <a:close/>
                </a:path>
                <a:path w="857250" h="857250">
                  <a:moveTo>
                    <a:pt x="303161" y="38836"/>
                  </a:moveTo>
                  <a:lnTo>
                    <a:pt x="297332" y="20713"/>
                  </a:lnTo>
                  <a:lnTo>
                    <a:pt x="284238" y="25031"/>
                  </a:lnTo>
                  <a:lnTo>
                    <a:pt x="264591" y="32626"/>
                  </a:lnTo>
                  <a:lnTo>
                    <a:pt x="245338" y="41148"/>
                  </a:lnTo>
                  <a:lnTo>
                    <a:pt x="242862" y="42392"/>
                  </a:lnTo>
                  <a:lnTo>
                    <a:pt x="251117" y="59563"/>
                  </a:lnTo>
                  <a:lnTo>
                    <a:pt x="253479" y="58369"/>
                  </a:lnTo>
                  <a:lnTo>
                    <a:pt x="271881" y="50215"/>
                  </a:lnTo>
                  <a:lnTo>
                    <a:pt x="290664" y="42976"/>
                  </a:lnTo>
                  <a:lnTo>
                    <a:pt x="303161" y="38836"/>
                  </a:lnTo>
                  <a:close/>
                </a:path>
                <a:path w="857250" h="857250">
                  <a:moveTo>
                    <a:pt x="337921" y="827900"/>
                  </a:moveTo>
                  <a:lnTo>
                    <a:pt x="329069" y="825919"/>
                  </a:lnTo>
                  <a:lnTo>
                    <a:pt x="309727" y="820559"/>
                  </a:lnTo>
                  <a:lnTo>
                    <a:pt x="290664" y="814260"/>
                  </a:lnTo>
                  <a:lnTo>
                    <a:pt x="284213" y="811771"/>
                  </a:lnTo>
                  <a:lnTo>
                    <a:pt x="277495" y="829602"/>
                  </a:lnTo>
                  <a:lnTo>
                    <a:pt x="284238" y="832192"/>
                  </a:lnTo>
                  <a:lnTo>
                    <a:pt x="304190" y="838796"/>
                  </a:lnTo>
                  <a:lnTo>
                    <a:pt x="324446" y="844397"/>
                  </a:lnTo>
                  <a:lnTo>
                    <a:pt x="333705" y="846467"/>
                  </a:lnTo>
                  <a:lnTo>
                    <a:pt x="337921" y="827900"/>
                  </a:lnTo>
                  <a:close/>
                </a:path>
                <a:path w="857250" h="857250">
                  <a:moveTo>
                    <a:pt x="393204" y="20662"/>
                  </a:moveTo>
                  <a:lnTo>
                    <a:pt x="391566" y="1689"/>
                  </a:lnTo>
                  <a:lnTo>
                    <a:pt x="386600" y="2057"/>
                  </a:lnTo>
                  <a:lnTo>
                    <a:pt x="365747" y="4622"/>
                  </a:lnTo>
                  <a:lnTo>
                    <a:pt x="344995" y="8229"/>
                  </a:lnTo>
                  <a:lnTo>
                    <a:pt x="333514" y="10807"/>
                  </a:lnTo>
                  <a:lnTo>
                    <a:pt x="337743" y="29375"/>
                  </a:lnTo>
                  <a:lnTo>
                    <a:pt x="348716" y="26911"/>
                  </a:lnTo>
                  <a:lnTo>
                    <a:pt x="368541" y="23469"/>
                  </a:lnTo>
                  <a:lnTo>
                    <a:pt x="388467" y="21005"/>
                  </a:lnTo>
                  <a:lnTo>
                    <a:pt x="393204" y="20662"/>
                  </a:lnTo>
                  <a:close/>
                </a:path>
                <a:path w="857250" h="857250">
                  <a:moveTo>
                    <a:pt x="428752" y="857237"/>
                  </a:moveTo>
                  <a:lnTo>
                    <a:pt x="428713" y="853236"/>
                  </a:lnTo>
                  <a:lnTo>
                    <a:pt x="428548" y="838200"/>
                  </a:lnTo>
                  <a:lnTo>
                    <a:pt x="408495" y="837704"/>
                  </a:lnTo>
                  <a:lnTo>
                    <a:pt x="388467" y="836231"/>
                  </a:lnTo>
                  <a:lnTo>
                    <a:pt x="373392" y="834364"/>
                  </a:lnTo>
                  <a:lnTo>
                    <a:pt x="370827" y="853236"/>
                  </a:lnTo>
                  <a:lnTo>
                    <a:pt x="386600" y="855179"/>
                  </a:lnTo>
                  <a:lnTo>
                    <a:pt x="407555" y="856729"/>
                  </a:lnTo>
                  <a:lnTo>
                    <a:pt x="428752" y="857237"/>
                  </a:lnTo>
                  <a:close/>
                </a:path>
                <a:path w="857250" h="857250">
                  <a:moveTo>
                    <a:pt x="486473" y="4013"/>
                  </a:moveTo>
                  <a:lnTo>
                    <a:pt x="470636" y="2057"/>
                  </a:lnTo>
                  <a:lnTo>
                    <a:pt x="449681" y="508"/>
                  </a:lnTo>
                  <a:lnTo>
                    <a:pt x="428523" y="0"/>
                  </a:lnTo>
                  <a:lnTo>
                    <a:pt x="428586" y="19037"/>
                  </a:lnTo>
                  <a:lnTo>
                    <a:pt x="448741" y="19532"/>
                  </a:lnTo>
                  <a:lnTo>
                    <a:pt x="468769" y="21005"/>
                  </a:lnTo>
                  <a:lnTo>
                    <a:pt x="483908" y="22885"/>
                  </a:lnTo>
                  <a:lnTo>
                    <a:pt x="486473" y="4013"/>
                  </a:lnTo>
                  <a:close/>
                </a:path>
                <a:path w="857250" h="857250">
                  <a:moveTo>
                    <a:pt x="523659" y="846442"/>
                  </a:moveTo>
                  <a:lnTo>
                    <a:pt x="519430" y="827874"/>
                  </a:lnTo>
                  <a:lnTo>
                    <a:pt x="508520" y="830326"/>
                  </a:lnTo>
                  <a:lnTo>
                    <a:pt x="488696" y="833767"/>
                  </a:lnTo>
                  <a:lnTo>
                    <a:pt x="468769" y="836231"/>
                  </a:lnTo>
                  <a:lnTo>
                    <a:pt x="463969" y="836574"/>
                  </a:lnTo>
                  <a:lnTo>
                    <a:pt x="465607" y="855548"/>
                  </a:lnTo>
                  <a:lnTo>
                    <a:pt x="470636" y="855179"/>
                  </a:lnTo>
                  <a:lnTo>
                    <a:pt x="491490" y="852614"/>
                  </a:lnTo>
                  <a:lnTo>
                    <a:pt x="512241" y="849007"/>
                  </a:lnTo>
                  <a:lnTo>
                    <a:pt x="523659" y="846442"/>
                  </a:lnTo>
                  <a:close/>
                </a:path>
                <a:path w="857250" h="857250">
                  <a:moveTo>
                    <a:pt x="579805" y="27660"/>
                  </a:moveTo>
                  <a:lnTo>
                    <a:pt x="572998" y="25031"/>
                  </a:lnTo>
                  <a:lnTo>
                    <a:pt x="553046" y="18440"/>
                  </a:lnTo>
                  <a:lnTo>
                    <a:pt x="532790" y="12839"/>
                  </a:lnTo>
                  <a:lnTo>
                    <a:pt x="523595" y="10782"/>
                  </a:lnTo>
                  <a:lnTo>
                    <a:pt x="519379" y="29349"/>
                  </a:lnTo>
                  <a:lnTo>
                    <a:pt x="528167" y="31318"/>
                  </a:lnTo>
                  <a:lnTo>
                    <a:pt x="547509" y="36677"/>
                  </a:lnTo>
                  <a:lnTo>
                    <a:pt x="566572" y="42976"/>
                  </a:lnTo>
                  <a:lnTo>
                    <a:pt x="573074" y="45478"/>
                  </a:lnTo>
                  <a:lnTo>
                    <a:pt x="579805" y="27660"/>
                  </a:lnTo>
                  <a:close/>
                </a:path>
                <a:path w="857250" h="857250">
                  <a:moveTo>
                    <a:pt x="614311" y="814870"/>
                  </a:moveTo>
                  <a:lnTo>
                    <a:pt x="606056" y="797699"/>
                  </a:lnTo>
                  <a:lnTo>
                    <a:pt x="603758" y="798855"/>
                  </a:lnTo>
                  <a:lnTo>
                    <a:pt x="585355" y="807021"/>
                  </a:lnTo>
                  <a:lnTo>
                    <a:pt x="566572" y="814260"/>
                  </a:lnTo>
                  <a:lnTo>
                    <a:pt x="554012" y="818413"/>
                  </a:lnTo>
                  <a:lnTo>
                    <a:pt x="559841" y="836549"/>
                  </a:lnTo>
                  <a:lnTo>
                    <a:pt x="572998" y="832192"/>
                  </a:lnTo>
                  <a:lnTo>
                    <a:pt x="592645" y="824611"/>
                  </a:lnTo>
                  <a:lnTo>
                    <a:pt x="611898" y="816076"/>
                  </a:lnTo>
                  <a:lnTo>
                    <a:pt x="614311" y="814870"/>
                  </a:lnTo>
                  <a:close/>
                </a:path>
                <a:path w="857250" h="857250">
                  <a:moveTo>
                    <a:pt x="665391" y="71361"/>
                  </a:moveTo>
                  <a:lnTo>
                    <a:pt x="648957" y="60960"/>
                  </a:lnTo>
                  <a:lnTo>
                    <a:pt x="630669" y="50596"/>
                  </a:lnTo>
                  <a:lnTo>
                    <a:pt x="614260" y="42341"/>
                  </a:lnTo>
                  <a:lnTo>
                    <a:pt x="606005" y="59499"/>
                  </a:lnTo>
                  <a:lnTo>
                    <a:pt x="621690" y="67398"/>
                  </a:lnTo>
                  <a:lnTo>
                    <a:pt x="639165" y="77304"/>
                  </a:lnTo>
                  <a:lnTo>
                    <a:pt x="654862" y="87249"/>
                  </a:lnTo>
                  <a:lnTo>
                    <a:pt x="665391" y="71361"/>
                  </a:lnTo>
                  <a:close/>
                </a:path>
                <a:path w="857250" h="857250">
                  <a:moveTo>
                    <a:pt x="695744" y="763701"/>
                  </a:moveTo>
                  <a:lnTo>
                    <a:pt x="683869" y="748804"/>
                  </a:lnTo>
                  <a:lnTo>
                    <a:pt x="672617" y="757580"/>
                  </a:lnTo>
                  <a:lnTo>
                    <a:pt x="656170" y="769162"/>
                  </a:lnTo>
                  <a:lnTo>
                    <a:pt x="639165" y="779932"/>
                  </a:lnTo>
                  <a:lnTo>
                    <a:pt x="637844" y="780681"/>
                  </a:lnTo>
                  <a:lnTo>
                    <a:pt x="647573" y="797052"/>
                  </a:lnTo>
                  <a:lnTo>
                    <a:pt x="648957" y="796277"/>
                  </a:lnTo>
                  <a:lnTo>
                    <a:pt x="666750" y="784999"/>
                  </a:lnTo>
                  <a:lnTo>
                    <a:pt x="683971" y="772883"/>
                  </a:lnTo>
                  <a:lnTo>
                    <a:pt x="695744" y="763701"/>
                  </a:lnTo>
                  <a:close/>
                </a:path>
                <a:path w="857250" h="857250">
                  <a:moveTo>
                    <a:pt x="738924" y="133121"/>
                  </a:moveTo>
                  <a:lnTo>
                    <a:pt x="731697" y="125539"/>
                  </a:lnTo>
                  <a:lnTo>
                    <a:pt x="716445" y="111010"/>
                  </a:lnTo>
                  <a:lnTo>
                    <a:pt x="700544" y="97282"/>
                  </a:lnTo>
                  <a:lnTo>
                    <a:pt x="695680" y="93497"/>
                  </a:lnTo>
                  <a:lnTo>
                    <a:pt x="683818" y="108394"/>
                  </a:lnTo>
                  <a:lnTo>
                    <a:pt x="688454" y="112014"/>
                  </a:lnTo>
                  <a:lnTo>
                    <a:pt x="703656" y="125120"/>
                  </a:lnTo>
                  <a:lnTo>
                    <a:pt x="718235" y="139001"/>
                  </a:lnTo>
                  <a:lnTo>
                    <a:pt x="725131" y="146253"/>
                  </a:lnTo>
                  <a:lnTo>
                    <a:pt x="738924" y="133121"/>
                  </a:lnTo>
                  <a:close/>
                </a:path>
                <a:path w="857250" h="857250">
                  <a:moveTo>
                    <a:pt x="763765" y="695655"/>
                  </a:moveTo>
                  <a:lnTo>
                    <a:pt x="748868" y="683793"/>
                  </a:lnTo>
                  <a:lnTo>
                    <a:pt x="745223" y="688454"/>
                  </a:lnTo>
                  <a:lnTo>
                    <a:pt x="732116" y="703656"/>
                  </a:lnTo>
                  <a:lnTo>
                    <a:pt x="718235" y="718235"/>
                  </a:lnTo>
                  <a:lnTo>
                    <a:pt x="711009" y="725106"/>
                  </a:lnTo>
                  <a:lnTo>
                    <a:pt x="724141" y="738898"/>
                  </a:lnTo>
                  <a:lnTo>
                    <a:pt x="731697" y="731697"/>
                  </a:lnTo>
                  <a:lnTo>
                    <a:pt x="746226" y="716445"/>
                  </a:lnTo>
                  <a:lnTo>
                    <a:pt x="759955" y="700532"/>
                  </a:lnTo>
                  <a:lnTo>
                    <a:pt x="763765" y="695655"/>
                  </a:lnTo>
                  <a:close/>
                </a:path>
                <a:path w="857250" h="857250">
                  <a:moveTo>
                    <a:pt x="797077" y="209689"/>
                  </a:moveTo>
                  <a:lnTo>
                    <a:pt x="796277" y="208280"/>
                  </a:lnTo>
                  <a:lnTo>
                    <a:pt x="785012" y="190487"/>
                  </a:lnTo>
                  <a:lnTo>
                    <a:pt x="772883" y="173266"/>
                  </a:lnTo>
                  <a:lnTo>
                    <a:pt x="763714" y="161518"/>
                  </a:lnTo>
                  <a:lnTo>
                    <a:pt x="748830" y="173393"/>
                  </a:lnTo>
                  <a:lnTo>
                    <a:pt x="757580" y="184619"/>
                  </a:lnTo>
                  <a:lnTo>
                    <a:pt x="769162" y="201066"/>
                  </a:lnTo>
                  <a:lnTo>
                    <a:pt x="779932" y="218071"/>
                  </a:lnTo>
                  <a:lnTo>
                    <a:pt x="780694" y="219417"/>
                  </a:lnTo>
                  <a:lnTo>
                    <a:pt x="797077" y="209689"/>
                  </a:lnTo>
                  <a:close/>
                </a:path>
                <a:path w="857250" h="857250">
                  <a:moveTo>
                    <a:pt x="814908" y="614222"/>
                  </a:moveTo>
                  <a:lnTo>
                    <a:pt x="797750" y="605980"/>
                  </a:lnTo>
                  <a:lnTo>
                    <a:pt x="789838" y="621690"/>
                  </a:lnTo>
                  <a:lnTo>
                    <a:pt x="779932" y="639165"/>
                  </a:lnTo>
                  <a:lnTo>
                    <a:pt x="770013" y="654837"/>
                  </a:lnTo>
                  <a:lnTo>
                    <a:pt x="785888" y="665353"/>
                  </a:lnTo>
                  <a:lnTo>
                    <a:pt x="796277" y="648957"/>
                  </a:lnTo>
                  <a:lnTo>
                    <a:pt x="806640" y="630669"/>
                  </a:lnTo>
                  <a:lnTo>
                    <a:pt x="814908" y="614222"/>
                  </a:lnTo>
                  <a:close/>
                </a:path>
                <a:path w="857250" h="857250">
                  <a:moveTo>
                    <a:pt x="836549" y="297421"/>
                  </a:moveTo>
                  <a:lnTo>
                    <a:pt x="832192" y="284238"/>
                  </a:lnTo>
                  <a:lnTo>
                    <a:pt x="824611" y="264591"/>
                  </a:lnTo>
                  <a:lnTo>
                    <a:pt x="816076" y="245338"/>
                  </a:lnTo>
                  <a:lnTo>
                    <a:pt x="814882" y="242951"/>
                  </a:lnTo>
                  <a:lnTo>
                    <a:pt x="797712" y="251206"/>
                  </a:lnTo>
                  <a:lnTo>
                    <a:pt x="798868" y="253479"/>
                  </a:lnTo>
                  <a:lnTo>
                    <a:pt x="807021" y="271881"/>
                  </a:lnTo>
                  <a:lnTo>
                    <a:pt x="814260" y="290664"/>
                  </a:lnTo>
                  <a:lnTo>
                    <a:pt x="818426" y="303250"/>
                  </a:lnTo>
                  <a:lnTo>
                    <a:pt x="836549" y="297421"/>
                  </a:lnTo>
                  <a:close/>
                </a:path>
                <a:path w="857250" h="857250">
                  <a:moveTo>
                    <a:pt x="846467" y="523557"/>
                  </a:moveTo>
                  <a:lnTo>
                    <a:pt x="827900" y="519341"/>
                  </a:lnTo>
                  <a:lnTo>
                    <a:pt x="825919" y="528154"/>
                  </a:lnTo>
                  <a:lnTo>
                    <a:pt x="820559" y="547509"/>
                  </a:lnTo>
                  <a:lnTo>
                    <a:pt x="814260" y="566572"/>
                  </a:lnTo>
                  <a:lnTo>
                    <a:pt x="811784" y="572998"/>
                  </a:lnTo>
                  <a:lnTo>
                    <a:pt x="811618" y="572998"/>
                  </a:lnTo>
                  <a:lnTo>
                    <a:pt x="829589" y="579767"/>
                  </a:lnTo>
                  <a:lnTo>
                    <a:pt x="832192" y="572998"/>
                  </a:lnTo>
                  <a:lnTo>
                    <a:pt x="838796" y="553046"/>
                  </a:lnTo>
                  <a:lnTo>
                    <a:pt x="844397" y="532790"/>
                  </a:lnTo>
                  <a:lnTo>
                    <a:pt x="846467" y="523557"/>
                  </a:lnTo>
                  <a:close/>
                </a:path>
                <a:path w="857250" h="857250">
                  <a:moveTo>
                    <a:pt x="855560" y="391668"/>
                  </a:moveTo>
                  <a:lnTo>
                    <a:pt x="855179" y="386600"/>
                  </a:lnTo>
                  <a:lnTo>
                    <a:pt x="852614" y="365747"/>
                  </a:lnTo>
                  <a:lnTo>
                    <a:pt x="849007" y="344995"/>
                  </a:lnTo>
                  <a:lnTo>
                    <a:pt x="846455" y="333616"/>
                  </a:lnTo>
                  <a:lnTo>
                    <a:pt x="827887" y="337832"/>
                  </a:lnTo>
                  <a:lnTo>
                    <a:pt x="830326" y="348716"/>
                  </a:lnTo>
                  <a:lnTo>
                    <a:pt x="833767" y="368541"/>
                  </a:lnTo>
                  <a:lnTo>
                    <a:pt x="836231" y="388467"/>
                  </a:lnTo>
                  <a:lnTo>
                    <a:pt x="836587" y="393306"/>
                  </a:lnTo>
                  <a:lnTo>
                    <a:pt x="855560" y="391668"/>
                  </a:lnTo>
                  <a:close/>
                </a:path>
                <a:path w="857250" h="857250">
                  <a:moveTo>
                    <a:pt x="857237" y="428599"/>
                  </a:moveTo>
                  <a:lnTo>
                    <a:pt x="838200" y="428599"/>
                  </a:lnTo>
                  <a:lnTo>
                    <a:pt x="837704" y="448741"/>
                  </a:lnTo>
                  <a:lnTo>
                    <a:pt x="837628" y="449681"/>
                  </a:lnTo>
                  <a:lnTo>
                    <a:pt x="836231" y="468769"/>
                  </a:lnTo>
                  <a:lnTo>
                    <a:pt x="834364" y="483870"/>
                  </a:lnTo>
                  <a:lnTo>
                    <a:pt x="853236" y="486435"/>
                  </a:lnTo>
                  <a:lnTo>
                    <a:pt x="855179" y="470636"/>
                  </a:lnTo>
                  <a:lnTo>
                    <a:pt x="856729" y="449681"/>
                  </a:lnTo>
                  <a:lnTo>
                    <a:pt x="856754" y="448741"/>
                  </a:lnTo>
                  <a:lnTo>
                    <a:pt x="857237" y="428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599" y="6581774"/>
              <a:ext cx="200025" cy="22860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2084090" y="5723206"/>
            <a:ext cx="1350010" cy="53657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algn="ctr">
              <a:spcBef>
                <a:spcPts val="610"/>
              </a:spcBef>
            </a:pPr>
            <a:r>
              <a:rPr sz="1400" b="1" spc="-90" dirty="0">
                <a:solidFill>
                  <a:srgbClr val="1A365C"/>
                </a:solidFill>
                <a:latin typeface="Montserrat SemiBold"/>
                <a:cs typeface="Montserrat SemiBold"/>
              </a:rPr>
              <a:t>Dr.</a:t>
            </a:r>
            <a:r>
              <a:rPr sz="1400" b="1" spc="-5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400" b="1" spc="-95" dirty="0">
                <a:solidFill>
                  <a:srgbClr val="1A365C"/>
                </a:solidFill>
                <a:latin typeface="Montserrat SemiBold"/>
                <a:cs typeface="Montserrat SemiBold"/>
              </a:rPr>
              <a:t>Robert</a:t>
            </a:r>
            <a:r>
              <a:rPr sz="1400" b="1" spc="-5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400" b="1" spc="-55" dirty="0">
                <a:solidFill>
                  <a:srgbClr val="1A365C"/>
                </a:solidFill>
                <a:latin typeface="Montserrat SemiBold"/>
                <a:cs typeface="Montserrat SemiBold"/>
              </a:rPr>
              <a:t>Chen</a:t>
            </a:r>
            <a:endParaRPr sz="1400">
              <a:latin typeface="Montserrat SemiBold"/>
              <a:cs typeface="Montserrat SemiBold"/>
            </a:endParaRPr>
          </a:p>
          <a:p>
            <a:pPr algn="ctr">
              <a:spcBef>
                <a:spcPts val="395"/>
              </a:spcBef>
            </a:pPr>
            <a:r>
              <a:rPr sz="1200" spc="-75" dirty="0">
                <a:solidFill>
                  <a:srgbClr val="2A6BB0"/>
                </a:solidFill>
                <a:latin typeface="Montserrat"/>
                <a:cs typeface="Montserrat"/>
              </a:rPr>
              <a:t>Industry</a:t>
            </a:r>
            <a:r>
              <a:rPr sz="1200" spc="-5" dirty="0">
                <a:solidFill>
                  <a:srgbClr val="2A6BB0"/>
                </a:solidFill>
                <a:latin typeface="Montserrat"/>
                <a:cs typeface="Montserrat"/>
              </a:rPr>
              <a:t> </a:t>
            </a:r>
            <a:r>
              <a:rPr sz="1200" spc="-10" dirty="0">
                <a:solidFill>
                  <a:srgbClr val="2A6BB0"/>
                </a:solidFill>
                <a:latin typeface="Montserrat"/>
                <a:cs typeface="Montserrat"/>
              </a:rPr>
              <a:t>Expert</a:t>
            </a:r>
            <a:endParaRPr sz="1200">
              <a:latin typeface="Montserrat"/>
              <a:cs typeface="Montserra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235450" y="4854564"/>
            <a:ext cx="857250" cy="857250"/>
            <a:chOff x="2943224" y="6267449"/>
            <a:chExt cx="857250" cy="857250"/>
          </a:xfrm>
        </p:grpSpPr>
        <p:sp>
          <p:nvSpPr>
            <p:cNvPr id="43" name="object 43"/>
            <p:cNvSpPr/>
            <p:nvPr/>
          </p:nvSpPr>
          <p:spPr>
            <a:xfrm>
              <a:off x="2943224" y="6267449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428624" y="857249"/>
                  </a:moveTo>
                  <a:lnTo>
                    <a:pt x="386611" y="855190"/>
                  </a:lnTo>
                  <a:lnTo>
                    <a:pt x="345004" y="849013"/>
                  </a:lnTo>
                  <a:lnTo>
                    <a:pt x="304199" y="838797"/>
                  </a:lnTo>
                  <a:lnTo>
                    <a:pt x="264597" y="824621"/>
                  </a:lnTo>
                  <a:lnTo>
                    <a:pt x="226570" y="806641"/>
                  </a:lnTo>
                  <a:lnTo>
                    <a:pt x="190493" y="785012"/>
                  </a:lnTo>
                  <a:lnTo>
                    <a:pt x="156704" y="759959"/>
                  </a:lnTo>
                  <a:lnTo>
                    <a:pt x="125541" y="731708"/>
                  </a:lnTo>
                  <a:lnTo>
                    <a:pt x="97289" y="700544"/>
                  </a:lnTo>
                  <a:lnTo>
                    <a:pt x="72236" y="666755"/>
                  </a:lnTo>
                  <a:lnTo>
                    <a:pt x="50606" y="630679"/>
                  </a:lnTo>
                  <a:lnTo>
                    <a:pt x="32627" y="592652"/>
                  </a:lnTo>
                  <a:lnTo>
                    <a:pt x="18451" y="553049"/>
                  </a:lnTo>
                  <a:lnTo>
                    <a:pt x="8235" y="512244"/>
                  </a:lnTo>
                  <a:lnTo>
                    <a:pt x="2058" y="470637"/>
                  </a:lnTo>
                  <a:lnTo>
                    <a:pt x="0" y="428624"/>
                  </a:lnTo>
                  <a:lnTo>
                    <a:pt x="514" y="407567"/>
                  </a:lnTo>
                  <a:lnTo>
                    <a:pt x="4632" y="365757"/>
                  </a:lnTo>
                  <a:lnTo>
                    <a:pt x="12848" y="324451"/>
                  </a:lnTo>
                  <a:lnTo>
                    <a:pt x="25044" y="284248"/>
                  </a:lnTo>
                  <a:lnTo>
                    <a:pt x="41160" y="245338"/>
                  </a:lnTo>
                  <a:lnTo>
                    <a:pt x="60965" y="208287"/>
                  </a:lnTo>
                  <a:lnTo>
                    <a:pt x="84362" y="173270"/>
                  </a:lnTo>
                  <a:lnTo>
                    <a:pt x="111015" y="140794"/>
                  </a:lnTo>
                  <a:lnTo>
                    <a:pt x="140795" y="111015"/>
                  </a:lnTo>
                  <a:lnTo>
                    <a:pt x="173270" y="84362"/>
                  </a:lnTo>
                  <a:lnTo>
                    <a:pt x="208287" y="60965"/>
                  </a:lnTo>
                  <a:lnTo>
                    <a:pt x="245339" y="41160"/>
                  </a:lnTo>
                  <a:lnTo>
                    <a:pt x="284248" y="25044"/>
                  </a:lnTo>
                  <a:lnTo>
                    <a:pt x="324451" y="12848"/>
                  </a:lnTo>
                  <a:lnTo>
                    <a:pt x="365757" y="4632"/>
                  </a:lnTo>
                  <a:lnTo>
                    <a:pt x="407567" y="514"/>
                  </a:lnTo>
                  <a:lnTo>
                    <a:pt x="428624" y="0"/>
                  </a:lnTo>
                  <a:lnTo>
                    <a:pt x="449682" y="514"/>
                  </a:lnTo>
                  <a:lnTo>
                    <a:pt x="491492" y="4632"/>
                  </a:lnTo>
                  <a:lnTo>
                    <a:pt x="532797" y="12848"/>
                  </a:lnTo>
                  <a:lnTo>
                    <a:pt x="573000" y="25044"/>
                  </a:lnTo>
                  <a:lnTo>
                    <a:pt x="611909" y="41160"/>
                  </a:lnTo>
                  <a:lnTo>
                    <a:pt x="648961" y="60965"/>
                  </a:lnTo>
                  <a:lnTo>
                    <a:pt x="683978" y="84362"/>
                  </a:lnTo>
                  <a:lnTo>
                    <a:pt x="716454" y="111015"/>
                  </a:lnTo>
                  <a:lnTo>
                    <a:pt x="746234" y="140794"/>
                  </a:lnTo>
                  <a:lnTo>
                    <a:pt x="772886" y="173270"/>
                  </a:lnTo>
                  <a:lnTo>
                    <a:pt x="796283" y="208287"/>
                  </a:lnTo>
                  <a:lnTo>
                    <a:pt x="816088" y="245338"/>
                  </a:lnTo>
                  <a:lnTo>
                    <a:pt x="832205" y="284248"/>
                  </a:lnTo>
                  <a:lnTo>
                    <a:pt x="844400" y="324451"/>
                  </a:lnTo>
                  <a:lnTo>
                    <a:pt x="852617" y="365757"/>
                  </a:lnTo>
                  <a:lnTo>
                    <a:pt x="856735" y="407567"/>
                  </a:lnTo>
                  <a:lnTo>
                    <a:pt x="857249" y="428624"/>
                  </a:lnTo>
                  <a:lnTo>
                    <a:pt x="856735" y="449682"/>
                  </a:lnTo>
                  <a:lnTo>
                    <a:pt x="852617" y="491492"/>
                  </a:lnTo>
                  <a:lnTo>
                    <a:pt x="844400" y="532797"/>
                  </a:lnTo>
                  <a:lnTo>
                    <a:pt x="832205" y="573001"/>
                  </a:lnTo>
                  <a:lnTo>
                    <a:pt x="816088" y="611909"/>
                  </a:lnTo>
                  <a:lnTo>
                    <a:pt x="796283" y="648961"/>
                  </a:lnTo>
                  <a:lnTo>
                    <a:pt x="772886" y="683977"/>
                  </a:lnTo>
                  <a:lnTo>
                    <a:pt x="746234" y="716454"/>
                  </a:lnTo>
                  <a:lnTo>
                    <a:pt x="716454" y="746233"/>
                  </a:lnTo>
                  <a:lnTo>
                    <a:pt x="683978" y="772885"/>
                  </a:lnTo>
                  <a:lnTo>
                    <a:pt x="648961" y="796283"/>
                  </a:lnTo>
                  <a:lnTo>
                    <a:pt x="611909" y="816087"/>
                  </a:lnTo>
                  <a:lnTo>
                    <a:pt x="573000" y="832204"/>
                  </a:lnTo>
                  <a:lnTo>
                    <a:pt x="532797" y="844400"/>
                  </a:lnTo>
                  <a:lnTo>
                    <a:pt x="491492" y="852616"/>
                  </a:lnTo>
                  <a:lnTo>
                    <a:pt x="449682" y="856735"/>
                  </a:lnTo>
                  <a:lnTo>
                    <a:pt x="428624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43212" y="6267462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22885" y="373430"/>
                  </a:moveTo>
                  <a:lnTo>
                    <a:pt x="520" y="407555"/>
                  </a:lnTo>
                  <a:lnTo>
                    <a:pt x="0" y="428612"/>
                  </a:lnTo>
                  <a:lnTo>
                    <a:pt x="19050" y="428612"/>
                  </a:lnTo>
                  <a:lnTo>
                    <a:pt x="19545" y="408495"/>
                  </a:lnTo>
                  <a:lnTo>
                    <a:pt x="19621" y="407555"/>
                  </a:lnTo>
                  <a:lnTo>
                    <a:pt x="21018" y="388467"/>
                  </a:lnTo>
                  <a:lnTo>
                    <a:pt x="22885" y="373430"/>
                  </a:lnTo>
                  <a:close/>
                </a:path>
                <a:path w="857250" h="857250">
                  <a:moveTo>
                    <a:pt x="29387" y="519468"/>
                  </a:moveTo>
                  <a:lnTo>
                    <a:pt x="26924" y="508520"/>
                  </a:lnTo>
                  <a:lnTo>
                    <a:pt x="23482" y="488696"/>
                  </a:lnTo>
                  <a:lnTo>
                    <a:pt x="21018" y="468769"/>
                  </a:lnTo>
                  <a:lnTo>
                    <a:pt x="20675" y="463994"/>
                  </a:lnTo>
                  <a:lnTo>
                    <a:pt x="1701" y="465645"/>
                  </a:lnTo>
                  <a:lnTo>
                    <a:pt x="2070" y="470636"/>
                  </a:lnTo>
                  <a:lnTo>
                    <a:pt x="4635" y="491490"/>
                  </a:lnTo>
                  <a:lnTo>
                    <a:pt x="8242" y="512241"/>
                  </a:lnTo>
                  <a:lnTo>
                    <a:pt x="10807" y="523684"/>
                  </a:lnTo>
                  <a:lnTo>
                    <a:pt x="29387" y="519468"/>
                  </a:lnTo>
                  <a:close/>
                </a:path>
                <a:path w="857250" h="857250">
                  <a:moveTo>
                    <a:pt x="45453" y="284238"/>
                  </a:moveTo>
                  <a:lnTo>
                    <a:pt x="27635" y="277533"/>
                  </a:lnTo>
                  <a:lnTo>
                    <a:pt x="25044" y="284238"/>
                  </a:lnTo>
                  <a:lnTo>
                    <a:pt x="18453" y="304190"/>
                  </a:lnTo>
                  <a:lnTo>
                    <a:pt x="12852" y="324446"/>
                  </a:lnTo>
                  <a:lnTo>
                    <a:pt x="10769" y="333730"/>
                  </a:lnTo>
                  <a:lnTo>
                    <a:pt x="29337" y="337947"/>
                  </a:lnTo>
                  <a:lnTo>
                    <a:pt x="31330" y="329069"/>
                  </a:lnTo>
                  <a:lnTo>
                    <a:pt x="36690" y="309727"/>
                  </a:lnTo>
                  <a:lnTo>
                    <a:pt x="42989" y="290664"/>
                  </a:lnTo>
                  <a:lnTo>
                    <a:pt x="45453" y="284238"/>
                  </a:lnTo>
                  <a:close/>
                </a:path>
                <a:path w="857250" h="857250">
                  <a:moveTo>
                    <a:pt x="59563" y="606082"/>
                  </a:moveTo>
                  <a:lnTo>
                    <a:pt x="58381" y="603758"/>
                  </a:lnTo>
                  <a:lnTo>
                    <a:pt x="50228" y="585355"/>
                  </a:lnTo>
                  <a:lnTo>
                    <a:pt x="42989" y="566572"/>
                  </a:lnTo>
                  <a:lnTo>
                    <a:pt x="38849" y="554037"/>
                  </a:lnTo>
                  <a:lnTo>
                    <a:pt x="20713" y="559879"/>
                  </a:lnTo>
                  <a:lnTo>
                    <a:pt x="25044" y="572998"/>
                  </a:lnTo>
                  <a:lnTo>
                    <a:pt x="32639" y="592645"/>
                  </a:lnTo>
                  <a:lnTo>
                    <a:pt x="41173" y="611898"/>
                  </a:lnTo>
                  <a:lnTo>
                    <a:pt x="42392" y="614337"/>
                  </a:lnTo>
                  <a:lnTo>
                    <a:pt x="59563" y="606082"/>
                  </a:lnTo>
                  <a:close/>
                </a:path>
                <a:path w="857250" h="857250">
                  <a:moveTo>
                    <a:pt x="87210" y="202450"/>
                  </a:moveTo>
                  <a:lnTo>
                    <a:pt x="71323" y="191935"/>
                  </a:lnTo>
                  <a:lnTo>
                    <a:pt x="60972" y="208280"/>
                  </a:lnTo>
                  <a:lnTo>
                    <a:pt x="50609" y="226568"/>
                  </a:lnTo>
                  <a:lnTo>
                    <a:pt x="42303" y="243065"/>
                  </a:lnTo>
                  <a:lnTo>
                    <a:pt x="59474" y="251320"/>
                  </a:lnTo>
                  <a:lnTo>
                    <a:pt x="67411" y="235546"/>
                  </a:lnTo>
                  <a:lnTo>
                    <a:pt x="77317" y="218071"/>
                  </a:lnTo>
                  <a:lnTo>
                    <a:pt x="87210" y="202450"/>
                  </a:lnTo>
                  <a:close/>
                </a:path>
                <a:path w="857250" h="857250">
                  <a:moveTo>
                    <a:pt x="108458" y="683895"/>
                  </a:moveTo>
                  <a:lnTo>
                    <a:pt x="99669" y="672617"/>
                  </a:lnTo>
                  <a:lnTo>
                    <a:pt x="88087" y="656170"/>
                  </a:lnTo>
                  <a:lnTo>
                    <a:pt x="77317" y="639165"/>
                  </a:lnTo>
                  <a:lnTo>
                    <a:pt x="76581" y="637870"/>
                  </a:lnTo>
                  <a:lnTo>
                    <a:pt x="60210" y="647611"/>
                  </a:lnTo>
                  <a:lnTo>
                    <a:pt x="60972" y="648957"/>
                  </a:lnTo>
                  <a:lnTo>
                    <a:pt x="72237" y="666750"/>
                  </a:lnTo>
                  <a:lnTo>
                    <a:pt x="84315" y="683895"/>
                  </a:lnTo>
                  <a:lnTo>
                    <a:pt x="93573" y="695769"/>
                  </a:lnTo>
                  <a:lnTo>
                    <a:pt x="108458" y="683895"/>
                  </a:lnTo>
                  <a:close/>
                </a:path>
                <a:path w="857250" h="857250">
                  <a:moveTo>
                    <a:pt x="146202" y="132168"/>
                  </a:moveTo>
                  <a:lnTo>
                    <a:pt x="133057" y="118376"/>
                  </a:lnTo>
                  <a:lnTo>
                    <a:pt x="125552" y="125539"/>
                  </a:lnTo>
                  <a:lnTo>
                    <a:pt x="111023" y="140792"/>
                  </a:lnTo>
                  <a:lnTo>
                    <a:pt x="97294" y="156692"/>
                  </a:lnTo>
                  <a:lnTo>
                    <a:pt x="93446" y="161632"/>
                  </a:lnTo>
                  <a:lnTo>
                    <a:pt x="108343" y="173494"/>
                  </a:lnTo>
                  <a:lnTo>
                    <a:pt x="112026" y="168783"/>
                  </a:lnTo>
                  <a:lnTo>
                    <a:pt x="125133" y="153581"/>
                  </a:lnTo>
                  <a:lnTo>
                    <a:pt x="139014" y="139001"/>
                  </a:lnTo>
                  <a:lnTo>
                    <a:pt x="146202" y="132168"/>
                  </a:lnTo>
                  <a:close/>
                </a:path>
                <a:path w="857250" h="857250">
                  <a:moveTo>
                    <a:pt x="173482" y="748880"/>
                  </a:moveTo>
                  <a:lnTo>
                    <a:pt x="168795" y="745223"/>
                  </a:lnTo>
                  <a:lnTo>
                    <a:pt x="153593" y="732116"/>
                  </a:lnTo>
                  <a:lnTo>
                    <a:pt x="139014" y="718235"/>
                  </a:lnTo>
                  <a:lnTo>
                    <a:pt x="132156" y="711034"/>
                  </a:lnTo>
                  <a:lnTo>
                    <a:pt x="118364" y="724166"/>
                  </a:lnTo>
                  <a:lnTo>
                    <a:pt x="125552" y="731697"/>
                  </a:lnTo>
                  <a:lnTo>
                    <a:pt x="140804" y="746226"/>
                  </a:lnTo>
                  <a:lnTo>
                    <a:pt x="156705" y="759955"/>
                  </a:lnTo>
                  <a:lnTo>
                    <a:pt x="161620" y="763778"/>
                  </a:lnTo>
                  <a:lnTo>
                    <a:pt x="173482" y="748880"/>
                  </a:lnTo>
                  <a:close/>
                </a:path>
                <a:path w="857250" h="857250">
                  <a:moveTo>
                    <a:pt x="219354" y="76581"/>
                  </a:moveTo>
                  <a:lnTo>
                    <a:pt x="209613" y="60210"/>
                  </a:lnTo>
                  <a:lnTo>
                    <a:pt x="208292" y="60960"/>
                  </a:lnTo>
                  <a:lnTo>
                    <a:pt x="190500" y="72224"/>
                  </a:lnTo>
                  <a:lnTo>
                    <a:pt x="173278" y="84353"/>
                  </a:lnTo>
                  <a:lnTo>
                    <a:pt x="161455" y="93573"/>
                  </a:lnTo>
                  <a:lnTo>
                    <a:pt x="173329" y="108470"/>
                  </a:lnTo>
                  <a:lnTo>
                    <a:pt x="184632" y="99656"/>
                  </a:lnTo>
                  <a:lnTo>
                    <a:pt x="201079" y="88074"/>
                  </a:lnTo>
                  <a:lnTo>
                    <a:pt x="218084" y="77304"/>
                  </a:lnTo>
                  <a:lnTo>
                    <a:pt x="219354" y="76581"/>
                  </a:lnTo>
                  <a:close/>
                </a:path>
                <a:path w="857250" h="857250">
                  <a:moveTo>
                    <a:pt x="251294" y="797763"/>
                  </a:moveTo>
                  <a:lnTo>
                    <a:pt x="235559" y="789838"/>
                  </a:lnTo>
                  <a:lnTo>
                    <a:pt x="218084" y="779932"/>
                  </a:lnTo>
                  <a:lnTo>
                    <a:pt x="202438" y="770026"/>
                  </a:lnTo>
                  <a:lnTo>
                    <a:pt x="191922" y="785901"/>
                  </a:lnTo>
                  <a:lnTo>
                    <a:pt x="208292" y="796277"/>
                  </a:lnTo>
                  <a:lnTo>
                    <a:pt x="226580" y="806640"/>
                  </a:lnTo>
                  <a:lnTo>
                    <a:pt x="243052" y="814933"/>
                  </a:lnTo>
                  <a:lnTo>
                    <a:pt x="251294" y="797763"/>
                  </a:lnTo>
                  <a:close/>
                </a:path>
                <a:path w="857250" h="857250">
                  <a:moveTo>
                    <a:pt x="303174" y="38836"/>
                  </a:moveTo>
                  <a:lnTo>
                    <a:pt x="297345" y="20713"/>
                  </a:lnTo>
                  <a:lnTo>
                    <a:pt x="284251" y="25031"/>
                  </a:lnTo>
                  <a:lnTo>
                    <a:pt x="264604" y="32626"/>
                  </a:lnTo>
                  <a:lnTo>
                    <a:pt x="245351" y="41148"/>
                  </a:lnTo>
                  <a:lnTo>
                    <a:pt x="242874" y="42392"/>
                  </a:lnTo>
                  <a:lnTo>
                    <a:pt x="251129" y="59563"/>
                  </a:lnTo>
                  <a:lnTo>
                    <a:pt x="253492" y="58369"/>
                  </a:lnTo>
                  <a:lnTo>
                    <a:pt x="271894" y="50215"/>
                  </a:lnTo>
                  <a:lnTo>
                    <a:pt x="290677" y="42976"/>
                  </a:lnTo>
                  <a:lnTo>
                    <a:pt x="303174" y="38836"/>
                  </a:lnTo>
                  <a:close/>
                </a:path>
                <a:path w="857250" h="857250">
                  <a:moveTo>
                    <a:pt x="337934" y="827900"/>
                  </a:moveTo>
                  <a:lnTo>
                    <a:pt x="329082" y="825919"/>
                  </a:lnTo>
                  <a:lnTo>
                    <a:pt x="309740" y="820559"/>
                  </a:lnTo>
                  <a:lnTo>
                    <a:pt x="290677" y="814260"/>
                  </a:lnTo>
                  <a:lnTo>
                    <a:pt x="284226" y="811771"/>
                  </a:lnTo>
                  <a:lnTo>
                    <a:pt x="277507" y="829602"/>
                  </a:lnTo>
                  <a:lnTo>
                    <a:pt x="284251" y="832192"/>
                  </a:lnTo>
                  <a:lnTo>
                    <a:pt x="304203" y="838796"/>
                  </a:lnTo>
                  <a:lnTo>
                    <a:pt x="324459" y="844397"/>
                  </a:lnTo>
                  <a:lnTo>
                    <a:pt x="333717" y="846467"/>
                  </a:lnTo>
                  <a:lnTo>
                    <a:pt x="337934" y="827900"/>
                  </a:lnTo>
                  <a:close/>
                </a:path>
                <a:path w="857250" h="857250">
                  <a:moveTo>
                    <a:pt x="393217" y="20662"/>
                  </a:moveTo>
                  <a:lnTo>
                    <a:pt x="391579" y="1689"/>
                  </a:lnTo>
                  <a:lnTo>
                    <a:pt x="386613" y="2057"/>
                  </a:lnTo>
                  <a:lnTo>
                    <a:pt x="365760" y="4622"/>
                  </a:lnTo>
                  <a:lnTo>
                    <a:pt x="345008" y="8229"/>
                  </a:lnTo>
                  <a:lnTo>
                    <a:pt x="333527" y="10807"/>
                  </a:lnTo>
                  <a:lnTo>
                    <a:pt x="337756" y="29375"/>
                  </a:lnTo>
                  <a:lnTo>
                    <a:pt x="348729" y="26911"/>
                  </a:lnTo>
                  <a:lnTo>
                    <a:pt x="368554" y="23469"/>
                  </a:lnTo>
                  <a:lnTo>
                    <a:pt x="388480" y="21005"/>
                  </a:lnTo>
                  <a:lnTo>
                    <a:pt x="393217" y="20662"/>
                  </a:lnTo>
                  <a:close/>
                </a:path>
                <a:path w="857250" h="857250">
                  <a:moveTo>
                    <a:pt x="428764" y="857237"/>
                  </a:moveTo>
                  <a:lnTo>
                    <a:pt x="428726" y="853236"/>
                  </a:lnTo>
                  <a:lnTo>
                    <a:pt x="428561" y="838200"/>
                  </a:lnTo>
                  <a:lnTo>
                    <a:pt x="408508" y="837704"/>
                  </a:lnTo>
                  <a:lnTo>
                    <a:pt x="388480" y="836231"/>
                  </a:lnTo>
                  <a:lnTo>
                    <a:pt x="373405" y="834364"/>
                  </a:lnTo>
                  <a:lnTo>
                    <a:pt x="370840" y="853236"/>
                  </a:lnTo>
                  <a:lnTo>
                    <a:pt x="386613" y="855179"/>
                  </a:lnTo>
                  <a:lnTo>
                    <a:pt x="407568" y="856729"/>
                  </a:lnTo>
                  <a:lnTo>
                    <a:pt x="428764" y="857237"/>
                  </a:lnTo>
                  <a:close/>
                </a:path>
                <a:path w="857250" h="857250">
                  <a:moveTo>
                    <a:pt x="486486" y="4013"/>
                  </a:moveTo>
                  <a:lnTo>
                    <a:pt x="470649" y="2057"/>
                  </a:lnTo>
                  <a:lnTo>
                    <a:pt x="449694" y="508"/>
                  </a:lnTo>
                  <a:lnTo>
                    <a:pt x="428396" y="0"/>
                  </a:lnTo>
                  <a:lnTo>
                    <a:pt x="428421" y="4013"/>
                  </a:lnTo>
                  <a:lnTo>
                    <a:pt x="428536" y="19050"/>
                  </a:lnTo>
                  <a:lnTo>
                    <a:pt x="448754" y="19532"/>
                  </a:lnTo>
                  <a:lnTo>
                    <a:pt x="468782" y="21005"/>
                  </a:lnTo>
                  <a:lnTo>
                    <a:pt x="483920" y="22885"/>
                  </a:lnTo>
                  <a:lnTo>
                    <a:pt x="486486" y="4013"/>
                  </a:lnTo>
                  <a:close/>
                </a:path>
                <a:path w="857250" h="857250">
                  <a:moveTo>
                    <a:pt x="523671" y="846442"/>
                  </a:moveTo>
                  <a:lnTo>
                    <a:pt x="519442" y="827874"/>
                  </a:lnTo>
                  <a:lnTo>
                    <a:pt x="508533" y="830326"/>
                  </a:lnTo>
                  <a:lnTo>
                    <a:pt x="488708" y="833767"/>
                  </a:lnTo>
                  <a:lnTo>
                    <a:pt x="468782" y="836231"/>
                  </a:lnTo>
                  <a:lnTo>
                    <a:pt x="463981" y="836574"/>
                  </a:lnTo>
                  <a:lnTo>
                    <a:pt x="465620" y="855548"/>
                  </a:lnTo>
                  <a:lnTo>
                    <a:pt x="470649" y="855179"/>
                  </a:lnTo>
                  <a:lnTo>
                    <a:pt x="491502" y="852614"/>
                  </a:lnTo>
                  <a:lnTo>
                    <a:pt x="512254" y="849007"/>
                  </a:lnTo>
                  <a:lnTo>
                    <a:pt x="523671" y="846442"/>
                  </a:lnTo>
                  <a:close/>
                </a:path>
                <a:path w="857250" h="857250">
                  <a:moveTo>
                    <a:pt x="579818" y="27660"/>
                  </a:moveTo>
                  <a:lnTo>
                    <a:pt x="573011" y="25031"/>
                  </a:lnTo>
                  <a:lnTo>
                    <a:pt x="553059" y="18440"/>
                  </a:lnTo>
                  <a:lnTo>
                    <a:pt x="532803" y="12839"/>
                  </a:lnTo>
                  <a:lnTo>
                    <a:pt x="523608" y="10782"/>
                  </a:lnTo>
                  <a:lnTo>
                    <a:pt x="519391" y="29349"/>
                  </a:lnTo>
                  <a:lnTo>
                    <a:pt x="528180" y="31318"/>
                  </a:lnTo>
                  <a:lnTo>
                    <a:pt x="547522" y="36677"/>
                  </a:lnTo>
                  <a:lnTo>
                    <a:pt x="566585" y="42976"/>
                  </a:lnTo>
                  <a:lnTo>
                    <a:pt x="573087" y="45478"/>
                  </a:lnTo>
                  <a:lnTo>
                    <a:pt x="579818" y="27660"/>
                  </a:lnTo>
                  <a:close/>
                </a:path>
                <a:path w="857250" h="857250">
                  <a:moveTo>
                    <a:pt x="614324" y="814870"/>
                  </a:moveTo>
                  <a:lnTo>
                    <a:pt x="606069" y="797699"/>
                  </a:lnTo>
                  <a:lnTo>
                    <a:pt x="603770" y="798855"/>
                  </a:lnTo>
                  <a:lnTo>
                    <a:pt x="585368" y="807021"/>
                  </a:lnTo>
                  <a:lnTo>
                    <a:pt x="566585" y="814260"/>
                  </a:lnTo>
                  <a:lnTo>
                    <a:pt x="554024" y="818413"/>
                  </a:lnTo>
                  <a:lnTo>
                    <a:pt x="559854" y="836549"/>
                  </a:lnTo>
                  <a:lnTo>
                    <a:pt x="573011" y="832192"/>
                  </a:lnTo>
                  <a:lnTo>
                    <a:pt x="592658" y="824611"/>
                  </a:lnTo>
                  <a:lnTo>
                    <a:pt x="611911" y="816076"/>
                  </a:lnTo>
                  <a:lnTo>
                    <a:pt x="614324" y="814870"/>
                  </a:lnTo>
                  <a:close/>
                </a:path>
                <a:path w="857250" h="857250">
                  <a:moveTo>
                    <a:pt x="665403" y="71361"/>
                  </a:moveTo>
                  <a:lnTo>
                    <a:pt x="648970" y="60960"/>
                  </a:lnTo>
                  <a:lnTo>
                    <a:pt x="630682" y="50596"/>
                  </a:lnTo>
                  <a:lnTo>
                    <a:pt x="614273" y="42341"/>
                  </a:lnTo>
                  <a:lnTo>
                    <a:pt x="606018" y="59499"/>
                  </a:lnTo>
                  <a:lnTo>
                    <a:pt x="621703" y="67398"/>
                  </a:lnTo>
                  <a:lnTo>
                    <a:pt x="639178" y="77304"/>
                  </a:lnTo>
                  <a:lnTo>
                    <a:pt x="654875" y="87249"/>
                  </a:lnTo>
                  <a:lnTo>
                    <a:pt x="665403" y="71361"/>
                  </a:lnTo>
                  <a:close/>
                </a:path>
                <a:path w="857250" h="857250">
                  <a:moveTo>
                    <a:pt x="695756" y="763701"/>
                  </a:moveTo>
                  <a:lnTo>
                    <a:pt x="683882" y="748804"/>
                  </a:lnTo>
                  <a:lnTo>
                    <a:pt x="672630" y="757580"/>
                  </a:lnTo>
                  <a:lnTo>
                    <a:pt x="656183" y="769162"/>
                  </a:lnTo>
                  <a:lnTo>
                    <a:pt x="639178" y="779932"/>
                  </a:lnTo>
                  <a:lnTo>
                    <a:pt x="637857" y="780681"/>
                  </a:lnTo>
                  <a:lnTo>
                    <a:pt x="647585" y="797064"/>
                  </a:lnTo>
                  <a:lnTo>
                    <a:pt x="648970" y="796277"/>
                  </a:lnTo>
                  <a:lnTo>
                    <a:pt x="666762" y="784999"/>
                  </a:lnTo>
                  <a:lnTo>
                    <a:pt x="683983" y="772883"/>
                  </a:lnTo>
                  <a:lnTo>
                    <a:pt x="695756" y="763701"/>
                  </a:lnTo>
                  <a:close/>
                </a:path>
                <a:path w="857250" h="857250">
                  <a:moveTo>
                    <a:pt x="738936" y="133121"/>
                  </a:moveTo>
                  <a:lnTo>
                    <a:pt x="731710" y="125539"/>
                  </a:lnTo>
                  <a:lnTo>
                    <a:pt x="716457" y="111010"/>
                  </a:lnTo>
                  <a:lnTo>
                    <a:pt x="700544" y="97282"/>
                  </a:lnTo>
                  <a:lnTo>
                    <a:pt x="695693" y="93497"/>
                  </a:lnTo>
                  <a:lnTo>
                    <a:pt x="683831" y="108394"/>
                  </a:lnTo>
                  <a:lnTo>
                    <a:pt x="688467" y="112014"/>
                  </a:lnTo>
                  <a:lnTo>
                    <a:pt x="703668" y="125120"/>
                  </a:lnTo>
                  <a:lnTo>
                    <a:pt x="718248" y="139001"/>
                  </a:lnTo>
                  <a:lnTo>
                    <a:pt x="725144" y="146253"/>
                  </a:lnTo>
                  <a:lnTo>
                    <a:pt x="738936" y="133121"/>
                  </a:lnTo>
                  <a:close/>
                </a:path>
                <a:path w="857250" h="857250">
                  <a:moveTo>
                    <a:pt x="763778" y="695655"/>
                  </a:moveTo>
                  <a:lnTo>
                    <a:pt x="748880" y="683793"/>
                  </a:lnTo>
                  <a:lnTo>
                    <a:pt x="745236" y="688454"/>
                  </a:lnTo>
                  <a:lnTo>
                    <a:pt x="732129" y="703656"/>
                  </a:lnTo>
                  <a:lnTo>
                    <a:pt x="718248" y="718235"/>
                  </a:lnTo>
                  <a:lnTo>
                    <a:pt x="711022" y="725106"/>
                  </a:lnTo>
                  <a:lnTo>
                    <a:pt x="724154" y="738898"/>
                  </a:lnTo>
                  <a:lnTo>
                    <a:pt x="731710" y="731697"/>
                  </a:lnTo>
                  <a:lnTo>
                    <a:pt x="746239" y="716445"/>
                  </a:lnTo>
                  <a:lnTo>
                    <a:pt x="759968" y="700532"/>
                  </a:lnTo>
                  <a:lnTo>
                    <a:pt x="763778" y="695655"/>
                  </a:lnTo>
                  <a:close/>
                </a:path>
                <a:path w="857250" h="857250">
                  <a:moveTo>
                    <a:pt x="797090" y="209689"/>
                  </a:moveTo>
                  <a:lnTo>
                    <a:pt x="796290" y="208280"/>
                  </a:lnTo>
                  <a:lnTo>
                    <a:pt x="785025" y="190487"/>
                  </a:lnTo>
                  <a:lnTo>
                    <a:pt x="772896" y="173266"/>
                  </a:lnTo>
                  <a:lnTo>
                    <a:pt x="763727" y="161518"/>
                  </a:lnTo>
                  <a:lnTo>
                    <a:pt x="748842" y="173393"/>
                  </a:lnTo>
                  <a:lnTo>
                    <a:pt x="757593" y="184619"/>
                  </a:lnTo>
                  <a:lnTo>
                    <a:pt x="769175" y="201066"/>
                  </a:lnTo>
                  <a:lnTo>
                    <a:pt x="779945" y="218071"/>
                  </a:lnTo>
                  <a:lnTo>
                    <a:pt x="780707" y="219417"/>
                  </a:lnTo>
                  <a:lnTo>
                    <a:pt x="797090" y="209689"/>
                  </a:lnTo>
                  <a:close/>
                </a:path>
                <a:path w="857250" h="857250">
                  <a:moveTo>
                    <a:pt x="814920" y="614222"/>
                  </a:moveTo>
                  <a:lnTo>
                    <a:pt x="797763" y="605980"/>
                  </a:lnTo>
                  <a:lnTo>
                    <a:pt x="789851" y="621690"/>
                  </a:lnTo>
                  <a:lnTo>
                    <a:pt x="779945" y="639165"/>
                  </a:lnTo>
                  <a:lnTo>
                    <a:pt x="770026" y="654837"/>
                  </a:lnTo>
                  <a:lnTo>
                    <a:pt x="785901" y="665365"/>
                  </a:lnTo>
                  <a:lnTo>
                    <a:pt x="796290" y="648957"/>
                  </a:lnTo>
                  <a:lnTo>
                    <a:pt x="806653" y="630669"/>
                  </a:lnTo>
                  <a:lnTo>
                    <a:pt x="814920" y="614222"/>
                  </a:lnTo>
                  <a:close/>
                </a:path>
                <a:path w="857250" h="857250">
                  <a:moveTo>
                    <a:pt x="836561" y="297421"/>
                  </a:moveTo>
                  <a:lnTo>
                    <a:pt x="832205" y="284238"/>
                  </a:lnTo>
                  <a:lnTo>
                    <a:pt x="824623" y="264591"/>
                  </a:lnTo>
                  <a:lnTo>
                    <a:pt x="816089" y="245338"/>
                  </a:lnTo>
                  <a:lnTo>
                    <a:pt x="814895" y="242951"/>
                  </a:lnTo>
                  <a:lnTo>
                    <a:pt x="797725" y="251206"/>
                  </a:lnTo>
                  <a:lnTo>
                    <a:pt x="798880" y="253479"/>
                  </a:lnTo>
                  <a:lnTo>
                    <a:pt x="807034" y="271881"/>
                  </a:lnTo>
                  <a:lnTo>
                    <a:pt x="814273" y="290664"/>
                  </a:lnTo>
                  <a:lnTo>
                    <a:pt x="818438" y="303250"/>
                  </a:lnTo>
                  <a:lnTo>
                    <a:pt x="836561" y="297421"/>
                  </a:lnTo>
                  <a:close/>
                </a:path>
                <a:path w="857250" h="857250">
                  <a:moveTo>
                    <a:pt x="846480" y="523570"/>
                  </a:moveTo>
                  <a:lnTo>
                    <a:pt x="827913" y="519341"/>
                  </a:lnTo>
                  <a:lnTo>
                    <a:pt x="825931" y="528154"/>
                  </a:lnTo>
                  <a:lnTo>
                    <a:pt x="820572" y="547509"/>
                  </a:lnTo>
                  <a:lnTo>
                    <a:pt x="814273" y="566572"/>
                  </a:lnTo>
                  <a:lnTo>
                    <a:pt x="811796" y="572998"/>
                  </a:lnTo>
                  <a:lnTo>
                    <a:pt x="811631" y="572998"/>
                  </a:lnTo>
                  <a:lnTo>
                    <a:pt x="829602" y="579767"/>
                  </a:lnTo>
                  <a:lnTo>
                    <a:pt x="832205" y="572998"/>
                  </a:lnTo>
                  <a:lnTo>
                    <a:pt x="838809" y="553046"/>
                  </a:lnTo>
                  <a:lnTo>
                    <a:pt x="844410" y="532790"/>
                  </a:lnTo>
                  <a:lnTo>
                    <a:pt x="846480" y="523570"/>
                  </a:lnTo>
                  <a:close/>
                </a:path>
                <a:path w="857250" h="857250">
                  <a:moveTo>
                    <a:pt x="855573" y="391668"/>
                  </a:moveTo>
                  <a:lnTo>
                    <a:pt x="855192" y="386600"/>
                  </a:lnTo>
                  <a:lnTo>
                    <a:pt x="852627" y="365747"/>
                  </a:lnTo>
                  <a:lnTo>
                    <a:pt x="849020" y="344995"/>
                  </a:lnTo>
                  <a:lnTo>
                    <a:pt x="846467" y="333616"/>
                  </a:lnTo>
                  <a:lnTo>
                    <a:pt x="827887" y="337832"/>
                  </a:lnTo>
                  <a:lnTo>
                    <a:pt x="830338" y="348716"/>
                  </a:lnTo>
                  <a:lnTo>
                    <a:pt x="833780" y="368541"/>
                  </a:lnTo>
                  <a:lnTo>
                    <a:pt x="836244" y="388467"/>
                  </a:lnTo>
                  <a:lnTo>
                    <a:pt x="836599" y="393306"/>
                  </a:lnTo>
                  <a:lnTo>
                    <a:pt x="855573" y="391668"/>
                  </a:lnTo>
                  <a:close/>
                </a:path>
                <a:path w="857250" h="857250">
                  <a:moveTo>
                    <a:pt x="857250" y="428586"/>
                  </a:moveTo>
                  <a:lnTo>
                    <a:pt x="838200" y="428586"/>
                  </a:lnTo>
                  <a:lnTo>
                    <a:pt x="837717" y="448741"/>
                  </a:lnTo>
                  <a:lnTo>
                    <a:pt x="837641" y="449681"/>
                  </a:lnTo>
                  <a:lnTo>
                    <a:pt x="836244" y="468769"/>
                  </a:lnTo>
                  <a:lnTo>
                    <a:pt x="834377" y="483870"/>
                  </a:lnTo>
                  <a:lnTo>
                    <a:pt x="853249" y="486435"/>
                  </a:lnTo>
                  <a:lnTo>
                    <a:pt x="855192" y="470636"/>
                  </a:lnTo>
                  <a:lnTo>
                    <a:pt x="856742" y="449681"/>
                  </a:lnTo>
                  <a:lnTo>
                    <a:pt x="856767" y="448741"/>
                  </a:lnTo>
                  <a:lnTo>
                    <a:pt x="857250" y="428586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6581774"/>
              <a:ext cx="200025" cy="2286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965575" y="5723206"/>
            <a:ext cx="1397000" cy="53657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algn="ctr">
              <a:spcBef>
                <a:spcPts val="610"/>
              </a:spcBef>
            </a:pPr>
            <a:r>
              <a:rPr sz="1400" b="1" spc="-110" dirty="0">
                <a:solidFill>
                  <a:srgbClr val="1A365C"/>
                </a:solidFill>
                <a:latin typeface="Montserrat SemiBold"/>
                <a:cs typeface="Montserrat SemiBold"/>
              </a:rPr>
              <a:t>Sarah</a:t>
            </a:r>
            <a:r>
              <a:rPr sz="1400" b="1" spc="-15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400" b="1" spc="-10" dirty="0">
                <a:solidFill>
                  <a:srgbClr val="1A365C"/>
                </a:solidFill>
                <a:latin typeface="Montserrat SemiBold"/>
                <a:cs typeface="Montserrat SemiBold"/>
              </a:rPr>
              <a:t>Williams</a:t>
            </a:r>
            <a:endParaRPr sz="1400">
              <a:latin typeface="Montserrat SemiBold"/>
              <a:cs typeface="Montserrat SemiBold"/>
            </a:endParaRPr>
          </a:p>
          <a:p>
            <a:pPr algn="ctr">
              <a:spcBef>
                <a:spcPts val="395"/>
              </a:spcBef>
            </a:pPr>
            <a:r>
              <a:rPr sz="1200" spc="-85" dirty="0">
                <a:solidFill>
                  <a:srgbClr val="2A6BB0"/>
                </a:solidFill>
                <a:latin typeface="Montserrat"/>
                <a:cs typeface="Montserrat"/>
              </a:rPr>
              <a:t>Investor</a:t>
            </a:r>
            <a:r>
              <a:rPr sz="1200" dirty="0">
                <a:solidFill>
                  <a:srgbClr val="2A6BB0"/>
                </a:solidFill>
                <a:latin typeface="Montserrat"/>
                <a:cs typeface="Montserrat"/>
              </a:rPr>
              <a:t> </a:t>
            </a:r>
            <a:r>
              <a:rPr sz="1200" spc="-80" dirty="0">
                <a:solidFill>
                  <a:srgbClr val="2A6BB0"/>
                </a:solidFill>
                <a:latin typeface="Montserrat"/>
                <a:cs typeface="Montserrat"/>
              </a:rPr>
              <a:t>&amp;</a:t>
            </a:r>
            <a:r>
              <a:rPr sz="1200" spc="5" dirty="0">
                <a:solidFill>
                  <a:srgbClr val="2A6BB0"/>
                </a:solidFill>
                <a:latin typeface="Montserrat"/>
                <a:cs typeface="Montserrat"/>
              </a:rPr>
              <a:t> </a:t>
            </a:r>
            <a:r>
              <a:rPr sz="1200" spc="-50" dirty="0">
                <a:solidFill>
                  <a:srgbClr val="2A6BB0"/>
                </a:solidFill>
                <a:latin typeface="Montserrat"/>
                <a:cs typeface="Montserrat"/>
              </a:rPr>
              <a:t>Strategist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19661" y="6318189"/>
            <a:ext cx="313499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  <a:tabLst>
                <a:tab pos="1966595" algn="l"/>
              </a:tabLst>
            </a:pP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Former</a:t>
            </a:r>
            <a:r>
              <a:rPr sz="1100" spc="-1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80" dirty="0">
                <a:solidFill>
                  <a:srgbClr val="708095"/>
                </a:solidFill>
                <a:latin typeface="Montserrat"/>
                <a:cs typeface="Montserrat"/>
              </a:rPr>
              <a:t>CTO,</a:t>
            </a:r>
            <a:r>
              <a:rPr sz="1100" spc="-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10" dirty="0">
                <a:solidFill>
                  <a:srgbClr val="708095"/>
                </a:solidFill>
                <a:latin typeface="Montserrat"/>
                <a:cs typeface="Montserrat"/>
              </a:rPr>
              <a:t>[Major</a:t>
            </a:r>
            <a:r>
              <a:rPr sz="1100" dirty="0">
                <a:solidFill>
                  <a:srgbClr val="708095"/>
                </a:solidFill>
                <a:latin typeface="Montserrat"/>
                <a:cs typeface="Montserrat"/>
              </a:rPr>
              <a:t>	</a:t>
            </a:r>
            <a:r>
              <a:rPr sz="1100" spc="-55" dirty="0">
                <a:solidFill>
                  <a:srgbClr val="708095"/>
                </a:solidFill>
                <a:latin typeface="Montserrat"/>
                <a:cs typeface="Montserrat"/>
              </a:rPr>
              <a:t>Partner,</a:t>
            </a:r>
            <a:r>
              <a:rPr sz="1100" spc="2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[VC</a:t>
            </a:r>
            <a:r>
              <a:rPr sz="1100" spc="2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25" dirty="0">
                <a:solidFill>
                  <a:srgbClr val="708095"/>
                </a:solidFill>
                <a:latin typeface="Montserrat"/>
                <a:cs typeface="Montserrat"/>
              </a:rPr>
              <a:t>Firm]</a:t>
            </a:r>
            <a:endParaRPr sz="1100">
              <a:latin typeface="Montserrat"/>
              <a:cs typeface="Montserra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140450" y="4854564"/>
            <a:ext cx="857250" cy="857250"/>
            <a:chOff x="4848224" y="6267449"/>
            <a:chExt cx="857250" cy="857250"/>
          </a:xfrm>
        </p:grpSpPr>
        <p:sp>
          <p:nvSpPr>
            <p:cNvPr id="49" name="object 49"/>
            <p:cNvSpPr/>
            <p:nvPr/>
          </p:nvSpPr>
          <p:spPr>
            <a:xfrm>
              <a:off x="4848224" y="6267449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428624" y="857249"/>
                  </a:moveTo>
                  <a:lnTo>
                    <a:pt x="386611" y="855190"/>
                  </a:lnTo>
                  <a:lnTo>
                    <a:pt x="345003" y="849013"/>
                  </a:lnTo>
                  <a:lnTo>
                    <a:pt x="304199" y="838797"/>
                  </a:lnTo>
                  <a:lnTo>
                    <a:pt x="264596" y="824621"/>
                  </a:lnTo>
                  <a:lnTo>
                    <a:pt x="226569" y="806641"/>
                  </a:lnTo>
                  <a:lnTo>
                    <a:pt x="190492" y="785012"/>
                  </a:lnTo>
                  <a:lnTo>
                    <a:pt x="156704" y="759959"/>
                  </a:lnTo>
                  <a:lnTo>
                    <a:pt x="125540" y="731708"/>
                  </a:lnTo>
                  <a:lnTo>
                    <a:pt x="97289" y="700544"/>
                  </a:lnTo>
                  <a:lnTo>
                    <a:pt x="72235" y="666755"/>
                  </a:lnTo>
                  <a:lnTo>
                    <a:pt x="50606" y="630679"/>
                  </a:lnTo>
                  <a:lnTo>
                    <a:pt x="32626" y="592652"/>
                  </a:lnTo>
                  <a:lnTo>
                    <a:pt x="18451" y="553049"/>
                  </a:lnTo>
                  <a:lnTo>
                    <a:pt x="8235" y="512244"/>
                  </a:lnTo>
                  <a:lnTo>
                    <a:pt x="2058" y="470637"/>
                  </a:lnTo>
                  <a:lnTo>
                    <a:pt x="0" y="428624"/>
                  </a:lnTo>
                  <a:lnTo>
                    <a:pt x="514" y="407567"/>
                  </a:lnTo>
                  <a:lnTo>
                    <a:pt x="4632" y="365757"/>
                  </a:lnTo>
                  <a:lnTo>
                    <a:pt x="12848" y="324451"/>
                  </a:lnTo>
                  <a:lnTo>
                    <a:pt x="25043" y="284248"/>
                  </a:lnTo>
                  <a:lnTo>
                    <a:pt x="41160" y="245338"/>
                  </a:lnTo>
                  <a:lnTo>
                    <a:pt x="60965" y="208287"/>
                  </a:lnTo>
                  <a:lnTo>
                    <a:pt x="84362" y="173270"/>
                  </a:lnTo>
                  <a:lnTo>
                    <a:pt x="111015" y="140794"/>
                  </a:lnTo>
                  <a:lnTo>
                    <a:pt x="140794" y="111015"/>
                  </a:lnTo>
                  <a:lnTo>
                    <a:pt x="173270" y="84362"/>
                  </a:lnTo>
                  <a:lnTo>
                    <a:pt x="208286" y="60965"/>
                  </a:lnTo>
                  <a:lnTo>
                    <a:pt x="245339" y="41160"/>
                  </a:lnTo>
                  <a:lnTo>
                    <a:pt x="284248" y="25044"/>
                  </a:lnTo>
                  <a:lnTo>
                    <a:pt x="324451" y="12848"/>
                  </a:lnTo>
                  <a:lnTo>
                    <a:pt x="365757" y="4632"/>
                  </a:lnTo>
                  <a:lnTo>
                    <a:pt x="407567" y="514"/>
                  </a:lnTo>
                  <a:lnTo>
                    <a:pt x="428624" y="0"/>
                  </a:lnTo>
                  <a:lnTo>
                    <a:pt x="449682" y="514"/>
                  </a:lnTo>
                  <a:lnTo>
                    <a:pt x="491491" y="4632"/>
                  </a:lnTo>
                  <a:lnTo>
                    <a:pt x="532796" y="12848"/>
                  </a:lnTo>
                  <a:lnTo>
                    <a:pt x="573000" y="25044"/>
                  </a:lnTo>
                  <a:lnTo>
                    <a:pt x="611909" y="41160"/>
                  </a:lnTo>
                  <a:lnTo>
                    <a:pt x="648961" y="60965"/>
                  </a:lnTo>
                  <a:lnTo>
                    <a:pt x="683978" y="84362"/>
                  </a:lnTo>
                  <a:lnTo>
                    <a:pt x="716454" y="111015"/>
                  </a:lnTo>
                  <a:lnTo>
                    <a:pt x="746233" y="140794"/>
                  </a:lnTo>
                  <a:lnTo>
                    <a:pt x="772886" y="173270"/>
                  </a:lnTo>
                  <a:lnTo>
                    <a:pt x="796283" y="208287"/>
                  </a:lnTo>
                  <a:lnTo>
                    <a:pt x="816088" y="245338"/>
                  </a:lnTo>
                  <a:lnTo>
                    <a:pt x="832204" y="284248"/>
                  </a:lnTo>
                  <a:lnTo>
                    <a:pt x="844400" y="324451"/>
                  </a:lnTo>
                  <a:lnTo>
                    <a:pt x="852617" y="365757"/>
                  </a:lnTo>
                  <a:lnTo>
                    <a:pt x="856735" y="407567"/>
                  </a:lnTo>
                  <a:lnTo>
                    <a:pt x="857249" y="428624"/>
                  </a:lnTo>
                  <a:lnTo>
                    <a:pt x="856734" y="449682"/>
                  </a:lnTo>
                  <a:lnTo>
                    <a:pt x="852616" y="491492"/>
                  </a:lnTo>
                  <a:lnTo>
                    <a:pt x="844400" y="532797"/>
                  </a:lnTo>
                  <a:lnTo>
                    <a:pt x="832204" y="573001"/>
                  </a:lnTo>
                  <a:lnTo>
                    <a:pt x="816088" y="611909"/>
                  </a:lnTo>
                  <a:lnTo>
                    <a:pt x="796283" y="648961"/>
                  </a:lnTo>
                  <a:lnTo>
                    <a:pt x="772886" y="683977"/>
                  </a:lnTo>
                  <a:lnTo>
                    <a:pt x="746233" y="716454"/>
                  </a:lnTo>
                  <a:lnTo>
                    <a:pt x="716454" y="746233"/>
                  </a:lnTo>
                  <a:lnTo>
                    <a:pt x="683978" y="772885"/>
                  </a:lnTo>
                  <a:lnTo>
                    <a:pt x="648961" y="796283"/>
                  </a:lnTo>
                  <a:lnTo>
                    <a:pt x="611909" y="816087"/>
                  </a:lnTo>
                  <a:lnTo>
                    <a:pt x="573000" y="832204"/>
                  </a:lnTo>
                  <a:lnTo>
                    <a:pt x="532797" y="844400"/>
                  </a:lnTo>
                  <a:lnTo>
                    <a:pt x="491492" y="852616"/>
                  </a:lnTo>
                  <a:lnTo>
                    <a:pt x="449682" y="856735"/>
                  </a:lnTo>
                  <a:lnTo>
                    <a:pt x="428624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48212" y="6267462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22885" y="373430"/>
                  </a:moveTo>
                  <a:lnTo>
                    <a:pt x="520" y="407555"/>
                  </a:lnTo>
                  <a:lnTo>
                    <a:pt x="0" y="428612"/>
                  </a:lnTo>
                  <a:lnTo>
                    <a:pt x="19050" y="428612"/>
                  </a:lnTo>
                  <a:lnTo>
                    <a:pt x="19545" y="408495"/>
                  </a:lnTo>
                  <a:lnTo>
                    <a:pt x="19621" y="407555"/>
                  </a:lnTo>
                  <a:lnTo>
                    <a:pt x="21018" y="388467"/>
                  </a:lnTo>
                  <a:lnTo>
                    <a:pt x="22885" y="373430"/>
                  </a:lnTo>
                  <a:close/>
                </a:path>
                <a:path w="857250" h="857250">
                  <a:moveTo>
                    <a:pt x="29387" y="519468"/>
                  </a:moveTo>
                  <a:lnTo>
                    <a:pt x="26924" y="508520"/>
                  </a:lnTo>
                  <a:lnTo>
                    <a:pt x="23482" y="488696"/>
                  </a:lnTo>
                  <a:lnTo>
                    <a:pt x="21018" y="468769"/>
                  </a:lnTo>
                  <a:lnTo>
                    <a:pt x="20675" y="463994"/>
                  </a:lnTo>
                  <a:lnTo>
                    <a:pt x="1701" y="465645"/>
                  </a:lnTo>
                  <a:lnTo>
                    <a:pt x="2070" y="470636"/>
                  </a:lnTo>
                  <a:lnTo>
                    <a:pt x="4635" y="491490"/>
                  </a:lnTo>
                  <a:lnTo>
                    <a:pt x="8242" y="512241"/>
                  </a:lnTo>
                  <a:lnTo>
                    <a:pt x="10807" y="523684"/>
                  </a:lnTo>
                  <a:lnTo>
                    <a:pt x="29387" y="519468"/>
                  </a:lnTo>
                  <a:close/>
                </a:path>
                <a:path w="857250" h="857250">
                  <a:moveTo>
                    <a:pt x="45453" y="284238"/>
                  </a:moveTo>
                  <a:lnTo>
                    <a:pt x="27635" y="277533"/>
                  </a:lnTo>
                  <a:lnTo>
                    <a:pt x="25044" y="284238"/>
                  </a:lnTo>
                  <a:lnTo>
                    <a:pt x="18453" y="304190"/>
                  </a:lnTo>
                  <a:lnTo>
                    <a:pt x="12852" y="324446"/>
                  </a:lnTo>
                  <a:lnTo>
                    <a:pt x="10769" y="333730"/>
                  </a:lnTo>
                  <a:lnTo>
                    <a:pt x="29337" y="337959"/>
                  </a:lnTo>
                  <a:lnTo>
                    <a:pt x="31330" y="329069"/>
                  </a:lnTo>
                  <a:lnTo>
                    <a:pt x="36690" y="309727"/>
                  </a:lnTo>
                  <a:lnTo>
                    <a:pt x="42989" y="290664"/>
                  </a:lnTo>
                  <a:lnTo>
                    <a:pt x="45453" y="284238"/>
                  </a:lnTo>
                  <a:close/>
                </a:path>
                <a:path w="857250" h="857250">
                  <a:moveTo>
                    <a:pt x="59563" y="606082"/>
                  </a:moveTo>
                  <a:lnTo>
                    <a:pt x="58381" y="603758"/>
                  </a:lnTo>
                  <a:lnTo>
                    <a:pt x="50228" y="585355"/>
                  </a:lnTo>
                  <a:lnTo>
                    <a:pt x="42989" y="566572"/>
                  </a:lnTo>
                  <a:lnTo>
                    <a:pt x="38849" y="554037"/>
                  </a:lnTo>
                  <a:lnTo>
                    <a:pt x="20713" y="559879"/>
                  </a:lnTo>
                  <a:lnTo>
                    <a:pt x="25044" y="572998"/>
                  </a:lnTo>
                  <a:lnTo>
                    <a:pt x="32626" y="592645"/>
                  </a:lnTo>
                  <a:lnTo>
                    <a:pt x="41160" y="611898"/>
                  </a:lnTo>
                  <a:lnTo>
                    <a:pt x="42392" y="614337"/>
                  </a:lnTo>
                  <a:lnTo>
                    <a:pt x="59563" y="606082"/>
                  </a:lnTo>
                  <a:close/>
                </a:path>
                <a:path w="857250" h="857250">
                  <a:moveTo>
                    <a:pt x="87210" y="202450"/>
                  </a:moveTo>
                  <a:lnTo>
                    <a:pt x="71323" y="191935"/>
                  </a:lnTo>
                  <a:lnTo>
                    <a:pt x="60972" y="208280"/>
                  </a:lnTo>
                  <a:lnTo>
                    <a:pt x="50609" y="226568"/>
                  </a:lnTo>
                  <a:lnTo>
                    <a:pt x="42303" y="243065"/>
                  </a:lnTo>
                  <a:lnTo>
                    <a:pt x="59474" y="251320"/>
                  </a:lnTo>
                  <a:lnTo>
                    <a:pt x="67411" y="235546"/>
                  </a:lnTo>
                  <a:lnTo>
                    <a:pt x="77317" y="218071"/>
                  </a:lnTo>
                  <a:lnTo>
                    <a:pt x="87210" y="202450"/>
                  </a:lnTo>
                  <a:close/>
                </a:path>
                <a:path w="857250" h="857250">
                  <a:moveTo>
                    <a:pt x="108458" y="683895"/>
                  </a:moveTo>
                  <a:lnTo>
                    <a:pt x="99669" y="672617"/>
                  </a:lnTo>
                  <a:lnTo>
                    <a:pt x="88087" y="656170"/>
                  </a:lnTo>
                  <a:lnTo>
                    <a:pt x="77317" y="639165"/>
                  </a:lnTo>
                  <a:lnTo>
                    <a:pt x="76581" y="637870"/>
                  </a:lnTo>
                  <a:lnTo>
                    <a:pt x="60210" y="647611"/>
                  </a:lnTo>
                  <a:lnTo>
                    <a:pt x="60972" y="648957"/>
                  </a:lnTo>
                  <a:lnTo>
                    <a:pt x="72237" y="666750"/>
                  </a:lnTo>
                  <a:lnTo>
                    <a:pt x="84315" y="683895"/>
                  </a:lnTo>
                  <a:lnTo>
                    <a:pt x="93573" y="695769"/>
                  </a:lnTo>
                  <a:lnTo>
                    <a:pt x="108458" y="683895"/>
                  </a:lnTo>
                  <a:close/>
                </a:path>
                <a:path w="857250" h="857250">
                  <a:moveTo>
                    <a:pt x="146202" y="132168"/>
                  </a:moveTo>
                  <a:lnTo>
                    <a:pt x="133057" y="118376"/>
                  </a:lnTo>
                  <a:lnTo>
                    <a:pt x="125552" y="125539"/>
                  </a:lnTo>
                  <a:lnTo>
                    <a:pt x="111023" y="140792"/>
                  </a:lnTo>
                  <a:lnTo>
                    <a:pt x="97294" y="156692"/>
                  </a:lnTo>
                  <a:lnTo>
                    <a:pt x="93446" y="161632"/>
                  </a:lnTo>
                  <a:lnTo>
                    <a:pt x="108343" y="173494"/>
                  </a:lnTo>
                  <a:lnTo>
                    <a:pt x="112026" y="168783"/>
                  </a:lnTo>
                  <a:lnTo>
                    <a:pt x="125133" y="153581"/>
                  </a:lnTo>
                  <a:lnTo>
                    <a:pt x="139014" y="139001"/>
                  </a:lnTo>
                  <a:lnTo>
                    <a:pt x="146202" y="132168"/>
                  </a:lnTo>
                  <a:close/>
                </a:path>
                <a:path w="857250" h="857250">
                  <a:moveTo>
                    <a:pt x="173482" y="748880"/>
                  </a:moveTo>
                  <a:lnTo>
                    <a:pt x="168795" y="745223"/>
                  </a:lnTo>
                  <a:lnTo>
                    <a:pt x="153593" y="732116"/>
                  </a:lnTo>
                  <a:lnTo>
                    <a:pt x="139014" y="718235"/>
                  </a:lnTo>
                  <a:lnTo>
                    <a:pt x="132156" y="711034"/>
                  </a:lnTo>
                  <a:lnTo>
                    <a:pt x="118364" y="724166"/>
                  </a:lnTo>
                  <a:lnTo>
                    <a:pt x="125552" y="731697"/>
                  </a:lnTo>
                  <a:lnTo>
                    <a:pt x="140804" y="746226"/>
                  </a:lnTo>
                  <a:lnTo>
                    <a:pt x="156705" y="759955"/>
                  </a:lnTo>
                  <a:lnTo>
                    <a:pt x="161620" y="763778"/>
                  </a:lnTo>
                  <a:lnTo>
                    <a:pt x="173482" y="748880"/>
                  </a:lnTo>
                  <a:close/>
                </a:path>
                <a:path w="857250" h="857250">
                  <a:moveTo>
                    <a:pt x="219354" y="76581"/>
                  </a:moveTo>
                  <a:lnTo>
                    <a:pt x="209613" y="60210"/>
                  </a:lnTo>
                  <a:lnTo>
                    <a:pt x="208292" y="60960"/>
                  </a:lnTo>
                  <a:lnTo>
                    <a:pt x="190500" y="72224"/>
                  </a:lnTo>
                  <a:lnTo>
                    <a:pt x="173278" y="84353"/>
                  </a:lnTo>
                  <a:lnTo>
                    <a:pt x="161455" y="93573"/>
                  </a:lnTo>
                  <a:lnTo>
                    <a:pt x="173329" y="108470"/>
                  </a:lnTo>
                  <a:lnTo>
                    <a:pt x="184632" y="99656"/>
                  </a:lnTo>
                  <a:lnTo>
                    <a:pt x="201079" y="88074"/>
                  </a:lnTo>
                  <a:lnTo>
                    <a:pt x="218084" y="77304"/>
                  </a:lnTo>
                  <a:lnTo>
                    <a:pt x="219354" y="76581"/>
                  </a:lnTo>
                  <a:close/>
                </a:path>
                <a:path w="857250" h="857250">
                  <a:moveTo>
                    <a:pt x="251294" y="797763"/>
                  </a:moveTo>
                  <a:lnTo>
                    <a:pt x="235559" y="789838"/>
                  </a:lnTo>
                  <a:lnTo>
                    <a:pt x="218084" y="779932"/>
                  </a:lnTo>
                  <a:lnTo>
                    <a:pt x="202438" y="770026"/>
                  </a:lnTo>
                  <a:lnTo>
                    <a:pt x="191922" y="785901"/>
                  </a:lnTo>
                  <a:lnTo>
                    <a:pt x="208292" y="796277"/>
                  </a:lnTo>
                  <a:lnTo>
                    <a:pt x="226580" y="806640"/>
                  </a:lnTo>
                  <a:lnTo>
                    <a:pt x="243052" y="814933"/>
                  </a:lnTo>
                  <a:lnTo>
                    <a:pt x="251294" y="797763"/>
                  </a:lnTo>
                  <a:close/>
                </a:path>
                <a:path w="857250" h="857250">
                  <a:moveTo>
                    <a:pt x="303174" y="38836"/>
                  </a:moveTo>
                  <a:lnTo>
                    <a:pt x="297345" y="20713"/>
                  </a:lnTo>
                  <a:lnTo>
                    <a:pt x="284251" y="25031"/>
                  </a:lnTo>
                  <a:lnTo>
                    <a:pt x="264604" y="32626"/>
                  </a:lnTo>
                  <a:lnTo>
                    <a:pt x="245351" y="41148"/>
                  </a:lnTo>
                  <a:lnTo>
                    <a:pt x="242874" y="42392"/>
                  </a:lnTo>
                  <a:lnTo>
                    <a:pt x="251129" y="59563"/>
                  </a:lnTo>
                  <a:lnTo>
                    <a:pt x="253492" y="58369"/>
                  </a:lnTo>
                  <a:lnTo>
                    <a:pt x="271894" y="50215"/>
                  </a:lnTo>
                  <a:lnTo>
                    <a:pt x="290677" y="42976"/>
                  </a:lnTo>
                  <a:lnTo>
                    <a:pt x="303174" y="38836"/>
                  </a:lnTo>
                  <a:close/>
                </a:path>
                <a:path w="857250" h="857250">
                  <a:moveTo>
                    <a:pt x="337934" y="827900"/>
                  </a:moveTo>
                  <a:lnTo>
                    <a:pt x="329082" y="825919"/>
                  </a:lnTo>
                  <a:lnTo>
                    <a:pt x="309740" y="820559"/>
                  </a:lnTo>
                  <a:lnTo>
                    <a:pt x="290677" y="814260"/>
                  </a:lnTo>
                  <a:lnTo>
                    <a:pt x="284226" y="811771"/>
                  </a:lnTo>
                  <a:lnTo>
                    <a:pt x="277507" y="829602"/>
                  </a:lnTo>
                  <a:lnTo>
                    <a:pt x="284251" y="832192"/>
                  </a:lnTo>
                  <a:lnTo>
                    <a:pt x="304203" y="838796"/>
                  </a:lnTo>
                  <a:lnTo>
                    <a:pt x="324459" y="844397"/>
                  </a:lnTo>
                  <a:lnTo>
                    <a:pt x="333717" y="846467"/>
                  </a:lnTo>
                  <a:lnTo>
                    <a:pt x="337934" y="827900"/>
                  </a:lnTo>
                  <a:close/>
                </a:path>
                <a:path w="857250" h="857250">
                  <a:moveTo>
                    <a:pt x="393217" y="20662"/>
                  </a:moveTo>
                  <a:lnTo>
                    <a:pt x="391579" y="1689"/>
                  </a:lnTo>
                  <a:lnTo>
                    <a:pt x="386613" y="2057"/>
                  </a:lnTo>
                  <a:lnTo>
                    <a:pt x="365760" y="4622"/>
                  </a:lnTo>
                  <a:lnTo>
                    <a:pt x="345008" y="8229"/>
                  </a:lnTo>
                  <a:lnTo>
                    <a:pt x="333527" y="10807"/>
                  </a:lnTo>
                  <a:lnTo>
                    <a:pt x="337756" y="29375"/>
                  </a:lnTo>
                  <a:lnTo>
                    <a:pt x="348729" y="26911"/>
                  </a:lnTo>
                  <a:lnTo>
                    <a:pt x="368554" y="23469"/>
                  </a:lnTo>
                  <a:lnTo>
                    <a:pt x="388480" y="21005"/>
                  </a:lnTo>
                  <a:lnTo>
                    <a:pt x="393217" y="20662"/>
                  </a:lnTo>
                  <a:close/>
                </a:path>
                <a:path w="857250" h="857250">
                  <a:moveTo>
                    <a:pt x="428879" y="857237"/>
                  </a:moveTo>
                  <a:lnTo>
                    <a:pt x="428802" y="853236"/>
                  </a:lnTo>
                  <a:lnTo>
                    <a:pt x="428510" y="838200"/>
                  </a:lnTo>
                  <a:lnTo>
                    <a:pt x="408508" y="837704"/>
                  </a:lnTo>
                  <a:lnTo>
                    <a:pt x="388480" y="836231"/>
                  </a:lnTo>
                  <a:lnTo>
                    <a:pt x="373405" y="834364"/>
                  </a:lnTo>
                  <a:lnTo>
                    <a:pt x="370840" y="853236"/>
                  </a:lnTo>
                  <a:lnTo>
                    <a:pt x="386613" y="855179"/>
                  </a:lnTo>
                  <a:lnTo>
                    <a:pt x="407568" y="856729"/>
                  </a:lnTo>
                  <a:lnTo>
                    <a:pt x="428879" y="857237"/>
                  </a:lnTo>
                  <a:close/>
                </a:path>
                <a:path w="857250" h="857250">
                  <a:moveTo>
                    <a:pt x="486486" y="4013"/>
                  </a:moveTo>
                  <a:lnTo>
                    <a:pt x="470649" y="2057"/>
                  </a:lnTo>
                  <a:lnTo>
                    <a:pt x="449694" y="508"/>
                  </a:lnTo>
                  <a:lnTo>
                    <a:pt x="428536" y="0"/>
                  </a:lnTo>
                  <a:lnTo>
                    <a:pt x="428599" y="19037"/>
                  </a:lnTo>
                  <a:lnTo>
                    <a:pt x="448754" y="19532"/>
                  </a:lnTo>
                  <a:lnTo>
                    <a:pt x="468782" y="21005"/>
                  </a:lnTo>
                  <a:lnTo>
                    <a:pt x="483920" y="22885"/>
                  </a:lnTo>
                  <a:lnTo>
                    <a:pt x="486486" y="4013"/>
                  </a:lnTo>
                  <a:close/>
                </a:path>
                <a:path w="857250" h="857250">
                  <a:moveTo>
                    <a:pt x="523671" y="846442"/>
                  </a:moveTo>
                  <a:lnTo>
                    <a:pt x="519442" y="827874"/>
                  </a:lnTo>
                  <a:lnTo>
                    <a:pt x="508533" y="830326"/>
                  </a:lnTo>
                  <a:lnTo>
                    <a:pt x="488708" y="833767"/>
                  </a:lnTo>
                  <a:lnTo>
                    <a:pt x="468782" y="836231"/>
                  </a:lnTo>
                  <a:lnTo>
                    <a:pt x="463981" y="836574"/>
                  </a:lnTo>
                  <a:lnTo>
                    <a:pt x="465620" y="855548"/>
                  </a:lnTo>
                  <a:lnTo>
                    <a:pt x="470649" y="855179"/>
                  </a:lnTo>
                  <a:lnTo>
                    <a:pt x="491502" y="852614"/>
                  </a:lnTo>
                  <a:lnTo>
                    <a:pt x="512254" y="849007"/>
                  </a:lnTo>
                  <a:lnTo>
                    <a:pt x="523671" y="846442"/>
                  </a:lnTo>
                  <a:close/>
                </a:path>
                <a:path w="857250" h="857250">
                  <a:moveTo>
                    <a:pt x="579818" y="27660"/>
                  </a:moveTo>
                  <a:lnTo>
                    <a:pt x="573011" y="25031"/>
                  </a:lnTo>
                  <a:lnTo>
                    <a:pt x="553059" y="18440"/>
                  </a:lnTo>
                  <a:lnTo>
                    <a:pt x="532803" y="12839"/>
                  </a:lnTo>
                  <a:lnTo>
                    <a:pt x="523608" y="10782"/>
                  </a:lnTo>
                  <a:lnTo>
                    <a:pt x="519391" y="29349"/>
                  </a:lnTo>
                  <a:lnTo>
                    <a:pt x="528167" y="31318"/>
                  </a:lnTo>
                  <a:lnTo>
                    <a:pt x="547522" y="36677"/>
                  </a:lnTo>
                  <a:lnTo>
                    <a:pt x="566585" y="42976"/>
                  </a:lnTo>
                  <a:lnTo>
                    <a:pt x="573087" y="45478"/>
                  </a:lnTo>
                  <a:lnTo>
                    <a:pt x="579818" y="27660"/>
                  </a:lnTo>
                  <a:close/>
                </a:path>
                <a:path w="857250" h="857250">
                  <a:moveTo>
                    <a:pt x="614324" y="814870"/>
                  </a:moveTo>
                  <a:lnTo>
                    <a:pt x="606069" y="797699"/>
                  </a:lnTo>
                  <a:lnTo>
                    <a:pt x="603770" y="798855"/>
                  </a:lnTo>
                  <a:lnTo>
                    <a:pt x="585368" y="807021"/>
                  </a:lnTo>
                  <a:lnTo>
                    <a:pt x="566585" y="814260"/>
                  </a:lnTo>
                  <a:lnTo>
                    <a:pt x="554024" y="818413"/>
                  </a:lnTo>
                  <a:lnTo>
                    <a:pt x="559854" y="836549"/>
                  </a:lnTo>
                  <a:lnTo>
                    <a:pt x="573011" y="832192"/>
                  </a:lnTo>
                  <a:lnTo>
                    <a:pt x="592658" y="824611"/>
                  </a:lnTo>
                  <a:lnTo>
                    <a:pt x="611911" y="816076"/>
                  </a:lnTo>
                  <a:lnTo>
                    <a:pt x="614324" y="814870"/>
                  </a:lnTo>
                  <a:close/>
                </a:path>
                <a:path w="857250" h="857250">
                  <a:moveTo>
                    <a:pt x="665403" y="71361"/>
                  </a:moveTo>
                  <a:lnTo>
                    <a:pt x="648970" y="60960"/>
                  </a:lnTo>
                  <a:lnTo>
                    <a:pt x="630682" y="50596"/>
                  </a:lnTo>
                  <a:lnTo>
                    <a:pt x="614260" y="42341"/>
                  </a:lnTo>
                  <a:lnTo>
                    <a:pt x="606018" y="59499"/>
                  </a:lnTo>
                  <a:lnTo>
                    <a:pt x="621703" y="67398"/>
                  </a:lnTo>
                  <a:lnTo>
                    <a:pt x="639178" y="77304"/>
                  </a:lnTo>
                  <a:lnTo>
                    <a:pt x="654875" y="87249"/>
                  </a:lnTo>
                  <a:lnTo>
                    <a:pt x="665403" y="71361"/>
                  </a:lnTo>
                  <a:close/>
                </a:path>
                <a:path w="857250" h="857250">
                  <a:moveTo>
                    <a:pt x="695756" y="763701"/>
                  </a:moveTo>
                  <a:lnTo>
                    <a:pt x="683882" y="748804"/>
                  </a:lnTo>
                  <a:lnTo>
                    <a:pt x="672630" y="757580"/>
                  </a:lnTo>
                  <a:lnTo>
                    <a:pt x="656183" y="769162"/>
                  </a:lnTo>
                  <a:lnTo>
                    <a:pt x="639178" y="779932"/>
                  </a:lnTo>
                  <a:lnTo>
                    <a:pt x="637857" y="780681"/>
                  </a:lnTo>
                  <a:lnTo>
                    <a:pt x="647585" y="797052"/>
                  </a:lnTo>
                  <a:lnTo>
                    <a:pt x="648970" y="796277"/>
                  </a:lnTo>
                  <a:lnTo>
                    <a:pt x="666762" y="784999"/>
                  </a:lnTo>
                  <a:lnTo>
                    <a:pt x="683983" y="772883"/>
                  </a:lnTo>
                  <a:lnTo>
                    <a:pt x="695756" y="763701"/>
                  </a:lnTo>
                  <a:close/>
                </a:path>
                <a:path w="857250" h="857250">
                  <a:moveTo>
                    <a:pt x="738936" y="133121"/>
                  </a:moveTo>
                  <a:lnTo>
                    <a:pt x="731710" y="125539"/>
                  </a:lnTo>
                  <a:lnTo>
                    <a:pt x="716457" y="111010"/>
                  </a:lnTo>
                  <a:lnTo>
                    <a:pt x="700544" y="97282"/>
                  </a:lnTo>
                  <a:lnTo>
                    <a:pt x="695693" y="93497"/>
                  </a:lnTo>
                  <a:lnTo>
                    <a:pt x="683831" y="108394"/>
                  </a:lnTo>
                  <a:lnTo>
                    <a:pt x="688467" y="112014"/>
                  </a:lnTo>
                  <a:lnTo>
                    <a:pt x="703668" y="125120"/>
                  </a:lnTo>
                  <a:lnTo>
                    <a:pt x="718248" y="139001"/>
                  </a:lnTo>
                  <a:lnTo>
                    <a:pt x="725144" y="146253"/>
                  </a:lnTo>
                  <a:lnTo>
                    <a:pt x="738936" y="133121"/>
                  </a:lnTo>
                  <a:close/>
                </a:path>
                <a:path w="857250" h="857250">
                  <a:moveTo>
                    <a:pt x="763778" y="695655"/>
                  </a:moveTo>
                  <a:lnTo>
                    <a:pt x="748880" y="683793"/>
                  </a:lnTo>
                  <a:lnTo>
                    <a:pt x="745236" y="688454"/>
                  </a:lnTo>
                  <a:lnTo>
                    <a:pt x="732129" y="703656"/>
                  </a:lnTo>
                  <a:lnTo>
                    <a:pt x="718248" y="718235"/>
                  </a:lnTo>
                  <a:lnTo>
                    <a:pt x="711022" y="725106"/>
                  </a:lnTo>
                  <a:lnTo>
                    <a:pt x="724154" y="738898"/>
                  </a:lnTo>
                  <a:lnTo>
                    <a:pt x="731710" y="731697"/>
                  </a:lnTo>
                  <a:lnTo>
                    <a:pt x="746239" y="716445"/>
                  </a:lnTo>
                  <a:lnTo>
                    <a:pt x="759968" y="700532"/>
                  </a:lnTo>
                  <a:lnTo>
                    <a:pt x="763778" y="695655"/>
                  </a:lnTo>
                  <a:close/>
                </a:path>
                <a:path w="857250" h="857250">
                  <a:moveTo>
                    <a:pt x="797090" y="209689"/>
                  </a:moveTo>
                  <a:lnTo>
                    <a:pt x="796290" y="208280"/>
                  </a:lnTo>
                  <a:lnTo>
                    <a:pt x="785025" y="190487"/>
                  </a:lnTo>
                  <a:lnTo>
                    <a:pt x="772896" y="173266"/>
                  </a:lnTo>
                  <a:lnTo>
                    <a:pt x="763727" y="161518"/>
                  </a:lnTo>
                  <a:lnTo>
                    <a:pt x="748842" y="173393"/>
                  </a:lnTo>
                  <a:lnTo>
                    <a:pt x="757593" y="184619"/>
                  </a:lnTo>
                  <a:lnTo>
                    <a:pt x="769175" y="201066"/>
                  </a:lnTo>
                  <a:lnTo>
                    <a:pt x="779945" y="218071"/>
                  </a:lnTo>
                  <a:lnTo>
                    <a:pt x="780707" y="219417"/>
                  </a:lnTo>
                  <a:lnTo>
                    <a:pt x="797090" y="209689"/>
                  </a:lnTo>
                  <a:close/>
                </a:path>
                <a:path w="857250" h="857250">
                  <a:moveTo>
                    <a:pt x="814920" y="614222"/>
                  </a:moveTo>
                  <a:lnTo>
                    <a:pt x="797763" y="605980"/>
                  </a:lnTo>
                  <a:lnTo>
                    <a:pt x="789851" y="621690"/>
                  </a:lnTo>
                  <a:lnTo>
                    <a:pt x="779945" y="639165"/>
                  </a:lnTo>
                  <a:lnTo>
                    <a:pt x="770026" y="654837"/>
                  </a:lnTo>
                  <a:lnTo>
                    <a:pt x="785901" y="665365"/>
                  </a:lnTo>
                  <a:lnTo>
                    <a:pt x="796290" y="648957"/>
                  </a:lnTo>
                  <a:lnTo>
                    <a:pt x="806653" y="630669"/>
                  </a:lnTo>
                  <a:lnTo>
                    <a:pt x="814920" y="614222"/>
                  </a:lnTo>
                  <a:close/>
                </a:path>
                <a:path w="857250" h="857250">
                  <a:moveTo>
                    <a:pt x="836561" y="297421"/>
                  </a:moveTo>
                  <a:lnTo>
                    <a:pt x="832205" y="284238"/>
                  </a:lnTo>
                  <a:lnTo>
                    <a:pt x="824623" y="264591"/>
                  </a:lnTo>
                  <a:lnTo>
                    <a:pt x="816089" y="245338"/>
                  </a:lnTo>
                  <a:lnTo>
                    <a:pt x="814895" y="242951"/>
                  </a:lnTo>
                  <a:lnTo>
                    <a:pt x="797725" y="251206"/>
                  </a:lnTo>
                  <a:lnTo>
                    <a:pt x="798868" y="253479"/>
                  </a:lnTo>
                  <a:lnTo>
                    <a:pt x="807034" y="271881"/>
                  </a:lnTo>
                  <a:lnTo>
                    <a:pt x="814273" y="290664"/>
                  </a:lnTo>
                  <a:lnTo>
                    <a:pt x="818438" y="303250"/>
                  </a:lnTo>
                  <a:lnTo>
                    <a:pt x="836561" y="297421"/>
                  </a:lnTo>
                  <a:close/>
                </a:path>
                <a:path w="857250" h="857250">
                  <a:moveTo>
                    <a:pt x="846480" y="523557"/>
                  </a:moveTo>
                  <a:lnTo>
                    <a:pt x="827913" y="519341"/>
                  </a:lnTo>
                  <a:lnTo>
                    <a:pt x="825931" y="528154"/>
                  </a:lnTo>
                  <a:lnTo>
                    <a:pt x="820572" y="547509"/>
                  </a:lnTo>
                  <a:lnTo>
                    <a:pt x="814273" y="566572"/>
                  </a:lnTo>
                  <a:lnTo>
                    <a:pt x="811796" y="572998"/>
                  </a:lnTo>
                  <a:lnTo>
                    <a:pt x="811631" y="572998"/>
                  </a:lnTo>
                  <a:lnTo>
                    <a:pt x="829602" y="579767"/>
                  </a:lnTo>
                  <a:lnTo>
                    <a:pt x="832205" y="572998"/>
                  </a:lnTo>
                  <a:lnTo>
                    <a:pt x="838809" y="553046"/>
                  </a:lnTo>
                  <a:lnTo>
                    <a:pt x="844410" y="532790"/>
                  </a:lnTo>
                  <a:lnTo>
                    <a:pt x="846480" y="523557"/>
                  </a:lnTo>
                  <a:close/>
                </a:path>
                <a:path w="857250" h="857250">
                  <a:moveTo>
                    <a:pt x="855573" y="391668"/>
                  </a:moveTo>
                  <a:lnTo>
                    <a:pt x="855192" y="386600"/>
                  </a:lnTo>
                  <a:lnTo>
                    <a:pt x="852627" y="365747"/>
                  </a:lnTo>
                  <a:lnTo>
                    <a:pt x="849020" y="344995"/>
                  </a:lnTo>
                  <a:lnTo>
                    <a:pt x="846467" y="333603"/>
                  </a:lnTo>
                  <a:lnTo>
                    <a:pt x="827887" y="337832"/>
                  </a:lnTo>
                  <a:lnTo>
                    <a:pt x="830338" y="348716"/>
                  </a:lnTo>
                  <a:lnTo>
                    <a:pt x="833780" y="368541"/>
                  </a:lnTo>
                  <a:lnTo>
                    <a:pt x="836244" y="388467"/>
                  </a:lnTo>
                  <a:lnTo>
                    <a:pt x="836599" y="393306"/>
                  </a:lnTo>
                  <a:lnTo>
                    <a:pt x="855573" y="391668"/>
                  </a:lnTo>
                  <a:close/>
                </a:path>
                <a:path w="857250" h="857250">
                  <a:moveTo>
                    <a:pt x="857250" y="428777"/>
                  </a:moveTo>
                  <a:lnTo>
                    <a:pt x="838200" y="428434"/>
                  </a:lnTo>
                  <a:lnTo>
                    <a:pt x="838200" y="428777"/>
                  </a:lnTo>
                  <a:lnTo>
                    <a:pt x="837717" y="448741"/>
                  </a:lnTo>
                  <a:lnTo>
                    <a:pt x="837641" y="449681"/>
                  </a:lnTo>
                  <a:lnTo>
                    <a:pt x="836244" y="468769"/>
                  </a:lnTo>
                  <a:lnTo>
                    <a:pt x="834377" y="483870"/>
                  </a:lnTo>
                  <a:lnTo>
                    <a:pt x="853249" y="486435"/>
                  </a:lnTo>
                  <a:lnTo>
                    <a:pt x="855192" y="470636"/>
                  </a:lnTo>
                  <a:lnTo>
                    <a:pt x="856742" y="449681"/>
                  </a:lnTo>
                  <a:lnTo>
                    <a:pt x="856767" y="448741"/>
                  </a:lnTo>
                  <a:lnTo>
                    <a:pt x="857250" y="4287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99" y="6581774"/>
              <a:ext cx="200025" cy="22860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5951984" y="5723206"/>
            <a:ext cx="1234440" cy="53657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algn="ctr">
              <a:spcBef>
                <a:spcPts val="610"/>
              </a:spcBef>
            </a:pPr>
            <a:r>
              <a:rPr sz="1400" b="1" spc="-100" dirty="0">
                <a:solidFill>
                  <a:srgbClr val="1A365C"/>
                </a:solidFill>
                <a:latin typeface="Montserrat SemiBold"/>
                <a:cs typeface="Montserrat SemiBold"/>
              </a:rPr>
              <a:t>Michael</a:t>
            </a:r>
            <a:r>
              <a:rPr sz="1400" b="1" spc="25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400" b="1" spc="-50" dirty="0">
                <a:solidFill>
                  <a:srgbClr val="1A365C"/>
                </a:solidFill>
                <a:latin typeface="Montserrat SemiBold"/>
                <a:cs typeface="Montserrat SemiBold"/>
              </a:rPr>
              <a:t>Garcia</a:t>
            </a:r>
            <a:endParaRPr sz="1400">
              <a:latin typeface="Montserrat SemiBold"/>
              <a:cs typeface="Montserrat SemiBold"/>
            </a:endParaRPr>
          </a:p>
          <a:p>
            <a:pPr algn="ctr">
              <a:spcBef>
                <a:spcPts val="395"/>
              </a:spcBef>
            </a:pPr>
            <a:r>
              <a:rPr sz="1200" spc="-100" dirty="0">
                <a:solidFill>
                  <a:srgbClr val="2A6BB0"/>
                </a:solidFill>
                <a:latin typeface="Montserrat"/>
                <a:cs typeface="Montserrat"/>
              </a:rPr>
              <a:t>Domain</a:t>
            </a:r>
            <a:r>
              <a:rPr sz="1200" spc="20" dirty="0">
                <a:solidFill>
                  <a:srgbClr val="2A6BB0"/>
                </a:solidFill>
                <a:latin typeface="Montserrat"/>
                <a:cs typeface="Montserrat"/>
              </a:rPr>
              <a:t> </a:t>
            </a:r>
            <a:r>
              <a:rPr sz="1200" spc="-10" dirty="0">
                <a:solidFill>
                  <a:srgbClr val="2A6BB0"/>
                </a:solidFill>
                <a:latin typeface="Montserrat"/>
                <a:cs typeface="Montserrat"/>
              </a:rPr>
              <a:t>Expert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965678" y="6299201"/>
            <a:ext cx="1207135" cy="3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725" marR="5080" indent="-200660">
              <a:lnSpc>
                <a:spcPct val="113599"/>
              </a:lnSpc>
              <a:spcBef>
                <a:spcPts val="95"/>
              </a:spcBef>
            </a:pP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[Relevant</a:t>
            </a:r>
            <a:r>
              <a:rPr sz="1100" spc="6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50" dirty="0">
                <a:solidFill>
                  <a:srgbClr val="708095"/>
                </a:solidFill>
                <a:latin typeface="Montserrat"/>
                <a:cs typeface="Montserrat"/>
              </a:rPr>
              <a:t>Industry </a:t>
            </a:r>
            <a:r>
              <a:rPr sz="1100" spc="-10" dirty="0">
                <a:solidFill>
                  <a:srgbClr val="708095"/>
                </a:solidFill>
                <a:latin typeface="Montserrat"/>
                <a:cs typeface="Montserrat"/>
              </a:rPr>
              <a:t>Association]</a:t>
            </a:r>
            <a:endParaRPr sz="1100">
              <a:latin typeface="Montserrat"/>
              <a:cs typeface="Montserra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045450" y="4854564"/>
            <a:ext cx="857250" cy="857250"/>
            <a:chOff x="6753224" y="6267449"/>
            <a:chExt cx="857250" cy="857250"/>
          </a:xfrm>
        </p:grpSpPr>
        <p:sp>
          <p:nvSpPr>
            <p:cNvPr id="55" name="object 55"/>
            <p:cNvSpPr/>
            <p:nvPr/>
          </p:nvSpPr>
          <p:spPr>
            <a:xfrm>
              <a:off x="6753224" y="6267449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428624" y="857249"/>
                  </a:moveTo>
                  <a:lnTo>
                    <a:pt x="386611" y="855190"/>
                  </a:lnTo>
                  <a:lnTo>
                    <a:pt x="345003" y="849013"/>
                  </a:lnTo>
                  <a:lnTo>
                    <a:pt x="304199" y="838797"/>
                  </a:lnTo>
                  <a:lnTo>
                    <a:pt x="264597" y="824621"/>
                  </a:lnTo>
                  <a:lnTo>
                    <a:pt x="226569" y="806641"/>
                  </a:lnTo>
                  <a:lnTo>
                    <a:pt x="190493" y="785012"/>
                  </a:lnTo>
                  <a:lnTo>
                    <a:pt x="156704" y="759959"/>
                  </a:lnTo>
                  <a:lnTo>
                    <a:pt x="125541" y="731708"/>
                  </a:lnTo>
                  <a:lnTo>
                    <a:pt x="97289" y="700544"/>
                  </a:lnTo>
                  <a:lnTo>
                    <a:pt x="72236" y="666755"/>
                  </a:lnTo>
                  <a:lnTo>
                    <a:pt x="50605" y="630679"/>
                  </a:lnTo>
                  <a:lnTo>
                    <a:pt x="32626" y="592652"/>
                  </a:lnTo>
                  <a:lnTo>
                    <a:pt x="18450" y="553049"/>
                  </a:lnTo>
                  <a:lnTo>
                    <a:pt x="8235" y="512244"/>
                  </a:lnTo>
                  <a:lnTo>
                    <a:pt x="2058" y="470637"/>
                  </a:lnTo>
                  <a:lnTo>
                    <a:pt x="0" y="428624"/>
                  </a:lnTo>
                  <a:lnTo>
                    <a:pt x="514" y="407567"/>
                  </a:lnTo>
                  <a:lnTo>
                    <a:pt x="4632" y="365757"/>
                  </a:lnTo>
                  <a:lnTo>
                    <a:pt x="12848" y="324451"/>
                  </a:lnTo>
                  <a:lnTo>
                    <a:pt x="25043" y="284248"/>
                  </a:lnTo>
                  <a:lnTo>
                    <a:pt x="41159" y="245338"/>
                  </a:lnTo>
                  <a:lnTo>
                    <a:pt x="60964" y="208287"/>
                  </a:lnTo>
                  <a:lnTo>
                    <a:pt x="84362" y="173270"/>
                  </a:lnTo>
                  <a:lnTo>
                    <a:pt x="111015" y="140794"/>
                  </a:lnTo>
                  <a:lnTo>
                    <a:pt x="140794" y="111015"/>
                  </a:lnTo>
                  <a:lnTo>
                    <a:pt x="173270" y="84362"/>
                  </a:lnTo>
                  <a:lnTo>
                    <a:pt x="208287" y="60965"/>
                  </a:lnTo>
                  <a:lnTo>
                    <a:pt x="245339" y="41160"/>
                  </a:lnTo>
                  <a:lnTo>
                    <a:pt x="284248" y="25044"/>
                  </a:lnTo>
                  <a:lnTo>
                    <a:pt x="324451" y="12848"/>
                  </a:lnTo>
                  <a:lnTo>
                    <a:pt x="365756" y="4632"/>
                  </a:lnTo>
                  <a:lnTo>
                    <a:pt x="407567" y="514"/>
                  </a:lnTo>
                  <a:lnTo>
                    <a:pt x="428624" y="0"/>
                  </a:lnTo>
                  <a:lnTo>
                    <a:pt x="449682" y="514"/>
                  </a:lnTo>
                  <a:lnTo>
                    <a:pt x="491492" y="4632"/>
                  </a:lnTo>
                  <a:lnTo>
                    <a:pt x="532797" y="12848"/>
                  </a:lnTo>
                  <a:lnTo>
                    <a:pt x="573001" y="25044"/>
                  </a:lnTo>
                  <a:lnTo>
                    <a:pt x="611909" y="41160"/>
                  </a:lnTo>
                  <a:lnTo>
                    <a:pt x="648961" y="60965"/>
                  </a:lnTo>
                  <a:lnTo>
                    <a:pt x="683977" y="84362"/>
                  </a:lnTo>
                  <a:lnTo>
                    <a:pt x="716454" y="111015"/>
                  </a:lnTo>
                  <a:lnTo>
                    <a:pt x="746233" y="140794"/>
                  </a:lnTo>
                  <a:lnTo>
                    <a:pt x="772885" y="173270"/>
                  </a:lnTo>
                  <a:lnTo>
                    <a:pt x="796282" y="208287"/>
                  </a:lnTo>
                  <a:lnTo>
                    <a:pt x="816087" y="245338"/>
                  </a:lnTo>
                  <a:lnTo>
                    <a:pt x="832204" y="284248"/>
                  </a:lnTo>
                  <a:lnTo>
                    <a:pt x="844400" y="324451"/>
                  </a:lnTo>
                  <a:lnTo>
                    <a:pt x="852617" y="365757"/>
                  </a:lnTo>
                  <a:lnTo>
                    <a:pt x="856735" y="407567"/>
                  </a:lnTo>
                  <a:lnTo>
                    <a:pt x="857249" y="428624"/>
                  </a:lnTo>
                  <a:lnTo>
                    <a:pt x="856735" y="449682"/>
                  </a:lnTo>
                  <a:lnTo>
                    <a:pt x="852617" y="491492"/>
                  </a:lnTo>
                  <a:lnTo>
                    <a:pt x="844400" y="532797"/>
                  </a:lnTo>
                  <a:lnTo>
                    <a:pt x="832204" y="573001"/>
                  </a:lnTo>
                  <a:lnTo>
                    <a:pt x="816087" y="611909"/>
                  </a:lnTo>
                  <a:lnTo>
                    <a:pt x="796282" y="648961"/>
                  </a:lnTo>
                  <a:lnTo>
                    <a:pt x="772885" y="683977"/>
                  </a:lnTo>
                  <a:lnTo>
                    <a:pt x="746233" y="716454"/>
                  </a:lnTo>
                  <a:lnTo>
                    <a:pt x="716454" y="746233"/>
                  </a:lnTo>
                  <a:lnTo>
                    <a:pt x="683977" y="772885"/>
                  </a:lnTo>
                  <a:lnTo>
                    <a:pt x="648961" y="796283"/>
                  </a:lnTo>
                  <a:lnTo>
                    <a:pt x="611909" y="816087"/>
                  </a:lnTo>
                  <a:lnTo>
                    <a:pt x="573001" y="832204"/>
                  </a:lnTo>
                  <a:lnTo>
                    <a:pt x="532797" y="844400"/>
                  </a:lnTo>
                  <a:lnTo>
                    <a:pt x="491492" y="852616"/>
                  </a:lnTo>
                  <a:lnTo>
                    <a:pt x="449682" y="856735"/>
                  </a:lnTo>
                  <a:lnTo>
                    <a:pt x="428624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753225" y="6267462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22872" y="373430"/>
                  </a:moveTo>
                  <a:lnTo>
                    <a:pt x="508" y="407555"/>
                  </a:lnTo>
                  <a:lnTo>
                    <a:pt x="0" y="428739"/>
                  </a:lnTo>
                  <a:lnTo>
                    <a:pt x="19037" y="428586"/>
                  </a:lnTo>
                  <a:lnTo>
                    <a:pt x="19532" y="408495"/>
                  </a:lnTo>
                  <a:lnTo>
                    <a:pt x="19608" y="407555"/>
                  </a:lnTo>
                  <a:lnTo>
                    <a:pt x="21005" y="388467"/>
                  </a:lnTo>
                  <a:lnTo>
                    <a:pt x="22872" y="373430"/>
                  </a:lnTo>
                  <a:close/>
                </a:path>
                <a:path w="857250" h="857250">
                  <a:moveTo>
                    <a:pt x="29375" y="519468"/>
                  </a:moveTo>
                  <a:lnTo>
                    <a:pt x="26911" y="508520"/>
                  </a:lnTo>
                  <a:lnTo>
                    <a:pt x="23469" y="488696"/>
                  </a:lnTo>
                  <a:lnTo>
                    <a:pt x="21005" y="468769"/>
                  </a:lnTo>
                  <a:lnTo>
                    <a:pt x="20662" y="463994"/>
                  </a:lnTo>
                  <a:lnTo>
                    <a:pt x="1689" y="465645"/>
                  </a:lnTo>
                  <a:lnTo>
                    <a:pt x="2057" y="470636"/>
                  </a:lnTo>
                  <a:lnTo>
                    <a:pt x="4622" y="491490"/>
                  </a:lnTo>
                  <a:lnTo>
                    <a:pt x="8229" y="512241"/>
                  </a:lnTo>
                  <a:lnTo>
                    <a:pt x="10795" y="523684"/>
                  </a:lnTo>
                  <a:lnTo>
                    <a:pt x="29375" y="519468"/>
                  </a:lnTo>
                  <a:close/>
                </a:path>
                <a:path w="857250" h="857250">
                  <a:moveTo>
                    <a:pt x="45440" y="284238"/>
                  </a:moveTo>
                  <a:lnTo>
                    <a:pt x="27622" y="277533"/>
                  </a:lnTo>
                  <a:lnTo>
                    <a:pt x="25031" y="284238"/>
                  </a:lnTo>
                  <a:lnTo>
                    <a:pt x="18440" y="304190"/>
                  </a:lnTo>
                  <a:lnTo>
                    <a:pt x="12839" y="324446"/>
                  </a:lnTo>
                  <a:lnTo>
                    <a:pt x="10756" y="333730"/>
                  </a:lnTo>
                  <a:lnTo>
                    <a:pt x="29324" y="337947"/>
                  </a:lnTo>
                  <a:lnTo>
                    <a:pt x="31318" y="329069"/>
                  </a:lnTo>
                  <a:lnTo>
                    <a:pt x="36677" y="309727"/>
                  </a:lnTo>
                  <a:lnTo>
                    <a:pt x="42976" y="290664"/>
                  </a:lnTo>
                  <a:lnTo>
                    <a:pt x="45440" y="284238"/>
                  </a:lnTo>
                  <a:close/>
                </a:path>
                <a:path w="857250" h="857250">
                  <a:moveTo>
                    <a:pt x="59550" y="606094"/>
                  </a:moveTo>
                  <a:lnTo>
                    <a:pt x="58369" y="603758"/>
                  </a:lnTo>
                  <a:lnTo>
                    <a:pt x="50215" y="585355"/>
                  </a:lnTo>
                  <a:lnTo>
                    <a:pt x="42976" y="566572"/>
                  </a:lnTo>
                  <a:lnTo>
                    <a:pt x="38836" y="554037"/>
                  </a:lnTo>
                  <a:lnTo>
                    <a:pt x="20701" y="559879"/>
                  </a:lnTo>
                  <a:lnTo>
                    <a:pt x="25031" y="572998"/>
                  </a:lnTo>
                  <a:lnTo>
                    <a:pt x="32613" y="592645"/>
                  </a:lnTo>
                  <a:lnTo>
                    <a:pt x="41148" y="611898"/>
                  </a:lnTo>
                  <a:lnTo>
                    <a:pt x="42379" y="614337"/>
                  </a:lnTo>
                  <a:lnTo>
                    <a:pt x="59550" y="606094"/>
                  </a:lnTo>
                  <a:close/>
                </a:path>
                <a:path w="857250" h="857250">
                  <a:moveTo>
                    <a:pt x="87198" y="202450"/>
                  </a:moveTo>
                  <a:lnTo>
                    <a:pt x="71310" y="191935"/>
                  </a:lnTo>
                  <a:lnTo>
                    <a:pt x="60960" y="208280"/>
                  </a:lnTo>
                  <a:lnTo>
                    <a:pt x="50596" y="226568"/>
                  </a:lnTo>
                  <a:lnTo>
                    <a:pt x="42291" y="243065"/>
                  </a:lnTo>
                  <a:lnTo>
                    <a:pt x="59461" y="251320"/>
                  </a:lnTo>
                  <a:lnTo>
                    <a:pt x="67398" y="235546"/>
                  </a:lnTo>
                  <a:lnTo>
                    <a:pt x="77304" y="218071"/>
                  </a:lnTo>
                  <a:lnTo>
                    <a:pt x="87198" y="202450"/>
                  </a:lnTo>
                  <a:close/>
                </a:path>
                <a:path w="857250" h="857250">
                  <a:moveTo>
                    <a:pt x="108445" y="683895"/>
                  </a:moveTo>
                  <a:lnTo>
                    <a:pt x="99656" y="672617"/>
                  </a:lnTo>
                  <a:lnTo>
                    <a:pt x="88074" y="656170"/>
                  </a:lnTo>
                  <a:lnTo>
                    <a:pt x="77304" y="639165"/>
                  </a:lnTo>
                  <a:lnTo>
                    <a:pt x="76568" y="637870"/>
                  </a:lnTo>
                  <a:lnTo>
                    <a:pt x="60198" y="647611"/>
                  </a:lnTo>
                  <a:lnTo>
                    <a:pt x="60960" y="648957"/>
                  </a:lnTo>
                  <a:lnTo>
                    <a:pt x="72224" y="666750"/>
                  </a:lnTo>
                  <a:lnTo>
                    <a:pt x="84302" y="683895"/>
                  </a:lnTo>
                  <a:lnTo>
                    <a:pt x="93560" y="695769"/>
                  </a:lnTo>
                  <a:lnTo>
                    <a:pt x="108445" y="683895"/>
                  </a:lnTo>
                  <a:close/>
                </a:path>
                <a:path w="857250" h="857250">
                  <a:moveTo>
                    <a:pt x="146189" y="132168"/>
                  </a:moveTo>
                  <a:lnTo>
                    <a:pt x="133045" y="118376"/>
                  </a:lnTo>
                  <a:lnTo>
                    <a:pt x="125539" y="125539"/>
                  </a:lnTo>
                  <a:lnTo>
                    <a:pt x="111010" y="140792"/>
                  </a:lnTo>
                  <a:lnTo>
                    <a:pt x="97282" y="156692"/>
                  </a:lnTo>
                  <a:lnTo>
                    <a:pt x="93433" y="161632"/>
                  </a:lnTo>
                  <a:lnTo>
                    <a:pt x="108331" y="173494"/>
                  </a:lnTo>
                  <a:lnTo>
                    <a:pt x="112014" y="168783"/>
                  </a:lnTo>
                  <a:lnTo>
                    <a:pt x="125120" y="153581"/>
                  </a:lnTo>
                  <a:lnTo>
                    <a:pt x="139001" y="139001"/>
                  </a:lnTo>
                  <a:lnTo>
                    <a:pt x="146189" y="132168"/>
                  </a:lnTo>
                  <a:close/>
                </a:path>
                <a:path w="857250" h="857250">
                  <a:moveTo>
                    <a:pt x="173469" y="748880"/>
                  </a:moveTo>
                  <a:lnTo>
                    <a:pt x="168783" y="745223"/>
                  </a:lnTo>
                  <a:lnTo>
                    <a:pt x="153581" y="732116"/>
                  </a:lnTo>
                  <a:lnTo>
                    <a:pt x="139001" y="718235"/>
                  </a:lnTo>
                  <a:lnTo>
                    <a:pt x="132143" y="711022"/>
                  </a:lnTo>
                  <a:lnTo>
                    <a:pt x="118351" y="724166"/>
                  </a:lnTo>
                  <a:lnTo>
                    <a:pt x="125539" y="731697"/>
                  </a:lnTo>
                  <a:lnTo>
                    <a:pt x="140792" y="746226"/>
                  </a:lnTo>
                  <a:lnTo>
                    <a:pt x="156692" y="759955"/>
                  </a:lnTo>
                  <a:lnTo>
                    <a:pt x="161607" y="763778"/>
                  </a:lnTo>
                  <a:lnTo>
                    <a:pt x="173469" y="748880"/>
                  </a:lnTo>
                  <a:close/>
                </a:path>
                <a:path w="857250" h="857250">
                  <a:moveTo>
                    <a:pt x="219341" y="76581"/>
                  </a:moveTo>
                  <a:lnTo>
                    <a:pt x="209600" y="60210"/>
                  </a:lnTo>
                  <a:lnTo>
                    <a:pt x="208280" y="60960"/>
                  </a:lnTo>
                  <a:lnTo>
                    <a:pt x="190487" y="72224"/>
                  </a:lnTo>
                  <a:lnTo>
                    <a:pt x="173266" y="84353"/>
                  </a:lnTo>
                  <a:lnTo>
                    <a:pt x="161442" y="93573"/>
                  </a:lnTo>
                  <a:lnTo>
                    <a:pt x="173316" y="108470"/>
                  </a:lnTo>
                  <a:lnTo>
                    <a:pt x="184607" y="99656"/>
                  </a:lnTo>
                  <a:lnTo>
                    <a:pt x="201066" y="88074"/>
                  </a:lnTo>
                  <a:lnTo>
                    <a:pt x="218071" y="77304"/>
                  </a:lnTo>
                  <a:lnTo>
                    <a:pt x="219341" y="76581"/>
                  </a:lnTo>
                  <a:close/>
                </a:path>
                <a:path w="857250" h="857250">
                  <a:moveTo>
                    <a:pt x="251282" y="797763"/>
                  </a:moveTo>
                  <a:lnTo>
                    <a:pt x="235546" y="789838"/>
                  </a:lnTo>
                  <a:lnTo>
                    <a:pt x="218071" y="779932"/>
                  </a:lnTo>
                  <a:lnTo>
                    <a:pt x="202425" y="770026"/>
                  </a:lnTo>
                  <a:lnTo>
                    <a:pt x="191909" y="785901"/>
                  </a:lnTo>
                  <a:lnTo>
                    <a:pt x="208280" y="796277"/>
                  </a:lnTo>
                  <a:lnTo>
                    <a:pt x="226568" y="806640"/>
                  </a:lnTo>
                  <a:lnTo>
                    <a:pt x="243039" y="814933"/>
                  </a:lnTo>
                  <a:lnTo>
                    <a:pt x="251282" y="797763"/>
                  </a:lnTo>
                  <a:close/>
                </a:path>
                <a:path w="857250" h="857250">
                  <a:moveTo>
                    <a:pt x="303161" y="38836"/>
                  </a:moveTo>
                  <a:lnTo>
                    <a:pt x="297332" y="20713"/>
                  </a:lnTo>
                  <a:lnTo>
                    <a:pt x="284238" y="25031"/>
                  </a:lnTo>
                  <a:lnTo>
                    <a:pt x="264591" y="32626"/>
                  </a:lnTo>
                  <a:lnTo>
                    <a:pt x="245338" y="41148"/>
                  </a:lnTo>
                  <a:lnTo>
                    <a:pt x="242862" y="42392"/>
                  </a:lnTo>
                  <a:lnTo>
                    <a:pt x="251117" y="59563"/>
                  </a:lnTo>
                  <a:lnTo>
                    <a:pt x="253479" y="58369"/>
                  </a:lnTo>
                  <a:lnTo>
                    <a:pt x="271881" y="50215"/>
                  </a:lnTo>
                  <a:lnTo>
                    <a:pt x="290664" y="42976"/>
                  </a:lnTo>
                  <a:lnTo>
                    <a:pt x="303161" y="38836"/>
                  </a:lnTo>
                  <a:close/>
                </a:path>
                <a:path w="857250" h="857250">
                  <a:moveTo>
                    <a:pt x="337921" y="827900"/>
                  </a:moveTo>
                  <a:lnTo>
                    <a:pt x="329069" y="825919"/>
                  </a:lnTo>
                  <a:lnTo>
                    <a:pt x="309727" y="820559"/>
                  </a:lnTo>
                  <a:lnTo>
                    <a:pt x="290664" y="814260"/>
                  </a:lnTo>
                  <a:lnTo>
                    <a:pt x="284213" y="811771"/>
                  </a:lnTo>
                  <a:lnTo>
                    <a:pt x="277495" y="829602"/>
                  </a:lnTo>
                  <a:lnTo>
                    <a:pt x="284238" y="832192"/>
                  </a:lnTo>
                  <a:lnTo>
                    <a:pt x="304190" y="838796"/>
                  </a:lnTo>
                  <a:lnTo>
                    <a:pt x="324446" y="844397"/>
                  </a:lnTo>
                  <a:lnTo>
                    <a:pt x="333705" y="846467"/>
                  </a:lnTo>
                  <a:lnTo>
                    <a:pt x="337921" y="827900"/>
                  </a:lnTo>
                  <a:close/>
                </a:path>
                <a:path w="857250" h="857250">
                  <a:moveTo>
                    <a:pt x="393204" y="20662"/>
                  </a:moveTo>
                  <a:lnTo>
                    <a:pt x="391566" y="1689"/>
                  </a:lnTo>
                  <a:lnTo>
                    <a:pt x="386600" y="2057"/>
                  </a:lnTo>
                  <a:lnTo>
                    <a:pt x="365747" y="4622"/>
                  </a:lnTo>
                  <a:lnTo>
                    <a:pt x="344995" y="8229"/>
                  </a:lnTo>
                  <a:lnTo>
                    <a:pt x="333514" y="10807"/>
                  </a:lnTo>
                  <a:lnTo>
                    <a:pt x="337743" y="29375"/>
                  </a:lnTo>
                  <a:lnTo>
                    <a:pt x="348716" y="26911"/>
                  </a:lnTo>
                  <a:lnTo>
                    <a:pt x="368541" y="23469"/>
                  </a:lnTo>
                  <a:lnTo>
                    <a:pt x="388467" y="21005"/>
                  </a:lnTo>
                  <a:lnTo>
                    <a:pt x="393204" y="20662"/>
                  </a:lnTo>
                  <a:close/>
                </a:path>
                <a:path w="857250" h="857250">
                  <a:moveTo>
                    <a:pt x="428663" y="857237"/>
                  </a:moveTo>
                  <a:lnTo>
                    <a:pt x="428637" y="838187"/>
                  </a:lnTo>
                  <a:lnTo>
                    <a:pt x="408495" y="837704"/>
                  </a:lnTo>
                  <a:lnTo>
                    <a:pt x="388467" y="836231"/>
                  </a:lnTo>
                  <a:lnTo>
                    <a:pt x="373392" y="834364"/>
                  </a:lnTo>
                  <a:lnTo>
                    <a:pt x="370827" y="853236"/>
                  </a:lnTo>
                  <a:lnTo>
                    <a:pt x="386600" y="855179"/>
                  </a:lnTo>
                  <a:lnTo>
                    <a:pt x="407555" y="856729"/>
                  </a:lnTo>
                  <a:lnTo>
                    <a:pt x="428663" y="857237"/>
                  </a:lnTo>
                  <a:close/>
                </a:path>
                <a:path w="857250" h="857250">
                  <a:moveTo>
                    <a:pt x="486473" y="4013"/>
                  </a:moveTo>
                  <a:lnTo>
                    <a:pt x="470636" y="2057"/>
                  </a:lnTo>
                  <a:lnTo>
                    <a:pt x="449681" y="508"/>
                  </a:lnTo>
                  <a:lnTo>
                    <a:pt x="428383" y="0"/>
                  </a:lnTo>
                  <a:lnTo>
                    <a:pt x="428409" y="4013"/>
                  </a:lnTo>
                  <a:lnTo>
                    <a:pt x="428523" y="19050"/>
                  </a:lnTo>
                  <a:lnTo>
                    <a:pt x="448741" y="19532"/>
                  </a:lnTo>
                  <a:lnTo>
                    <a:pt x="468769" y="21005"/>
                  </a:lnTo>
                  <a:lnTo>
                    <a:pt x="483908" y="22885"/>
                  </a:lnTo>
                  <a:lnTo>
                    <a:pt x="486473" y="4013"/>
                  </a:lnTo>
                  <a:close/>
                </a:path>
                <a:path w="857250" h="857250">
                  <a:moveTo>
                    <a:pt x="523659" y="846442"/>
                  </a:moveTo>
                  <a:lnTo>
                    <a:pt x="519430" y="827874"/>
                  </a:lnTo>
                  <a:lnTo>
                    <a:pt x="508520" y="830326"/>
                  </a:lnTo>
                  <a:lnTo>
                    <a:pt x="488696" y="833767"/>
                  </a:lnTo>
                  <a:lnTo>
                    <a:pt x="468769" y="836231"/>
                  </a:lnTo>
                  <a:lnTo>
                    <a:pt x="463969" y="836574"/>
                  </a:lnTo>
                  <a:lnTo>
                    <a:pt x="465607" y="855548"/>
                  </a:lnTo>
                  <a:lnTo>
                    <a:pt x="470636" y="855179"/>
                  </a:lnTo>
                  <a:lnTo>
                    <a:pt x="491490" y="852614"/>
                  </a:lnTo>
                  <a:lnTo>
                    <a:pt x="512241" y="849007"/>
                  </a:lnTo>
                  <a:lnTo>
                    <a:pt x="523659" y="846442"/>
                  </a:lnTo>
                  <a:close/>
                </a:path>
                <a:path w="857250" h="857250">
                  <a:moveTo>
                    <a:pt x="579793" y="27660"/>
                  </a:moveTo>
                  <a:lnTo>
                    <a:pt x="572998" y="25031"/>
                  </a:lnTo>
                  <a:lnTo>
                    <a:pt x="553046" y="18440"/>
                  </a:lnTo>
                  <a:lnTo>
                    <a:pt x="532790" y="12839"/>
                  </a:lnTo>
                  <a:lnTo>
                    <a:pt x="523595" y="10782"/>
                  </a:lnTo>
                  <a:lnTo>
                    <a:pt x="519379" y="29349"/>
                  </a:lnTo>
                  <a:lnTo>
                    <a:pt x="528154" y="31318"/>
                  </a:lnTo>
                  <a:lnTo>
                    <a:pt x="547509" y="36677"/>
                  </a:lnTo>
                  <a:lnTo>
                    <a:pt x="566572" y="42976"/>
                  </a:lnTo>
                  <a:lnTo>
                    <a:pt x="573074" y="45478"/>
                  </a:lnTo>
                  <a:lnTo>
                    <a:pt x="579793" y="27660"/>
                  </a:lnTo>
                  <a:close/>
                </a:path>
                <a:path w="857250" h="857250">
                  <a:moveTo>
                    <a:pt x="614311" y="814870"/>
                  </a:moveTo>
                  <a:lnTo>
                    <a:pt x="606056" y="797699"/>
                  </a:lnTo>
                  <a:lnTo>
                    <a:pt x="603758" y="798855"/>
                  </a:lnTo>
                  <a:lnTo>
                    <a:pt x="585355" y="807021"/>
                  </a:lnTo>
                  <a:lnTo>
                    <a:pt x="566572" y="814260"/>
                  </a:lnTo>
                  <a:lnTo>
                    <a:pt x="554012" y="818413"/>
                  </a:lnTo>
                  <a:lnTo>
                    <a:pt x="559841" y="836549"/>
                  </a:lnTo>
                  <a:lnTo>
                    <a:pt x="572998" y="832192"/>
                  </a:lnTo>
                  <a:lnTo>
                    <a:pt x="592645" y="824611"/>
                  </a:lnTo>
                  <a:lnTo>
                    <a:pt x="611898" y="816076"/>
                  </a:lnTo>
                  <a:lnTo>
                    <a:pt x="614311" y="814870"/>
                  </a:lnTo>
                  <a:close/>
                </a:path>
                <a:path w="857250" h="857250">
                  <a:moveTo>
                    <a:pt x="665391" y="71361"/>
                  </a:moveTo>
                  <a:lnTo>
                    <a:pt x="648957" y="60960"/>
                  </a:lnTo>
                  <a:lnTo>
                    <a:pt x="630669" y="50596"/>
                  </a:lnTo>
                  <a:lnTo>
                    <a:pt x="614248" y="42341"/>
                  </a:lnTo>
                  <a:lnTo>
                    <a:pt x="606005" y="59499"/>
                  </a:lnTo>
                  <a:lnTo>
                    <a:pt x="621690" y="67398"/>
                  </a:lnTo>
                  <a:lnTo>
                    <a:pt x="639165" y="77304"/>
                  </a:lnTo>
                  <a:lnTo>
                    <a:pt x="654862" y="87249"/>
                  </a:lnTo>
                  <a:lnTo>
                    <a:pt x="665391" y="71361"/>
                  </a:lnTo>
                  <a:close/>
                </a:path>
                <a:path w="857250" h="857250">
                  <a:moveTo>
                    <a:pt x="695744" y="763701"/>
                  </a:moveTo>
                  <a:lnTo>
                    <a:pt x="683869" y="748804"/>
                  </a:lnTo>
                  <a:lnTo>
                    <a:pt x="672617" y="757580"/>
                  </a:lnTo>
                  <a:lnTo>
                    <a:pt x="656170" y="769162"/>
                  </a:lnTo>
                  <a:lnTo>
                    <a:pt x="639165" y="779932"/>
                  </a:lnTo>
                  <a:lnTo>
                    <a:pt x="637844" y="780681"/>
                  </a:lnTo>
                  <a:lnTo>
                    <a:pt x="647573" y="797052"/>
                  </a:lnTo>
                  <a:lnTo>
                    <a:pt x="648957" y="796277"/>
                  </a:lnTo>
                  <a:lnTo>
                    <a:pt x="666750" y="784999"/>
                  </a:lnTo>
                  <a:lnTo>
                    <a:pt x="683971" y="772883"/>
                  </a:lnTo>
                  <a:lnTo>
                    <a:pt x="695744" y="763701"/>
                  </a:lnTo>
                  <a:close/>
                </a:path>
                <a:path w="857250" h="857250">
                  <a:moveTo>
                    <a:pt x="738924" y="133121"/>
                  </a:moveTo>
                  <a:lnTo>
                    <a:pt x="731697" y="125539"/>
                  </a:lnTo>
                  <a:lnTo>
                    <a:pt x="716445" y="111010"/>
                  </a:lnTo>
                  <a:lnTo>
                    <a:pt x="700532" y="97282"/>
                  </a:lnTo>
                  <a:lnTo>
                    <a:pt x="695680" y="93497"/>
                  </a:lnTo>
                  <a:lnTo>
                    <a:pt x="683818" y="108394"/>
                  </a:lnTo>
                  <a:lnTo>
                    <a:pt x="688454" y="112014"/>
                  </a:lnTo>
                  <a:lnTo>
                    <a:pt x="703656" y="125120"/>
                  </a:lnTo>
                  <a:lnTo>
                    <a:pt x="718235" y="139001"/>
                  </a:lnTo>
                  <a:lnTo>
                    <a:pt x="725131" y="146253"/>
                  </a:lnTo>
                  <a:lnTo>
                    <a:pt x="738924" y="133121"/>
                  </a:lnTo>
                  <a:close/>
                </a:path>
                <a:path w="857250" h="857250">
                  <a:moveTo>
                    <a:pt x="763752" y="695655"/>
                  </a:moveTo>
                  <a:lnTo>
                    <a:pt x="748868" y="683793"/>
                  </a:lnTo>
                  <a:lnTo>
                    <a:pt x="745223" y="688454"/>
                  </a:lnTo>
                  <a:lnTo>
                    <a:pt x="732116" y="703656"/>
                  </a:lnTo>
                  <a:lnTo>
                    <a:pt x="718235" y="718235"/>
                  </a:lnTo>
                  <a:lnTo>
                    <a:pt x="711009" y="725106"/>
                  </a:lnTo>
                  <a:lnTo>
                    <a:pt x="724141" y="738898"/>
                  </a:lnTo>
                  <a:lnTo>
                    <a:pt x="731697" y="731697"/>
                  </a:lnTo>
                  <a:lnTo>
                    <a:pt x="746226" y="716445"/>
                  </a:lnTo>
                  <a:lnTo>
                    <a:pt x="759955" y="700532"/>
                  </a:lnTo>
                  <a:lnTo>
                    <a:pt x="763752" y="695655"/>
                  </a:lnTo>
                  <a:close/>
                </a:path>
                <a:path w="857250" h="857250">
                  <a:moveTo>
                    <a:pt x="797077" y="209689"/>
                  </a:moveTo>
                  <a:lnTo>
                    <a:pt x="796277" y="208280"/>
                  </a:lnTo>
                  <a:lnTo>
                    <a:pt x="784999" y="190487"/>
                  </a:lnTo>
                  <a:lnTo>
                    <a:pt x="772883" y="173266"/>
                  </a:lnTo>
                  <a:lnTo>
                    <a:pt x="763714" y="161518"/>
                  </a:lnTo>
                  <a:lnTo>
                    <a:pt x="748830" y="173393"/>
                  </a:lnTo>
                  <a:lnTo>
                    <a:pt x="757580" y="184619"/>
                  </a:lnTo>
                  <a:lnTo>
                    <a:pt x="769162" y="201066"/>
                  </a:lnTo>
                  <a:lnTo>
                    <a:pt x="779932" y="218071"/>
                  </a:lnTo>
                  <a:lnTo>
                    <a:pt x="780694" y="219417"/>
                  </a:lnTo>
                  <a:lnTo>
                    <a:pt x="797077" y="209689"/>
                  </a:lnTo>
                  <a:close/>
                </a:path>
                <a:path w="857250" h="857250">
                  <a:moveTo>
                    <a:pt x="814908" y="614222"/>
                  </a:moveTo>
                  <a:lnTo>
                    <a:pt x="797737" y="605980"/>
                  </a:lnTo>
                  <a:lnTo>
                    <a:pt x="789838" y="621690"/>
                  </a:lnTo>
                  <a:lnTo>
                    <a:pt x="779932" y="639165"/>
                  </a:lnTo>
                  <a:lnTo>
                    <a:pt x="770013" y="654837"/>
                  </a:lnTo>
                  <a:lnTo>
                    <a:pt x="785888" y="665365"/>
                  </a:lnTo>
                  <a:lnTo>
                    <a:pt x="796277" y="648957"/>
                  </a:lnTo>
                  <a:lnTo>
                    <a:pt x="806640" y="630669"/>
                  </a:lnTo>
                  <a:lnTo>
                    <a:pt x="814908" y="614222"/>
                  </a:lnTo>
                  <a:close/>
                </a:path>
                <a:path w="857250" h="857250">
                  <a:moveTo>
                    <a:pt x="836549" y="297421"/>
                  </a:moveTo>
                  <a:lnTo>
                    <a:pt x="832192" y="284238"/>
                  </a:lnTo>
                  <a:lnTo>
                    <a:pt x="824611" y="264591"/>
                  </a:lnTo>
                  <a:lnTo>
                    <a:pt x="816076" y="245338"/>
                  </a:lnTo>
                  <a:lnTo>
                    <a:pt x="814882" y="242951"/>
                  </a:lnTo>
                  <a:lnTo>
                    <a:pt x="797712" y="251206"/>
                  </a:lnTo>
                  <a:lnTo>
                    <a:pt x="798855" y="253479"/>
                  </a:lnTo>
                  <a:lnTo>
                    <a:pt x="807021" y="271881"/>
                  </a:lnTo>
                  <a:lnTo>
                    <a:pt x="814260" y="290664"/>
                  </a:lnTo>
                  <a:lnTo>
                    <a:pt x="818426" y="303250"/>
                  </a:lnTo>
                  <a:lnTo>
                    <a:pt x="836549" y="297421"/>
                  </a:lnTo>
                  <a:close/>
                </a:path>
                <a:path w="857250" h="857250">
                  <a:moveTo>
                    <a:pt x="846467" y="523570"/>
                  </a:moveTo>
                  <a:lnTo>
                    <a:pt x="827900" y="519341"/>
                  </a:lnTo>
                  <a:lnTo>
                    <a:pt x="825919" y="528154"/>
                  </a:lnTo>
                  <a:lnTo>
                    <a:pt x="820559" y="547509"/>
                  </a:lnTo>
                  <a:lnTo>
                    <a:pt x="814260" y="566572"/>
                  </a:lnTo>
                  <a:lnTo>
                    <a:pt x="811784" y="572998"/>
                  </a:lnTo>
                  <a:lnTo>
                    <a:pt x="811606" y="572998"/>
                  </a:lnTo>
                  <a:lnTo>
                    <a:pt x="829589" y="579767"/>
                  </a:lnTo>
                  <a:lnTo>
                    <a:pt x="832192" y="572998"/>
                  </a:lnTo>
                  <a:lnTo>
                    <a:pt x="838796" y="553046"/>
                  </a:lnTo>
                  <a:lnTo>
                    <a:pt x="844397" y="532790"/>
                  </a:lnTo>
                  <a:lnTo>
                    <a:pt x="846467" y="523570"/>
                  </a:lnTo>
                  <a:close/>
                </a:path>
                <a:path w="857250" h="857250">
                  <a:moveTo>
                    <a:pt x="855560" y="391668"/>
                  </a:moveTo>
                  <a:lnTo>
                    <a:pt x="855179" y="386600"/>
                  </a:lnTo>
                  <a:lnTo>
                    <a:pt x="852614" y="365747"/>
                  </a:lnTo>
                  <a:lnTo>
                    <a:pt x="849007" y="344995"/>
                  </a:lnTo>
                  <a:lnTo>
                    <a:pt x="846455" y="333616"/>
                  </a:lnTo>
                  <a:lnTo>
                    <a:pt x="827874" y="337832"/>
                  </a:lnTo>
                  <a:lnTo>
                    <a:pt x="830326" y="348716"/>
                  </a:lnTo>
                  <a:lnTo>
                    <a:pt x="833767" y="368541"/>
                  </a:lnTo>
                  <a:lnTo>
                    <a:pt x="836231" y="388467"/>
                  </a:lnTo>
                  <a:lnTo>
                    <a:pt x="836587" y="393306"/>
                  </a:lnTo>
                  <a:lnTo>
                    <a:pt x="855560" y="391668"/>
                  </a:lnTo>
                  <a:close/>
                </a:path>
                <a:path w="857250" h="857250">
                  <a:moveTo>
                    <a:pt x="857237" y="428586"/>
                  </a:moveTo>
                  <a:lnTo>
                    <a:pt x="838187" y="428586"/>
                  </a:lnTo>
                  <a:lnTo>
                    <a:pt x="837704" y="448741"/>
                  </a:lnTo>
                  <a:lnTo>
                    <a:pt x="837628" y="449681"/>
                  </a:lnTo>
                  <a:lnTo>
                    <a:pt x="836231" y="468769"/>
                  </a:lnTo>
                  <a:lnTo>
                    <a:pt x="834364" y="483870"/>
                  </a:lnTo>
                  <a:lnTo>
                    <a:pt x="853236" y="486435"/>
                  </a:lnTo>
                  <a:lnTo>
                    <a:pt x="855179" y="470636"/>
                  </a:lnTo>
                  <a:lnTo>
                    <a:pt x="856729" y="449681"/>
                  </a:lnTo>
                  <a:lnTo>
                    <a:pt x="856754" y="448741"/>
                  </a:lnTo>
                  <a:lnTo>
                    <a:pt x="857237" y="428586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6599" y="6581774"/>
              <a:ext cx="200025" cy="22860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7727950" y="5723206"/>
            <a:ext cx="1492250" cy="53657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algn="ctr">
              <a:spcBef>
                <a:spcPts val="610"/>
              </a:spcBef>
            </a:pPr>
            <a:r>
              <a:rPr sz="1400" b="1" spc="-135" dirty="0">
                <a:solidFill>
                  <a:srgbClr val="1A365C"/>
                </a:solidFill>
                <a:latin typeface="Montserrat SemiBold"/>
                <a:cs typeface="Montserrat SemiBold"/>
              </a:rPr>
              <a:t>Emma</a:t>
            </a:r>
            <a:r>
              <a:rPr sz="1400" b="1" spc="-10" dirty="0">
                <a:solidFill>
                  <a:srgbClr val="1A365C"/>
                </a:solidFill>
                <a:latin typeface="Montserrat SemiBold"/>
                <a:cs typeface="Montserrat SemiBold"/>
              </a:rPr>
              <a:t> </a:t>
            </a:r>
            <a:r>
              <a:rPr sz="1400" b="1" spc="-85" dirty="0">
                <a:solidFill>
                  <a:srgbClr val="1A365C"/>
                </a:solidFill>
                <a:latin typeface="Montserrat SemiBold"/>
                <a:cs typeface="Montserrat SemiBold"/>
              </a:rPr>
              <a:t>Thompson</a:t>
            </a:r>
            <a:endParaRPr sz="1400">
              <a:latin typeface="Montserrat SemiBold"/>
              <a:cs typeface="Montserrat SemiBold"/>
            </a:endParaRPr>
          </a:p>
          <a:p>
            <a:pPr algn="ctr">
              <a:spcBef>
                <a:spcPts val="395"/>
              </a:spcBef>
            </a:pPr>
            <a:r>
              <a:rPr sz="1200" spc="-85" dirty="0">
                <a:solidFill>
                  <a:srgbClr val="2A6BB0"/>
                </a:solidFill>
                <a:latin typeface="Montserrat"/>
                <a:cs typeface="Montserrat"/>
              </a:rPr>
              <a:t>Legal</a:t>
            </a:r>
            <a:r>
              <a:rPr sz="1200" spc="5" dirty="0">
                <a:solidFill>
                  <a:srgbClr val="2A6BB0"/>
                </a:solidFill>
                <a:latin typeface="Montserrat"/>
                <a:cs typeface="Montserrat"/>
              </a:rPr>
              <a:t> </a:t>
            </a:r>
            <a:r>
              <a:rPr sz="1200" spc="-10" dirty="0">
                <a:solidFill>
                  <a:srgbClr val="2A6BB0"/>
                </a:solidFill>
                <a:latin typeface="Montserrat"/>
                <a:cs typeface="Montserrat"/>
              </a:rPr>
              <a:t>Counsel</a:t>
            </a:r>
            <a:endParaRPr sz="1200">
              <a:latin typeface="Montserrat"/>
              <a:cs typeface="Montserra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978280" y="6318189"/>
            <a:ext cx="991869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[Law</a:t>
            </a:r>
            <a:r>
              <a:rPr sz="1100" spc="5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60" dirty="0">
                <a:solidFill>
                  <a:srgbClr val="708095"/>
                </a:solidFill>
                <a:latin typeface="Montserrat"/>
                <a:cs typeface="Montserrat"/>
              </a:rPr>
              <a:t>Firm]</a:t>
            </a:r>
            <a:r>
              <a:rPr sz="1100" spc="10" dirty="0">
                <a:solidFill>
                  <a:srgbClr val="708095"/>
                </a:solidFill>
                <a:latin typeface="Montserrat"/>
                <a:cs typeface="Montserrat"/>
              </a:rPr>
              <a:t> </a:t>
            </a:r>
            <a:r>
              <a:rPr sz="1100" spc="-25" dirty="0">
                <a:solidFill>
                  <a:srgbClr val="708095"/>
                </a:solidFill>
                <a:latin typeface="Montserrat"/>
                <a:cs typeface="Montserrat"/>
              </a:rPr>
              <a:t>LLP</a:t>
            </a:r>
            <a:endParaRPr sz="1100">
              <a:latin typeface="Montserrat"/>
              <a:cs typeface="Montserrat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A6B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15901" y="6551295"/>
            <a:ext cx="1331595" cy="14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150" b="1" spc="-75" dirty="0">
                <a:solidFill>
                  <a:srgbClr val="708095"/>
                </a:solidFill>
                <a:latin typeface="Montserrat SemiBold"/>
                <a:cs typeface="Montserrat SemiBold"/>
              </a:rPr>
              <a:t>[COMPANY</a:t>
            </a:r>
            <a:r>
              <a:rPr sz="1150" b="1" spc="-10" dirty="0">
                <a:solidFill>
                  <a:srgbClr val="708095"/>
                </a:solidFill>
                <a:latin typeface="Montserrat SemiBold"/>
                <a:cs typeface="Montserrat SemiBold"/>
              </a:rPr>
              <a:t> </a:t>
            </a:r>
            <a:r>
              <a:rPr sz="1150" b="1" spc="-35" dirty="0">
                <a:solidFill>
                  <a:srgbClr val="708095"/>
                </a:solidFill>
                <a:latin typeface="Montserrat SemiBold"/>
                <a:cs typeface="Montserrat SemiBold"/>
              </a:rPr>
              <a:t>NAME]</a:t>
            </a:r>
            <a:endParaRPr sz="1150" dirty="0">
              <a:latin typeface="Montserrat SemiBold"/>
              <a:cs typeface="Montserrat SemiBold"/>
            </a:endParaRPr>
          </a:p>
        </p:txBody>
      </p:sp>
      <p:sp>
        <p:nvSpPr>
          <p:cNvPr id="60" name="Slide Number Placeholder 14">
            <a:extLst>
              <a:ext uri="{FF2B5EF4-FFF2-40B4-BE49-F238E27FC236}">
                <a16:creationId xmlns:a16="http://schemas.microsoft.com/office/drawing/2014/main" id="{1BC1B9EB-05F1-14CA-C01E-B4B7B8001A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02303" y="6446049"/>
            <a:ext cx="2668627" cy="27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708095"/>
                </a:solidFill>
                <a:latin typeface="Montserrat"/>
                <a:cs typeface="Montserrat"/>
              </a:defRPr>
            </a:lvl1pPr>
          </a:lstStyle>
          <a:p>
            <a:pPr marL="12700" algn="ctr">
              <a:lnSpc>
                <a:spcPts val="1160"/>
              </a:lnSpc>
            </a:pPr>
            <a:r>
              <a:rPr lang="en-IN" spc="-80"/>
              <a:t>Business</a:t>
            </a:r>
            <a:r>
              <a:rPr lang="en-IN" spc="-5"/>
              <a:t> </a:t>
            </a:r>
            <a:r>
              <a:rPr lang="en-IN" spc="-85"/>
              <a:t>Idea</a:t>
            </a:r>
            <a:r>
              <a:rPr lang="en-IN" spc="-5"/>
              <a:t> </a:t>
            </a:r>
            <a:r>
              <a:rPr lang="en-IN" spc="-80"/>
              <a:t>&amp;</a:t>
            </a:r>
            <a:r>
              <a:rPr lang="en-IN"/>
              <a:t> </a:t>
            </a:r>
            <a:r>
              <a:rPr lang="en-IN" spc="-135"/>
              <a:t>V</a:t>
            </a:r>
            <a:r>
              <a:rPr lang="en-IN" spc="-75"/>
              <a:t>al</a:t>
            </a:r>
            <a:r>
              <a:rPr lang="en-IN" spc="-200"/>
              <a:t>u</a:t>
            </a:r>
            <a:r>
              <a:rPr lang="en-IN" sz="1500" spc="-1357" baseline="8333">
                <a:solidFill>
                  <a:srgbClr val="FFFFFF"/>
                </a:solidFill>
              </a:rPr>
              <a:t>M</a:t>
            </a:r>
            <a:r>
              <a:rPr lang="en-IN" spc="-65"/>
              <a:t>e</a:t>
            </a:r>
            <a:r>
              <a:rPr lang="en-IN" spc="-215"/>
              <a:t> </a:t>
            </a:r>
            <a:r>
              <a:rPr lang="en-IN" sz="1500" spc="-652" baseline="8333">
                <a:solidFill>
                  <a:srgbClr val="FFFFFF"/>
                </a:solidFill>
              </a:rPr>
              <a:t>a</a:t>
            </a:r>
            <a:r>
              <a:rPr lang="en-IN" spc="-550"/>
              <a:t>P</a:t>
            </a:r>
            <a:r>
              <a:rPr lang="en-IN" sz="1500" spc="-427" baseline="8333">
                <a:solidFill>
                  <a:srgbClr val="FFFFFF"/>
                </a:solidFill>
              </a:rPr>
              <a:t>d</a:t>
            </a:r>
            <a:r>
              <a:rPr lang="en-IN" spc="-325"/>
              <a:t>r</a:t>
            </a:r>
            <a:r>
              <a:rPr lang="en-IN" sz="1500" spc="-622" baseline="8333">
                <a:solidFill>
                  <a:srgbClr val="FFFFFF"/>
                </a:solidFill>
              </a:rPr>
              <a:t>e</a:t>
            </a:r>
            <a:r>
              <a:rPr lang="en-IN" spc="-195"/>
              <a:t>o</a:t>
            </a:r>
            <a:r>
              <a:rPr lang="en-IN" sz="1500" spc="-1214" baseline="8333">
                <a:solidFill>
                  <a:srgbClr val="FFFFFF"/>
                </a:solidFill>
              </a:rPr>
              <a:t>w</a:t>
            </a:r>
            <a:r>
              <a:rPr lang="en-IN" spc="-125"/>
              <a:t>p</a:t>
            </a:r>
            <a:r>
              <a:rPr lang="en-IN" sz="1500" spc="-390" baseline="8333">
                <a:solidFill>
                  <a:srgbClr val="FFFFFF"/>
                </a:solidFill>
              </a:rPr>
              <a:t>i</a:t>
            </a:r>
            <a:r>
              <a:rPr lang="en-IN" spc="-625"/>
              <a:t>o</a:t>
            </a:r>
            <a:r>
              <a:rPr lang="en-IN" sz="1500" spc="-89" baseline="8333">
                <a:solidFill>
                  <a:srgbClr val="FFFFFF"/>
                </a:solidFill>
              </a:rPr>
              <a:t>t</a:t>
            </a:r>
            <a:r>
              <a:rPr lang="en-IN" sz="1500" spc="-892" baseline="8333">
                <a:solidFill>
                  <a:srgbClr val="FFFFFF"/>
                </a:solidFill>
              </a:rPr>
              <a:t>h</a:t>
            </a:r>
            <a:r>
              <a:rPr lang="en-IN" spc="-65"/>
              <a:t>s</a:t>
            </a:r>
            <a:r>
              <a:rPr lang="en-IN" spc="-185"/>
              <a:t>i</a:t>
            </a:r>
            <a:r>
              <a:rPr lang="en-IN" sz="1500" spc="-1102" baseline="8333">
                <a:solidFill>
                  <a:srgbClr val="FFFFFF"/>
                </a:solidFill>
              </a:rPr>
              <a:t>G</a:t>
            </a:r>
            <a:r>
              <a:rPr lang="en-IN" spc="-65"/>
              <a:t>t</a:t>
            </a:r>
            <a:r>
              <a:rPr lang="en-IN" spc="-215"/>
              <a:t>i</a:t>
            </a:r>
            <a:r>
              <a:rPr lang="en-IN" sz="1500" spc="-772" baseline="8333">
                <a:solidFill>
                  <a:srgbClr val="FFFFFF"/>
                </a:solidFill>
              </a:rPr>
              <a:t>e</a:t>
            </a:r>
            <a:r>
              <a:rPr lang="en-IN" spc="-365"/>
              <a:t>o</a:t>
            </a:r>
            <a:r>
              <a:rPr lang="en-IN" sz="1500" spc="-667" baseline="8333">
                <a:solidFill>
                  <a:srgbClr val="FFFFFF"/>
                </a:solidFill>
              </a:rPr>
              <a:t>n</a:t>
            </a:r>
            <a:r>
              <a:rPr lang="en-IN" spc="-500"/>
              <a:t>n</a:t>
            </a:r>
            <a:r>
              <a:rPr lang="en-IN" sz="1500" spc="-89" baseline="8333">
                <a:solidFill>
                  <a:srgbClr val="FFFFFF"/>
                </a:solidFill>
              </a:rPr>
              <a:t>s</a:t>
            </a:r>
            <a:r>
              <a:rPr lang="en-IN" sz="1500" spc="-97" baseline="8333">
                <a:solidFill>
                  <a:srgbClr val="FFFFFF"/>
                </a:solidFill>
              </a:rPr>
              <a:t>p</a:t>
            </a:r>
            <a:r>
              <a:rPr lang="en-IN" sz="1500" spc="-89" baseline="8333">
                <a:solidFill>
                  <a:srgbClr val="FFFFFF"/>
                </a:solidFill>
              </a:rPr>
              <a:t>a</a:t>
            </a:r>
            <a:r>
              <a:rPr lang="en-IN" sz="1500" spc="-232" baseline="8333">
                <a:solidFill>
                  <a:srgbClr val="FFFFFF"/>
                </a:solidFill>
              </a:rPr>
              <a:t>r</a:t>
            </a:r>
            <a:fld id="{81D60167-4931-47E6-BA6A-407CBD079E47}" type="slidenum">
              <a:rPr sz="1100" b="1" spc="-60" smtClean="0">
                <a:solidFill>
                  <a:srgbClr val="FFFFFF"/>
                </a:solidFill>
                <a:latin typeface="Trebuchet MS"/>
                <a:cs typeface="Trebuchet MS"/>
              </a:rPr>
              <a:pPr marL="12700">
                <a:lnSpc>
                  <a:spcPts val="1160"/>
                </a:lnSpc>
              </a:pPr>
              <a:t>13</a:t>
            </a:fld>
            <a:r>
              <a:rPr sz="1500" spc="-89" baseline="8333">
                <a:solidFill>
                  <a:srgbClr val="FFFFFF"/>
                </a:solidFill>
              </a:rPr>
              <a:t>k</a:t>
            </a:r>
            <a:endParaRPr sz="1600" baseline="8333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1590</Words>
  <Application>Microsoft Office PowerPoint</Application>
  <PresentationFormat>Widescreen</PresentationFormat>
  <Paragraphs>366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Montserrat</vt:lpstr>
      <vt:lpstr>Montserrat Medium</vt:lpstr>
      <vt:lpstr>Montserrat SemiBold</vt:lpstr>
      <vt:lpstr>Poppins</vt:lpstr>
      <vt:lpstr>Times New Roman</vt:lpstr>
      <vt:lpstr>Trebuchet MS</vt:lpstr>
      <vt:lpstr>Office Theme</vt:lpstr>
      <vt:lpstr>PowerPoint Presentation</vt:lpstr>
      <vt:lpstr>PowerPoint Presentation</vt:lpstr>
      <vt:lpstr>Our Unique Solution &amp; Edge</vt:lpstr>
      <vt:lpstr>Competitive Analysis</vt:lpstr>
      <vt:lpstr>Cost Structure Template</vt:lpstr>
      <vt:lpstr>Cost Structure Template (contd.)</vt:lpstr>
      <vt:lpstr>Financial Projections</vt:lpstr>
      <vt:lpstr>Financial Projections (contd.)</vt:lpstr>
      <vt:lpstr>Break-even Analysis</vt:lpstr>
      <vt:lpstr>Support Needed &amp; Investment Requirements</vt:lpstr>
      <vt:lpstr>Product Branding Strategy</vt:lpstr>
      <vt:lpstr>Marketing Plan &amp; Go-to-Market Strategy</vt:lpstr>
      <vt:lpstr>Meet the Team &amp; Advisors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Biswajit Chaki</dc:creator>
  <cp:lastModifiedBy>USER</cp:lastModifiedBy>
  <cp:revision>10</cp:revision>
  <dcterms:created xsi:type="dcterms:W3CDTF">2025-08-28T04:32:12Z</dcterms:created>
  <dcterms:modified xsi:type="dcterms:W3CDTF">2025-11-26T08:42:18Z</dcterms:modified>
</cp:coreProperties>
</file>